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a991c8a4bd48fb" /><Relationship Type="http://schemas.openxmlformats.org/officeDocument/2006/relationships/extended-properties" Target="/docProps/app.xml" Id="R46e5bdb3d170481e" /><Relationship Type="http://schemas.openxmlformats.org/officeDocument/2006/relationships/officeDocument" Target="/ppt/presentation.xml" Id="Rbae16bca26ca4e93" /></Relationships>
</file>

<file path=ppt/presentation.xml><?xml version="1.0" encoding="utf-8"?>
<p:presentation xmlns:p="http://schemas.openxmlformats.org/presentationml/2006/main">
  <p:sldMasterIdLst>
    <p:sldMasterId xmlns:r="http://schemas.openxmlformats.org/officeDocument/2006/relationships" id="2147483648" r:id="Rbd216f75758a4714"/>
  </p:sldMasterIdLst>
  <p:notesMasterIdLst>
    <p:notesMasterId xmlns:r="http://schemas.openxmlformats.org/officeDocument/2006/relationships" r:id="R7aa9252290074354"/>
  </p:notesMasterIdLst>
  <p:sldIdLst>
    <p:sldId xmlns:r="http://schemas.openxmlformats.org/officeDocument/2006/relationships" id="256" r:id="R3e7eebcb83984686"/>
    <p:sldId xmlns:r="http://schemas.openxmlformats.org/officeDocument/2006/relationships" id="257" r:id="R8f5fc2eb6eab49a5"/>
    <p:sldId xmlns:r="http://schemas.openxmlformats.org/officeDocument/2006/relationships" id="258" r:id="Rda27b8d2c9bf4f8e"/>
    <p:sldId xmlns:r="http://schemas.openxmlformats.org/officeDocument/2006/relationships" id="259" r:id="R48a7ad3a33704259"/>
    <p:sldId xmlns:r="http://schemas.openxmlformats.org/officeDocument/2006/relationships" id="260" r:id="Rd19732bc63c14904"/>
    <p:sldId xmlns:r="http://schemas.openxmlformats.org/officeDocument/2006/relationships" id="261" r:id="Rfc44e7ef3fd040c1"/>
    <p:sldId xmlns:r="http://schemas.openxmlformats.org/officeDocument/2006/relationships" id="262" r:id="Rac1cc51be11443e3"/>
    <p:sldId xmlns:r="http://schemas.openxmlformats.org/officeDocument/2006/relationships" id="263" r:id="Reb0453d246eb4e6f"/>
    <p:sldId xmlns:r="http://schemas.openxmlformats.org/officeDocument/2006/relationships" id="264" r:id="R9784a0b10ade4f10"/>
    <p:sldId xmlns:r="http://schemas.openxmlformats.org/officeDocument/2006/relationships" id="265" r:id="R6caaf24a9aae4ba0"/>
    <p:sldId xmlns:r="http://schemas.openxmlformats.org/officeDocument/2006/relationships" id="266" r:id="R0a998ad407ca4072"/>
    <p:sldId xmlns:r="http://schemas.openxmlformats.org/officeDocument/2006/relationships" id="267" r:id="R1bf45d10fc454fb2"/>
    <p:sldId xmlns:r="http://schemas.openxmlformats.org/officeDocument/2006/relationships" id="268" r:id="Rcdcb5de41d3c4610"/>
    <p:sldId xmlns:r="http://schemas.openxmlformats.org/officeDocument/2006/relationships" id="269" r:id="R127759c4ef4349b9"/>
    <p:sldId xmlns:r="http://schemas.openxmlformats.org/officeDocument/2006/relationships" id="270" r:id="R12e2bdb7fb6943cc"/>
    <p:sldId xmlns:r="http://schemas.openxmlformats.org/officeDocument/2006/relationships" id="271" r:id="R972c97eeb0d34948"/>
    <p:sldId xmlns:r="http://schemas.openxmlformats.org/officeDocument/2006/relationships" id="272" r:id="Rad8be97d23064e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cdc3f761a344ec" /><Relationship Type="http://schemas.openxmlformats.org/officeDocument/2006/relationships/slideMaster" Target="/ppt/slideMasters/slideMaster1.xml" Id="Rbd216f75758a4714" /><Relationship Type="http://schemas.openxmlformats.org/officeDocument/2006/relationships/notesMaster" Target="/ppt/notesMasters/notesMaster1.xml" Id="R7aa9252290074354" /><Relationship Type="http://schemas.openxmlformats.org/officeDocument/2006/relationships/presProps" Target="/ppt/presProps.xml" Id="R6ddcdbc543164af7" /><Relationship Type="http://schemas.openxmlformats.org/officeDocument/2006/relationships/tableStyles" Target="/ppt/tableStyles.xml" Id="R86e7a15076b842c6" /><Relationship Type="http://schemas.openxmlformats.org/officeDocument/2006/relationships/slide" Target="/ppt/slides/slide1.xml" Id="R3e7eebcb83984686" /><Relationship Type="http://schemas.openxmlformats.org/officeDocument/2006/relationships/slide" Target="/ppt/slides/slide2.xml" Id="R8f5fc2eb6eab49a5" /><Relationship Type="http://schemas.openxmlformats.org/officeDocument/2006/relationships/slide" Target="/ppt/slides/slide3.xml" Id="Rda27b8d2c9bf4f8e" /><Relationship Type="http://schemas.openxmlformats.org/officeDocument/2006/relationships/slide" Target="/ppt/slides/slide4.xml" Id="R48a7ad3a33704259" /><Relationship Type="http://schemas.openxmlformats.org/officeDocument/2006/relationships/slide" Target="/ppt/slides/slide5.xml" Id="Rd19732bc63c14904" /><Relationship Type="http://schemas.openxmlformats.org/officeDocument/2006/relationships/slide" Target="/ppt/slides/slide6.xml" Id="Rfc44e7ef3fd040c1" /><Relationship Type="http://schemas.openxmlformats.org/officeDocument/2006/relationships/slide" Target="/ppt/slides/slide7.xml" Id="Rac1cc51be11443e3" /><Relationship Type="http://schemas.openxmlformats.org/officeDocument/2006/relationships/slide" Target="/ppt/slides/slide8.xml" Id="Reb0453d246eb4e6f" /><Relationship Type="http://schemas.openxmlformats.org/officeDocument/2006/relationships/slide" Target="/ppt/slides/slide9.xml" Id="R9784a0b10ade4f10" /><Relationship Type="http://schemas.openxmlformats.org/officeDocument/2006/relationships/slide" Target="/ppt/slides/slide10.xml" Id="R6caaf24a9aae4ba0" /><Relationship Type="http://schemas.openxmlformats.org/officeDocument/2006/relationships/slide" Target="/ppt/slides/slide11.xml" Id="R0a998ad407ca4072" /><Relationship Type="http://schemas.openxmlformats.org/officeDocument/2006/relationships/slide" Target="/ppt/slides/slide12.xml" Id="R1bf45d10fc454fb2" /><Relationship Type="http://schemas.openxmlformats.org/officeDocument/2006/relationships/slide" Target="/ppt/slides/slide13.xml" Id="Rcdcb5de41d3c4610" /><Relationship Type="http://schemas.openxmlformats.org/officeDocument/2006/relationships/slide" Target="/ppt/slides/slide14.xml" Id="R127759c4ef4349b9" /><Relationship Type="http://schemas.openxmlformats.org/officeDocument/2006/relationships/slide" Target="/ppt/slides/slide15.xml" Id="R12e2bdb7fb6943cc" /><Relationship Type="http://schemas.openxmlformats.org/officeDocument/2006/relationships/slide" Target="/ppt/slides/slide16.xml" Id="R972c97eeb0d34948" /><Relationship Type="http://schemas.openxmlformats.org/officeDocument/2006/relationships/slide" Target="/ppt/slides/slide17.xml" Id="Rad8be97d23064e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5b997b8b3f48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1ee73b5d8f432f" /><Relationship Type="http://schemas.openxmlformats.org/officeDocument/2006/relationships/notesMaster" Target="/ppt/notesMasters/notesMaster1.xml" Id="R77b70e14d6d143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da9afc3064496f" /><Relationship Type="http://schemas.openxmlformats.org/officeDocument/2006/relationships/notesMaster" Target="/ppt/notesMasters/notesMaster1.xml" Id="Rd0839a63037d43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44d2600dd5490b" /><Relationship Type="http://schemas.openxmlformats.org/officeDocument/2006/relationships/notesMaster" Target="/ppt/notesMasters/notesMaster1.xml" Id="Rf5ed3d5bf4004d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19ef6830774303" /><Relationship Type="http://schemas.openxmlformats.org/officeDocument/2006/relationships/notesMaster" Target="/ppt/notesMasters/notesMaster1.xml" Id="Rd1a53e4061af43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0ced7de02c43c2" /><Relationship Type="http://schemas.openxmlformats.org/officeDocument/2006/relationships/notesMaster" Target="/ppt/notesMasters/notesMaster1.xml" Id="R752c18bc710147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a9126965f4434f" /><Relationship Type="http://schemas.openxmlformats.org/officeDocument/2006/relationships/notesMaster" Target="/ppt/notesMasters/notesMaster1.xml" Id="Ref9656b5615b42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37f7b421184e76" /><Relationship Type="http://schemas.openxmlformats.org/officeDocument/2006/relationships/notesMaster" Target="/ppt/notesMasters/notesMaster1.xml" Id="Rfe97dec6db5743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769ad60f344138" /><Relationship Type="http://schemas.openxmlformats.org/officeDocument/2006/relationships/notesMaster" Target="/ppt/notesMasters/notesMaster1.xml" Id="R69c4cbf8154e47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840c165b624b93" /><Relationship Type="http://schemas.openxmlformats.org/officeDocument/2006/relationships/notesMaster" Target="/ppt/notesMasters/notesMaster1.xml" Id="R2805a5ec118345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8408cc0c6144d8" /><Relationship Type="http://schemas.openxmlformats.org/officeDocument/2006/relationships/notesMaster" Target="/ppt/notesMasters/notesMaster1.xml" Id="Rfa122f0b2e2c40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bf36ad45fa54e79" /><Relationship Type="http://schemas.openxmlformats.org/officeDocument/2006/relationships/notesMaster" Target="/ppt/notesMasters/notesMaster1.xml" Id="Ra0e1dc6bafcb41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7285c7b3f54ef7" /><Relationship Type="http://schemas.openxmlformats.org/officeDocument/2006/relationships/notesMaster" Target="/ppt/notesMasters/notesMaster1.xml" Id="R692913c7ed4241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2625899d4e4944" /><Relationship Type="http://schemas.openxmlformats.org/officeDocument/2006/relationships/notesMaster" Target="/ppt/notesMasters/notesMaster1.xml" Id="R5d08f827d38c46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de42f925e84efe" /><Relationship Type="http://schemas.openxmlformats.org/officeDocument/2006/relationships/notesMaster" Target="/ppt/notesMasters/notesMaster1.xml" Id="R41ffa5c213f044a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ddbcdede7f41ca" /><Relationship Type="http://schemas.openxmlformats.org/officeDocument/2006/relationships/notesMaster" Target="/ppt/notesMasters/notesMaster1.xml" Id="Ree2f429f10e247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b252bef828a497d" /><Relationship Type="http://schemas.openxmlformats.org/officeDocument/2006/relationships/notesMaster" Target="/ppt/notesMasters/notesMaster1.xml" Id="R8c8e77b17e2e45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e8f3693a9104087" /><Relationship Type="http://schemas.openxmlformats.org/officeDocument/2006/relationships/notesMaster" Target="/ppt/notesMasters/notesMaster1.xml" Id="R38fb310374154c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は、実際に動くロボットのボディと、その関節をどう動かすか判断するAIを組み合わせる分野です。AIが周囲の状況を見て動きを決めることで、ロボットが現実世界で自律的に作業できる状態を目指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をその仕事に合わせる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現在の撮影にはTOBI E2を使用する予定です。今後は、TOBI E2で弱点となる目立ちやすさを改善した機材も視野に入れています。この図は将来の方向を示すもので、製品写真や確定した仕様ではありません。</a:t>
            </a:r>
          </a:p>
          <a:p xmlns:a="http://schemas.openxmlformats.org/drawingml/2006/main">
            <a:r>
              <a:t/>
            </a:r>
          </a:p>
          <a:p xmlns:a="http://schemas.openxmlformats.org/drawingml/2006/main">
            <a:r>
              <a:t>画像：説明用に生成したシルエット。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撮影したデータを確認し、承認したデータ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したデータを当社が加工・販売し、その販売収益を現場と分け合い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ベーカリー『サトウカエデ』での撮影検証について紹介するページ。内容は後日、実施内容と結果を確認してから追加する。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現場の仕事から得たデータを、ロボット開発に活かします。そこで生まれた利益を、撮影に協力いただいた現場にも戻します。RootLensは、現場とフィジカルAIの間にこの循環をつくる企業です。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55747a77a94d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0df6c52f2341a3" /><Relationship Type="http://schemas.openxmlformats.org/officeDocument/2006/relationships/slideLayout" Target="/ppt/slideLayouts/slideLayout1.xml" Id="R448711c0fe5046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8711c0fe5046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66d9addab24464" /><Relationship Type="http://schemas.openxmlformats.org/officeDocument/2006/relationships/image" Target="/ppt/media/image.png" Id="R6dce28c376c14920" /><Relationship Type="http://schemas.openxmlformats.org/officeDocument/2006/relationships/notesSlide" Target="/ppt/notesSlides/notesSlide1.xml" Id="Re38caa87e4f24f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68c3bb803c4a48" /><Relationship Type="http://schemas.openxmlformats.org/officeDocument/2006/relationships/notesSlide" Target="/ppt/notesSlides/notesSlide2.xml" Id="R1685e7aa982a4e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7347979be64c36" /><Relationship Type="http://schemas.openxmlformats.org/officeDocument/2006/relationships/image" Target="/ppt/media/image2.png" Id="R52c701a66cbe4e32" /><Relationship Type="http://schemas.openxmlformats.org/officeDocument/2006/relationships/notesSlide" Target="/ppt/notesSlides/notesSlide3.xml" Id="R0d4d5631ce124d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429093731f4c46" /><Relationship Type="http://schemas.openxmlformats.org/officeDocument/2006/relationships/notesSlide" Target="/ppt/notesSlides/notesSlide4.xml" Id="R45a71dc1c55f41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4d1ebbf2de4308" /><Relationship Type="http://schemas.openxmlformats.org/officeDocument/2006/relationships/image" Target="/ppt/media/image.jpeg" Id="R1c4277fea9064610" /><Relationship Type="http://schemas.openxmlformats.org/officeDocument/2006/relationships/notesSlide" Target="/ppt/notesSlides/notesSlide5.xml" Id="R81c042053eea49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e2b176f7744373" /><Relationship Type="http://schemas.openxmlformats.org/officeDocument/2006/relationships/image" Target="/ppt/media/image3.png" Id="Rf09d926842434199" /><Relationship Type="http://schemas.openxmlformats.org/officeDocument/2006/relationships/notesSlide" Target="/ppt/notesSlides/notesSlide6.xml" Id="R533c59bdb8df49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69c76df2094cf1" /><Relationship Type="http://schemas.openxmlformats.org/officeDocument/2006/relationships/image" Target="/ppt/media/image4.png" Id="Rb562356b4def45d2" /><Relationship Type="http://schemas.openxmlformats.org/officeDocument/2006/relationships/notesSlide" Target="/ppt/notesSlides/notesSlide7.xml" Id="R69cfb8bb01d540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939d49ab0543ec" /><Relationship Type="http://schemas.openxmlformats.org/officeDocument/2006/relationships/image" Target="/ppt/media/image2.jpeg" Id="Raa9d00dfb8f14158" /><Relationship Type="http://schemas.openxmlformats.org/officeDocument/2006/relationships/notesSlide" Target="/ppt/notesSlides/notesSlide8.xml" Id="Rf5b335b4cbae45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1ad9b530cc4a23" /><Relationship Type="http://schemas.openxmlformats.org/officeDocument/2006/relationships/image" Target="/ppt/media/image5.png" Id="R0bbee997b59542e7" /><Relationship Type="http://schemas.openxmlformats.org/officeDocument/2006/relationships/notesSlide" Target="/ppt/notesSlides/notesSlide9.xml" Id="R9b961f2982f549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fdb10ed56ed4d3c" /><Relationship Type="http://schemas.openxmlformats.org/officeDocument/2006/relationships/image" Target="/ppt/media/image6.png" Id="R7fe9689be82b45ee" /><Relationship Type="http://schemas.openxmlformats.org/officeDocument/2006/relationships/notesSlide" Target="/ppt/notesSlides/notesSlide10.xml" Id="Rcf2f2649152e4c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fb9ac6e2d0a4ced" /><Relationship Type="http://schemas.openxmlformats.org/officeDocument/2006/relationships/image" Target="/ppt/media/image7.png" Id="R645a74990eb2402d" /><Relationship Type="http://schemas.openxmlformats.org/officeDocument/2006/relationships/notesSlide" Target="/ppt/notesSlides/notesSlide11.xml" Id="R021f377dc0e54a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9ac34cba5c448d2" /><Relationship Type="http://schemas.openxmlformats.org/officeDocument/2006/relationships/image" Target="/ppt/media/image8.png" Id="Re795f9a37e624fa2" /><Relationship Type="http://schemas.openxmlformats.org/officeDocument/2006/relationships/notesSlide" Target="/ppt/notesSlides/notesSlide12.xml" Id="Rbd1cf87c173f406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a9c38a0c1234ca1" /><Relationship Type="http://schemas.openxmlformats.org/officeDocument/2006/relationships/notesSlide" Target="/ppt/notesSlides/notesSlide13.xml" Id="R8bf09610c1ba4c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77784708d4442d5" /><Relationship Type="http://schemas.openxmlformats.org/officeDocument/2006/relationships/notesSlide" Target="/ppt/notesSlides/notesSlide14.xml" Id="Rc77ba672a2ba49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e779bad3c8a45db" /><Relationship Type="http://schemas.openxmlformats.org/officeDocument/2006/relationships/notesSlide" Target="/ppt/notesSlides/notesSlide15.xml" Id="R7183c6fac0d343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28a25e2c8584a86" /><Relationship Type="http://schemas.openxmlformats.org/officeDocument/2006/relationships/notesSlide" Target="/ppt/notesSlides/notesSlide16.xml" Id="R989f26ea47bd4d1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f5f1ed1091447a2" /><Relationship Type="http://schemas.openxmlformats.org/officeDocument/2006/relationships/image" Target="/ppt/media/image9.png" Id="R6c5379106dc94f5f" /><Relationship Type="http://schemas.openxmlformats.org/officeDocument/2006/relationships/notesSlide" Target="/ppt/notesSlides/notesSlide17.xml" Id="Rf9682d23334c4ff1"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dce28c376c1492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2C097C-B6A8-4A44-B6C0-6496A4B992A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52DA99-708B-48BF-AC49-FCE2495BBFA0}"/>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0D23AAA1-C8FC-4B51-B946-FB47C69266A5}"/>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DFADFFA5-9461-4E0B-AAD6-1FD1A50C062D}"/>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A13AD152-B271-4285-A8D6-D08EB96E6D46}"/>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DE801A-1E26-4D7B-B9C8-087870B0F6F1}"/>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96695C01-E93C-400F-AD7C-E2BF45D94C5F}"/>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861561628"/>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9E5EE78-B028-44B1-8E6C-C477F4234EE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6EFC0F-EAF2-4658-9240-3D705EADAB3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BBCD139E-EAE1-4CA6-9084-2A9A90B8ED43}"/>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E956E0-385F-485C-8930-5A46FE21BAA2}"/>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668D4F2F-39D1-4B9D-957B-7615390753C7}"/>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38AD28DB-FB72-4807-A8BC-9EE05201899B}"/>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3CAFE4-456D-4AEB-A80D-4837AFA75280}"/>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B278D2FC-FBFC-47BD-B100-6EB8861F11CB}"/>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C8AECA6-B267-44F8-8EFD-EA392C1250E3}"/>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7511C75C-13F5-4A94-9413-4445AE83D643}"/>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C225DC-E5DF-4CD8-9778-E53525664AA8}"/>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DAA67DC9-ABA3-4C68-A966-8EEB5708BC2F}"/>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229F7B-EE69-4E2E-B2EA-1617417BF4E3}"/>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375873543"/>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CCE8FC-554F-44A7-B1C0-56C6C9F699B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F41C32-50D8-4239-9E43-0A3A734C4C0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99563285-36FC-4D3D-9C41-0FFAC6D8BA6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EB28EF-CF83-47AD-A372-1ADD0114A260}"/>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自由に動かせる関節を持つロボット</a:t>
            </a:r>
          </a:p>
        </p:txBody>
      </p:sp>
      <p:sp>
        <p:nvSpPr>
          <p:cNvPr id="5" name="">
            <a:extLst xmlns:a="http://schemas.openxmlformats.org/drawingml/2006/main">
              <a:ext uri="{FF2B5EF4-FFF2-40B4-BE49-F238E27FC236}">
                <a16:creationId xmlns:a16="http://schemas.microsoft.com/office/drawing/2014/main" id="{8DEE3394-7B2C-496A-A79C-11F4AE5A0E1E}"/>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ロボットの関節をどう動かすかを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決める脳</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2c701a66cbe4e32"/>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F100D25-C62F-493B-A910-B8D712DE093B}"/>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これらを組み合わせ、現実世界で「自律的」に動くロボットを作る試みが、今、世界中で進んでいる。</a:t>
            </a:r>
          </a:p>
        </p:txBody>
      </p:sp>
    </p:spTree>
    <p:extLst>
      <p:ext uri="{BB962C8B-B14F-4D97-AF65-F5344CB8AC3E}">
        <p14:creationId xmlns:p14="http://schemas.microsoft.com/office/powerpoint/2010/main" val="65882701"/>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9AC6BF4-C7FB-4B3A-8178-574B9A69C6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781194-8652-49A0-B273-DBAB8C75C4AF}"/>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9BC8547C-F6CD-444B-AEC0-26477FE7E07C}"/>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9836F2-81DC-4726-9A30-B2D51563D490}"/>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現場ごとに環境や作業は異なる。ロボットをその仕事に合わせるには、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01175029-C5F1-4347-ADF8-C11B3C11AFC4}"/>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B932E11B-E14E-4219-88C6-8593228CBE9F}"/>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8A4CD64-C03F-4210-A1E4-FE6ACBDE44BA}"/>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DA5F70FE-32F6-4989-979C-312E381AEFF3}"/>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B949830B-FA4D-47BA-80D7-EFA6B9A1AE3A}"/>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E07FF6B-57A3-4AAF-BDC8-54E1699ACDAC}"/>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196B49BD-AC94-4C62-97DD-7AC095465C96}"/>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8A2455A1-3905-4B63-ADE6-63B939B0DE54}"/>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02180B-4EAC-406D-B4BE-E20A44098B83}"/>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79FA9FCB-649E-4EFD-B1AF-B4F306D9A7B5}"/>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4F9637A-3EB8-49AB-8DB8-3938175774BB}"/>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1709397984"/>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B24D04-1E1D-4424-AE93-62EC0DAC02F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A9B733-10EC-4E9F-9272-46E715680BB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03D52029-6FFF-4790-BA17-01A99F30D5C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c4277fea9064610"/>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9CFDBFE-8863-4E0A-ABCE-3FBB27CB135A}"/>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ADEB94CB-97E7-4F12-B098-F801EFE39067}"/>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1938449450"/>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0C55D3-05A5-4186-85FA-0D817D56755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F66C6F-BD77-4779-9F68-77AACD99D1A9}"/>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33298C38-FD85-4B59-A4FF-3C2AB3FB4A8D}"/>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84864D42-1CD2-4B6B-8F07-84DF9986EEC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0CA3767-01D7-4857-91E4-028F5746DB30}"/>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21FE29B7-D310-4127-A721-72C824D487C8}"/>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09d926842434199"/>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20890D1-92EC-4B18-903D-21D92ED679B7}"/>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705851768"/>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9B1C5A01-CD35-4538-BBC2-A1F9A131CF1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82E412-1214-43CA-9BB2-F02A3135C96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DB39696E-6F58-41BE-B35D-B55D930A5DA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562356b4def45d2"/>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40F5E00-9C53-4FFF-A05B-B7CBE6624284}"/>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4ED97F17-4455-4124-A1C0-51D6C9DDE1FE}"/>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F7D2771B-A658-4706-B5C6-4932C6010577}"/>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4DBE22CF-1230-4CAF-A2A4-B85AD10511AE}"/>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548EC102-EC37-4B67-AAF4-E5A6F1F7512E}"/>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FA08EB61-9257-4511-8BBD-1B5C141D7E83}"/>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C7D6202E-C762-40B9-A9AD-D778177A1F53}"/>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E55880F5-3A35-452D-AF41-B92F6B6016B0}"/>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7900F07C-EA84-4FAC-88C8-263E326DBBFD}"/>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5A7F9A7C-0A28-48A9-A968-5DA43E1C96AE}"/>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81757091-F61D-4CF2-AF53-D30B338C0C39}"/>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C49ACC6E-065F-4F7C-9585-45422C806921}"/>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47F61EEE-090E-4A48-BA80-C13EC51114F4}"/>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1F80EC04-9AC3-47BF-9B5F-8E15AA1F7B6B}"/>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B32FAF8C-856A-4BD0-9D10-CB5F53FC3833}"/>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4BF05604-ABE2-42EC-8098-903E7C9B80A1}"/>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99489487-309C-4676-B84A-7284C2CEAE8D}"/>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57DF0608-326B-4219-A578-6E94DA533B5A}"/>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1FB49582-257F-4B24-850C-B9036F8078C5}"/>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4DC60A23-6A85-473C-AE6B-74E28A2ED48F}"/>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DEDFA663-7FD5-4ABB-94BF-D561715A577B}"/>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8C06DDED-08CE-4459-9FE4-798DC0184A1C}"/>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559A27A8-DFE2-4AB8-BBEF-D807CC310ECA}"/>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DEEF2A6D-7846-42C0-80E7-E6088B0DF202}"/>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E15DE10C-C516-4A44-94D7-5EDE89B9B6B7}"/>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0B2F7995-79DB-4991-B696-A85F6A29AD8D}"/>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5E03DB27-A37C-4C95-B8BD-DCE161FEB248}"/>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5DF4169F-F9E3-4928-8343-511D235AC30F}"/>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073DEB53-13E1-409C-A836-A30CB9503863}"/>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C9092D54-33AE-492A-AC21-707646BC9827}"/>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EA28A1A9-61F5-415B-94D3-2E26D3573378}"/>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86D8D3CE-5FB6-4693-ACD5-FADC0106E3E9}"/>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34268A29-A945-4986-B849-6B678313C4A0}"/>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5AE49A3F-135B-4D9C-9234-BD6375153CCC}"/>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A6732CDF-A035-48CE-9BCE-AF68067ACD0B}"/>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E4892A56-0B8A-4301-8FF1-3BF31CDBEE09}"/>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F5BB3C6A-7B3A-430D-8AE5-F8380A126BD4}"/>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2A79504-D544-4E1A-972F-F855866F13CF}"/>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4EDEC110-2A27-42C9-B6BB-4D1DE615ED01}"/>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01354464"/>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079646D-478C-4F19-94E0-F92574E0171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3BF86E-D0D8-4096-9B24-8DFD9FF228FA}"/>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0E6C9902-028F-4680-BF65-D13341D43032}"/>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aa9d00dfb8f14158"/>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B4F69B1-1DE7-4773-B3E3-DF6B617D20C5}"/>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3B582EEE-B5CC-4CA5-92FA-09F3BFDC08AD}"/>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572BC050-A3FE-45B3-B31F-0972A560CEB4}"/>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908DCF4E-5A46-437A-A11B-2362377F4E06}"/>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BD78E875-246D-4573-8362-83D5A579363F}"/>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1761714C-6814-4CB9-8A82-F47B483A439F}"/>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E3E2DE41-F3C1-42A9-B3F0-3C8BB5A7ADE8}"/>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DB9F646D-42C4-4B63-A87D-6552EBB2CEF5}"/>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B3AF1234-C93A-4E91-AAB5-A1FD759F52AB}"/>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6910DB2A-00FC-4151-865D-A42720D1DBC8}"/>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59D58E62-2A33-47E0-93F2-679EF47AFCFB}"/>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9ED8A21A-2766-42F7-8E43-AB99E2DB2683}"/>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6CD9A81E-CEF1-4AA9-8CBD-B1D2566072EC}"/>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71225C8B-D119-42A2-9401-645A6B4EB3A1}"/>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FD617198-EA42-4BCA-8207-7511B6DC8C1F}"/>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3BE89D41-2E37-401A-BF0D-CA1C728C21AA}"/>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679440E9-F70D-4B77-A41C-B258AB4DFBB9}"/>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7146D009-7E58-42F7-B96F-14EB751FF581}"/>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63195E32-19A7-475A-BFF4-62EAB79DFB45}"/>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6B27ABEA-93C0-4F4C-A919-23E480B632D2}"/>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05801F60-03E1-44E4-A373-0BF4C3EC43BF}"/>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0B436D91-ED0F-4B2C-9630-4BC6B9CF9A97}"/>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8746D0AA-F6C2-4C59-9FC5-79E504D741C0}"/>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789E36AE-3E93-4318-841A-8479ECB47AF5}"/>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DC0949C0-D5ED-425E-998B-6D037DFAAB93}"/>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93666390-2A3D-4B48-9FA3-9B833B8BC630}"/>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1130A89D-C70F-4021-B8ED-36101FB00328}"/>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625AE937-1EAF-43EA-AC26-8189FF132B52}"/>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C518D6F9-FF64-4D4D-8B62-2F2D02453121}"/>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FC8EA9E3-4065-4261-B2B3-C834CDE7B58A}"/>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816FCA3C-06DA-45FF-AFF5-0B19930BFAD8}"/>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39F9011C-F7CB-4BED-B677-163D36A7F9BF}"/>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0FA443AE-8DE9-481B-ACCE-5525E8619142}"/>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885C0B09-AB74-4806-B435-F1521074C664}"/>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4062C403-613E-4665-914B-E3DA65780FB8}"/>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F2065C1E-B249-4848-9FF5-CEC10A2B80F0}"/>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D8EC7961-44F0-4A3B-A9DA-6D2A260AEAEC}"/>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B705337-DD0E-4170-BCF8-D49A80868C67}"/>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39D87DF5-2F39-4236-940B-EB1856E501DA}"/>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1807001039"/>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8AE529A5-D973-4697-A91D-68AACAEA57A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E0C340-1A0B-429C-BE07-5C2BABB27F1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50B8EF70-3329-49D2-B920-5145E5983283}"/>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0bbee997b59542e7"/>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D6CC135-5C9C-47B2-842D-2A29AB43F48E}"/>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364DC3B2-E63D-4167-AA54-C1D01244AEA5}"/>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921F7D8C-843A-497F-A775-2B058EF28463}"/>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E35B3253-8806-40B8-91B5-507409413FBC}"/>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BE3A7020-19F1-4C73-B974-97B4C1DDBD30}"/>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93370907-0F96-423E-872E-2E725E8E4DC4}"/>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089A9547-4C6D-49C9-9375-185EAB8B7D86}"/>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F97CDA7B-18FE-4140-AEB5-EC13B6578E3E}"/>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95539649-686B-4A3A-AA60-BA6CC1A9E087}"/>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87DBB281-9560-41C9-99FE-0ED9BFA9D96B}"/>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F9DD3732-5C44-4FF0-B47D-E8B368B9DD5E}"/>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219F5D04-9DD8-4179-BD11-5E6D3FCE30C6}"/>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89C54F55-1CE7-4031-8868-1B87287C6B8D}"/>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6D607C00-9768-4490-BEA5-23ECBE0612B0}"/>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3C79EE09-D925-4045-A4D8-3640725DCFBD}"/>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46081047-7B36-4AB3-9BA1-EE388AD34327}"/>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28C1767C-1230-4B1D-A596-CD96BFDF4885}"/>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929405FF-B325-40A7-AE2A-834411CD9324}"/>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35B6960B-E42E-4951-8E35-DE9BCAA63467}"/>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62C37E8E-DC92-4C4E-B5CD-F927B6CBB0F2}"/>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C0129F0A-B400-435D-9056-220518A4EAB5}"/>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865BD4C1-6AF5-4E6E-8E64-A1B65F2084C2}"/>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58707872-842E-4907-97B6-F6C26696EDE6}"/>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5C011DA3-3BDF-4154-835B-2E214F654700}"/>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84E9657F-C522-40D5-B402-CCA80A33FBFC}"/>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53BCA56D-0D54-412F-A717-41E3C4252226}"/>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7EE75998-A7F0-437C-A79A-8BDF8AFD6F61}"/>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9118915E-BD67-4A39-AEB7-4BB91EAEAC02}"/>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F923D4E1-4768-4450-8255-98C1C2F9076F}"/>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4EE3E362-1498-4E5F-8A65-96CB70BB8FFD}"/>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2ACF4DE6-A970-475A-9BFC-4AF34956E92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F2C3B29E-3715-4FE6-BE9D-18A37C45D661}"/>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E2DC91AC-4F9B-4C71-B783-605C2D8EDD64}"/>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92D0CB88-2FE9-4C8B-A9DE-11EC0A8167F7}"/>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F35B5D37-6E2F-4A6E-9031-5F16FAEE58DB}"/>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7A89CF71-CE21-49BE-A880-95D41EDC01DC}"/>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DA909F18-7E2C-402E-AA1F-FB0AF8AECE37}"/>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25A404B-DCE2-4B29-B474-2A8E10FAD142}"/>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814A027A-9FA5-4CF2-9A12-A25E2B4FDB72}"/>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D77F64C3-14E0-4CB2-8C5C-C328389A3AF4}"/>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1062529273"/>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0FCEFF-3979-449B-8354-C0D71BE750E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78DE92-53DA-466F-9E87-75B7E7AF5FC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撮影機材の比較④</a:t>
            </a:r>
          </a:p>
        </p:txBody>
      </p:sp>
      <p:sp>
        <p:nvSpPr>
          <p:cNvPr id="3" name="">
            <a:extLst xmlns:a="http://schemas.openxmlformats.org/drawingml/2006/main">
              <a:ext uri="{FF2B5EF4-FFF2-40B4-BE49-F238E27FC236}">
                <a16:creationId xmlns:a16="http://schemas.microsoft.com/office/drawing/2014/main" id="{1556842A-754E-462A-A4E1-D74B63918D6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fe9689be82b45ee"/>
          <a:srcRect xmlns:a="http://schemas.openxmlformats.org/drawingml/2006/main" l="8181" t="0" r="8181" b="0"/>
          <a:stretch xmlns:a="http://schemas.openxmlformats.org/drawingml/2006/main">
            <a:fillRect l="0" t="0" r="0" b="0"/>
          </a:stretch>
        </p:blipFill>
        <p:spPr>
          <a:xfrm xmlns:a="http://schemas.openxmlformats.org/drawingml/2006/main">
            <a:off x="590550" y="1752600"/>
            <a:ext cx="5095875"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FD99DC7-4421-4E22-8A47-01114E1EA968}"/>
              </a:ext>
            </a:extLst>
          </p:cNvPr>
          <p:cNvSpPr>
            <a:spLocks xmlns:a="http://schemas.openxmlformats.org/drawingml/2006/main" noGrp="1"/>
          </p:cNvSpPr>
          <p:nvPr/>
        </p:nvSpPr>
        <p:spPr>
          <a:xfrm xmlns:a="http://schemas.openxmlformats.org/drawingml/2006/main">
            <a:off x="6496050" y="16097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4E7661"/>
                </a:solidFill>
                <a:latin typeface="Hiragino Sans"/>
                <a:ea typeface="Hiragino Sans"/>
                <a:cs typeface="Hiragino Sans"/>
              </a:defRPr>
            </a:pPr>
            <a:r>
              <a:rPr sz="3100" b="1">
                <a:solidFill>
                  <a:srgbClr val="4E7661"/>
                </a:solidFill>
                <a:latin typeface="Hiragino Sans"/>
                <a:ea typeface="Hiragino Sans"/>
                <a:cs typeface="Hiragino Sans"/>
              </a:rPr>
              <a:t>これからの撮影機材</a:t>
            </a:r>
          </a:p>
        </p:txBody>
      </p:sp>
      <p:sp>
        <p:nvSpPr>
          <p:cNvPr id="6" name="">
            <a:extLst xmlns:a="http://schemas.openxmlformats.org/drawingml/2006/main">
              <a:ext uri="{FF2B5EF4-FFF2-40B4-BE49-F238E27FC236}">
                <a16:creationId xmlns:a16="http://schemas.microsoft.com/office/drawing/2014/main" id="{AC014AEA-CABD-4770-B687-9C5DA7C39EE5}"/>
              </a:ext>
            </a:extLst>
          </p:cNvPr>
          <p:cNvSpPr>
            <a:spLocks xmlns:a="http://schemas.openxmlformats.org/drawingml/2006/main" noGrp="1"/>
          </p:cNvSpPr>
          <p:nvPr/>
        </p:nvSpPr>
        <p:spPr>
          <a:xfrm xmlns:a="http://schemas.openxmlformats.org/drawingml/2006/main">
            <a:off x="6496050" y="27241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目立ちにくさ</a:t>
            </a:r>
          </a:p>
        </p:txBody>
      </p:sp>
      <p:sp>
        <p:nvSpPr>
          <p:cNvPr id="7" name="">
            <a:extLst xmlns:a="http://schemas.openxmlformats.org/drawingml/2006/main">
              <a:ext uri="{FF2B5EF4-FFF2-40B4-BE49-F238E27FC236}">
                <a16:creationId xmlns:a16="http://schemas.microsoft.com/office/drawing/2014/main" id="{169B828F-0F05-4F1E-9CCE-76CFFE550CA8}"/>
              </a:ext>
            </a:extLst>
          </p:cNvPr>
          <p:cNvSpPr>
            <a:spLocks xmlns:a="http://schemas.openxmlformats.org/drawingml/2006/main" noGrp="1"/>
          </p:cNvSpPr>
          <p:nvPr/>
        </p:nvSpPr>
        <p:spPr>
          <a:xfrm xmlns:a="http://schemas.openxmlformats.org/drawingml/2006/main">
            <a:off x="6638925" y="3486150"/>
            <a:ext cx="742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000" b="1">
                <a:solidFill>
                  <a:srgbClr val="B84A3A"/>
                </a:solidFill>
                <a:latin typeface="Hiragino Sans"/>
                <a:ea typeface="Hiragino Sans"/>
                <a:cs typeface="Hiragino Sans"/>
              </a:defRPr>
            </a:pPr>
            <a:r>
              <a:rPr sz="5000" b="1">
                <a:solidFill>
                  <a:srgbClr val="B84A3A"/>
                </a:solidFill>
                <a:latin typeface="Hiragino Sans"/>
                <a:ea typeface="Hiragino Sans"/>
                <a:cs typeface="Hiragino Sans"/>
              </a:rPr>
              <a:t>2</a:t>
            </a:r>
          </a:p>
        </p:txBody>
      </p:sp>
      <p:sp>
        <p:nvSpPr>
          <p:cNvPr id="8" name="">
            <a:extLst xmlns:a="http://schemas.openxmlformats.org/drawingml/2006/main">
              <a:ext uri="{FF2B5EF4-FFF2-40B4-BE49-F238E27FC236}">
                <a16:creationId xmlns:a16="http://schemas.microsoft.com/office/drawing/2014/main" id="{56A7FA50-BDDE-48E7-8FB2-C15117285E5B}"/>
              </a:ext>
            </a:extLst>
          </p:cNvPr>
          <p:cNvSpPr>
            <a:spLocks xmlns:a="http://schemas.openxmlformats.org/drawingml/2006/main" noGrp="1"/>
          </p:cNvSpPr>
          <p:nvPr/>
        </p:nvSpPr>
        <p:spPr>
          <a:xfrm xmlns:a="http://schemas.openxmlformats.org/drawingml/2006/main">
            <a:off x="7667625" y="3495675"/>
            <a:ext cx="904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500" b="1">
                <a:solidFill>
                  <a:srgbClr val="647177"/>
                </a:solidFill>
                <a:latin typeface="Hiragino Sans"/>
                <a:ea typeface="Hiragino Sans"/>
                <a:cs typeface="Hiragino Sans"/>
              </a:defRPr>
            </a:pPr>
            <a:r>
              <a:rPr sz="4500" b="1">
                <a:solidFill>
                  <a:srgbClr val="647177"/>
                </a:solidFill>
                <a:latin typeface="Hiragino Sans"/>
                <a:ea typeface="Hiragino Sans"/>
                <a:cs typeface="Hiragino Sans"/>
              </a:rPr>
              <a:t>→</a:t>
            </a:r>
          </a:p>
        </p:txBody>
      </p:sp>
      <p:sp>
        <p:nvSpPr>
          <p:cNvPr id="9" name="">
            <a:extLst xmlns:a="http://schemas.openxmlformats.org/drawingml/2006/main">
              <a:ext uri="{FF2B5EF4-FFF2-40B4-BE49-F238E27FC236}">
                <a16:creationId xmlns:a16="http://schemas.microsoft.com/office/drawing/2014/main" id="{7BF6563D-31AE-4D78-BEF8-EB8FCC9FF640}"/>
              </a:ext>
            </a:extLst>
          </p:cNvPr>
          <p:cNvSpPr>
            <a:spLocks xmlns:a="http://schemas.openxmlformats.org/drawingml/2006/main" noGrp="1"/>
          </p:cNvSpPr>
          <p:nvPr/>
        </p:nvSpPr>
        <p:spPr>
          <a:xfrm xmlns:a="http://schemas.openxmlformats.org/drawingml/2006/main">
            <a:off x="8905875" y="3486150"/>
            <a:ext cx="742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000" b="1">
                <a:solidFill>
                  <a:srgbClr val="4E7661"/>
                </a:solidFill>
                <a:latin typeface="Hiragino Sans"/>
                <a:ea typeface="Hiragino Sans"/>
                <a:cs typeface="Hiragino Sans"/>
              </a:defRPr>
            </a:pPr>
            <a:r>
              <a:rPr sz="5000" b="1">
                <a:solidFill>
                  <a:srgbClr val="4E7661"/>
                </a:solidFill>
                <a:latin typeface="Hiragino Sans"/>
                <a:ea typeface="Hiragino Sans"/>
                <a:cs typeface="Hiragino Sans"/>
              </a:rPr>
              <a:t>5</a:t>
            </a:r>
          </a:p>
        </p:txBody>
      </p:sp>
      <p:sp>
        <p:nvSpPr>
          <p:cNvPr id="10" name="">
            <a:extLst xmlns:a="http://schemas.openxmlformats.org/drawingml/2006/main">
              <a:ext uri="{FF2B5EF4-FFF2-40B4-BE49-F238E27FC236}">
                <a16:creationId xmlns:a16="http://schemas.microsoft.com/office/drawing/2014/main" id="{44EE6183-952D-4707-863E-1B67ECDEA6E1}"/>
              </a:ext>
            </a:extLst>
          </p:cNvPr>
          <p:cNvSpPr>
            <a:spLocks xmlns:a="http://schemas.openxmlformats.org/drawingml/2006/main" noGrp="1"/>
          </p:cNvSpPr>
          <p:nvPr/>
        </p:nvSpPr>
        <p:spPr>
          <a:xfrm xmlns:a="http://schemas.openxmlformats.org/drawingml/2006/main">
            <a:off x="6381750" y="48387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660B277-3218-4D32-A8FA-E1D0F5F74D89}"/>
              </a:ext>
            </a:extLst>
          </p:cNvPr>
          <p:cNvSpPr>
            <a:spLocks xmlns:a="http://schemas.openxmlformats.org/drawingml/2006/main" noGrp="1"/>
          </p:cNvSpPr>
          <p:nvPr/>
        </p:nvSpPr>
        <p:spPr>
          <a:xfrm xmlns:a="http://schemas.openxmlformats.org/drawingml/2006/main">
            <a:off x="6496050" y="5219700"/>
            <a:ext cx="476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4E7661"/>
                </a:solidFill>
                <a:latin typeface="Hiragino Sans"/>
                <a:ea typeface="Hiragino Sans"/>
                <a:cs typeface="Hiragino Sans"/>
              </a:defRPr>
            </a:pPr>
            <a:r>
              <a:rPr sz="2200" b="1">
                <a:solidFill>
                  <a:srgbClr val="4E7661"/>
                </a:solidFill>
                <a:latin typeface="Hiragino Sans"/>
                <a:ea typeface="Hiragino Sans"/>
                <a:cs typeface="Hiragino Sans"/>
              </a:rPr>
              <a:t>TOBI E2で残る目立ちやすさを、</a:t>
            </a:r>
          </a:p>
          <a:p xmlns:a="http://schemas.openxmlformats.org/drawingml/2006/main">
            <a:pPr algn="l">
              <a:defRPr sz="2200" b="1">
                <a:solidFill>
                  <a:srgbClr val="4E7661"/>
                </a:solidFill>
                <a:latin typeface="Hiragino Sans"/>
                <a:ea typeface="Hiragino Sans"/>
                <a:cs typeface="Hiragino Sans"/>
              </a:defRPr>
            </a:pPr>
            <a:r>
              <a:rPr sz="2200" b="1">
                <a:solidFill>
                  <a:srgbClr val="4E7661"/>
                </a:solidFill>
                <a:latin typeface="Hiragino Sans"/>
                <a:ea typeface="Hiragino Sans"/>
                <a:cs typeface="Hiragino Sans"/>
              </a:rPr>
              <a:t>次の機材で改善していく。</a:t>
            </a:r>
          </a:p>
        </p:txBody>
      </p:sp>
    </p:spTree>
    <p:extLst>
      <p:ext uri="{BB962C8B-B14F-4D97-AF65-F5344CB8AC3E}">
        <p14:creationId xmlns:p14="http://schemas.microsoft.com/office/powerpoint/2010/main" val="2083042896"/>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FF731C4-5FA3-4E10-A68D-00F6A949397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5BCE9B-58A1-42E5-A4AD-1F463E2E182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E8AB310E-281B-4698-B240-70D8DD35EF1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45a74990eb2402d"/>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A8BAA2A-65B7-427D-8102-57A01AD7F3FB}"/>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17023A6C-3448-4D3E-8F82-545369A7BEDC}"/>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CBEE4298-7E4F-4D3D-9FE2-9EAEAB1D752D}"/>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8FD911C-1AB6-4614-ACA2-8A2CEEDBD3A5}"/>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7EE97AA1-B040-419C-B41E-63CDEBFC8350}"/>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B9BD8C9F-4335-4801-B7A9-1F89A9BB9C72}"/>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370349-1D90-48D2-AC46-81C704070B98}"/>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FBAADEFE-C822-4183-B3CB-E1E823285590}"/>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159E8F6B-AAE8-49EB-A609-B4C089C51DCC}"/>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D4742CE-F161-4ADC-9D10-C1F3F0B73E5A}"/>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A46A74A4-26C6-4322-BE96-94D5F860637C}"/>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PCに接続して、データを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承認・提出する</a:t>
            </a:r>
          </a:p>
        </p:txBody>
      </p:sp>
    </p:spTree>
    <p:extLst>
      <p:ext uri="{BB962C8B-B14F-4D97-AF65-F5344CB8AC3E}">
        <p14:creationId xmlns:p14="http://schemas.microsoft.com/office/powerpoint/2010/main" val="146360215"/>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C3EE2B-26FE-429D-B6DE-B6C627B0EA9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4E1687-840A-4CD5-B691-6C367787B7C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78A32AD4-1846-4497-836C-C750EDB7425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D66F99-D3E4-47E6-8E28-03D865E5CF34}"/>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DA51C576-A520-493E-8580-FCFA701D8A45}"/>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EC616FC4-F259-4F32-8E68-AF7E5CA1D368}"/>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7F1BF71D-8C79-4AB4-86DC-FFC081F5D19F}"/>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D9D7BED3-F55B-4249-BDD1-673244592E5D}"/>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EE4CA33E-B2E3-4116-8FF1-304ECA5BFC85}"/>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795f9a37e624fa2"/>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491678163"/>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7E15144-90E2-4C1A-8717-4D21EF4E5F7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B013AB-1AE3-4B5E-9D45-5B0C69A7EED5}"/>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356AB245-5BE3-46CA-B3F7-9DA4D679FF9C}"/>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84B82FEB-5923-47DC-A095-CAD79793BA65}"/>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10E66B92-A50C-40E8-80FD-63D4686600F3}"/>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F8C58045-E3A7-4082-A3FE-1F6834B4CC4E}"/>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0330345-FCC8-48F9-92BC-5CB9CFE93131}"/>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EBC6512C-CBD2-41DA-B71C-1DD2DB85EAF8}"/>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C079F2D5-9AC7-45B8-9794-2F5A45C8B07A}"/>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47AECFAC-44CC-454E-803F-2F0282A6E13B}"/>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6F6AB222-B566-42AA-925D-04B6DF9CBF34}"/>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1EDE853-10FE-4749-AC4C-0BA9F0DDF4DE}"/>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DCC02252-5582-4752-B474-92C5C19C588F}"/>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60F6E1F5-77BE-4C17-A024-DDA29BD2B594}"/>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BC450802-BD64-41A0-AE16-D3BB895B36A7}"/>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723901821"/>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C07A93-393E-418C-98E8-7F02B314828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1AA079-A3A4-4B4D-B9B5-38AA36F8BCB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DD2B89D8-004C-4A90-9455-06982D5E3DA0}"/>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E2BCFA-0331-4177-A1FE-A03D830C5A9E}"/>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撮影データの販売収益を、現場と分け合う方式です。</a:t>
            </a:r>
          </a:p>
        </p:txBody>
      </p:sp>
      <p:sp>
        <p:nvSpPr>
          <p:cNvPr id="5" name="">
            <a:extLst xmlns:a="http://schemas.openxmlformats.org/drawingml/2006/main">
              <a:ext uri="{FF2B5EF4-FFF2-40B4-BE49-F238E27FC236}">
                <a16:creationId xmlns:a16="http://schemas.microsoft.com/office/drawing/2014/main" id="{887E79F2-ADEE-4AD7-BF8F-227B71BB6413}"/>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50ABC93-BE45-4B11-A09A-15DC27744295}"/>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9797ABE0-DFBC-4B54-BC37-1A9737505CF4}"/>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FD17B3-F886-4231-BD2A-1092737E6809}"/>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48CB1371-D523-4BBB-AC8E-B00E639A94F5}"/>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1152248805"/>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CC8CD8-E2B7-4053-87D4-670B3F2EE5E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4C5FC5-E93E-4B89-BEA2-78044C8443B0}"/>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53CCAD99-308F-4AE4-AFA0-61DB0714CB8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90CCAC-F87C-46CE-B308-CFCCE0CD00FF}"/>
              </a:ext>
            </a:extLst>
          </p:cNvPr>
          <p:cNvSpPr>
            <a:spLocks xmlns:a="http://schemas.openxmlformats.org/drawingml/2006/main" noGrp="1"/>
          </p:cNvSpPr>
          <p:nvPr/>
        </p:nvSpPr>
        <p:spPr>
          <a:xfrm xmlns:a="http://schemas.openxmlformats.org/drawingml/2006/main">
            <a:off x="704850" y="190500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ベーカリー：サトウカエデ</a:t>
            </a:r>
          </a:p>
        </p:txBody>
      </p:sp>
      <p:sp>
        <p:nvSpPr>
          <p:cNvPr id="5" name="">
            <a:extLst xmlns:a="http://schemas.openxmlformats.org/drawingml/2006/main">
              <a:ext uri="{FF2B5EF4-FFF2-40B4-BE49-F238E27FC236}">
                <a16:creationId xmlns:a16="http://schemas.microsoft.com/office/drawing/2014/main" id="{EC3FD71C-F49A-4A49-8220-54900F701438}"/>
              </a:ext>
            </a:extLst>
          </p:cNvPr>
          <p:cNvSpPr>
            <a:spLocks xmlns:a="http://schemas.openxmlformats.org/drawingml/2006/main" noGrp="1"/>
          </p:cNvSpPr>
          <p:nvPr/>
        </p:nvSpPr>
        <p:spPr>
          <a:xfrm xmlns:a="http://schemas.openxmlformats.org/drawingml/2006/main">
            <a:off x="704850" y="2847975"/>
            <a:ext cx="104775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Tree>
    <p:extLst>
      <p:ext uri="{BB962C8B-B14F-4D97-AF65-F5344CB8AC3E}">
        <p14:creationId xmlns:p14="http://schemas.microsoft.com/office/powerpoint/2010/main" val="266973888"/>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F4A35F1-CB65-451A-846D-A2D86AFD52C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4E5A69-AB4F-4BE5-9D96-5830E661479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E45CFE18-72BB-4406-9DA4-175132AA63F6}"/>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5A5B4E-27B4-4ECE-A864-5852A04AF54C}"/>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F99E3179-E7D7-4DE8-96B2-EC828D42066D}"/>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1AD99BB9-BE9E-4C4D-B188-87FEDC9449F7}"/>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7B508C81-93D0-4620-958C-2DA06848C7BF}"/>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D4A7B9E-6E40-4F83-A347-92AE740A0929}"/>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1638441F-587C-4858-A9A1-5C49E7B96FE4}"/>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F2761320-3AC8-4120-A2D9-975074ACB0BE}"/>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CE558EC5-0EF2-46E4-9280-3DFBAE530CA4}"/>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A1EA445-F23B-4CD6-ABDE-154FB160A30C}"/>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B2A29DF9-9C7F-46A3-9B72-D9A84AF51407}"/>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4B211302-FC90-47C5-A093-F74E48E7E90F}"/>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273FE18C-B78C-4D5C-A785-A9D8B456148C}"/>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C6DE1C4-662D-41C3-8497-FA8C43B36FD5}"/>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5499A2DC-AC9B-4EC8-B701-D24D2499D700}"/>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F2449846-FFDD-4008-BBFE-AEF23DB6C01D}"/>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189678043"/>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E748BB-DB7B-4BCC-BEC4-2889BB2D490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228230-9D24-41AA-8DE2-71B86BAA697B}"/>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c5379106dc94f5f"/>
          <a:stretch xmlns:a="http://schemas.openxmlformats.org/drawingml/2006/main"/>
        </p:blipFill>
        <p:spPr>
          <a:xfrm xmlns:a="http://schemas.openxmlformats.org/drawingml/2006/main">
            <a:off x="2372646" y="1238250"/>
            <a:ext cx="7446708"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CBF966-9C56-47A7-BAE0-6F50EB1ACD73}"/>
              </a:ext>
            </a:extLst>
          </p:cNvPr>
          <p:cNvSpPr>
            <a:spLocks xmlns:a="http://schemas.openxmlformats.org/drawingml/2006/main" noGrp="1"/>
          </p:cNvSpPr>
          <p:nvPr/>
        </p:nvSpPr>
        <p:spPr>
          <a:xfrm xmlns:a="http://schemas.openxmlformats.org/drawingml/2006/main">
            <a:off x="704850" y="55816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4E7661"/>
                </a:solidFill>
                <a:latin typeface="Hiragino Sans"/>
                <a:ea typeface="Hiragino Sans"/>
                <a:cs typeface="Hiragino Sans"/>
              </a:defRPr>
            </a:pPr>
            <a:r>
              <a:rPr sz="2700" b="1">
                <a:solidFill>
                  <a:srgbClr val="4E7661"/>
                </a:solidFill>
                <a:latin typeface="Hiragino Sans"/>
                <a:ea typeface="Hiragino Sans"/>
                <a:cs typeface="Hiragino Sans"/>
              </a:rPr>
              <a:t>現場のデータをロボット開発に活かし、</a:t>
            </a:r>
          </a:p>
          <a:p xmlns:a="http://schemas.openxmlformats.org/drawingml/2006/main">
            <a:pPr algn="ctr">
              <a:defRPr sz="2700" b="1">
                <a:solidFill>
                  <a:srgbClr val="4E7661"/>
                </a:solidFill>
                <a:latin typeface="Hiragino Sans"/>
                <a:ea typeface="Hiragino Sans"/>
                <a:cs typeface="Hiragino Sans"/>
              </a:defRPr>
            </a:pPr>
            <a:r>
              <a:rPr sz="2700" b="1">
                <a:solidFill>
                  <a:srgbClr val="4E7661"/>
                </a:solidFill>
                <a:latin typeface="Hiragino Sans"/>
                <a:ea typeface="Hiragino Sans"/>
                <a:cs typeface="Hiragino Sans"/>
              </a:rPr>
              <a:t>生まれた利益を現場に戻す。僕らはこういう企業です。</a:t>
            </a:r>
          </a:p>
        </p:txBody>
      </p:sp>
    </p:spTree>
    <p:extLst>
      <p:ext uri="{BB962C8B-B14F-4D97-AF65-F5344CB8AC3E}">
        <p14:creationId xmlns:p14="http://schemas.microsoft.com/office/powerpoint/2010/main" val="1247939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2026-09-16T07:26:15.0700000Z</dcterms:created>
  <dcterms:modified xsi:type="dcterms:W3CDTF">2026-09-16T07:26:15.0700000Z</dcterms:modified>
</coreProperties>
</file>