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0"/>
  </p:normalViewPr>
  <p:slideViewPr>
    <p:cSldViewPr snapToGrid="0">
      <p:cViewPr varScale="1">
        <p:scale>
          <a:sx n="100" d="100"/>
          <a:sy n="100" d="100"/>
        </p:scale>
        <p:origin x="9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本日は、RootLensが何をしているのか、現場の皆さまに何をお願いしたいのか、撮影データをどう扱うのかをご説明します。</a:t>
            </a:r>
          </a:p>
          <a:p>
            <a:endParaRPr/>
          </a:p>
          <a:p>
            <a:r>
              <a:t>画像：説明用に生成した編集イラスト。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ロボティクス・フィジカルAIでは、現実世界で作業するロボットと、周囲の状況を見て動きを判断するAIを組み合わせます。目指しているのは、状況に応じてロボットが自ら動き、作業できる状態です。</a:t>
            </a:r>
          </a:p>
          <a:p>
            <a:endParaRPr/>
          </a:p>
          <a:p>
            <a:r>
              <a:t>画像：説明用に生成した編集イラスト。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で対象にしているのは、現場で仕事をするロボットです。現場ごとに環境や作業が異なるため、ロボットがそこで働く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2026年4月、インドの縫製工場で従業員がヘッドカメラを装着して作業する映像がSNSで拡散しました。これが、私たちが現在のビジネスモデルを考えるきっかけです。</a:t>
            </a:r>
          </a:p>
          <a:p>
            <a:endParaRPr/>
          </a:p>
          <a:p>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a:endParaRPr/>
          </a:p>
          <a:p>
            <a:r>
              <a:t>出典：https://www.freepressjournal.in/tech/training-their-own-replacements-viral-video-shows-indian-factory-workers-wearing-head-cameras-for-ai-research-sparks-job-fears</a:t>
            </a:r>
          </a:p>
          <a:p>
            <a:r>
              <a:t>研究：https://egomimic.github.io/</a:t>
            </a:r>
          </a:p>
          <a:p>
            <a:r>
              <a:t>画像：https://sc0.blr1.cdn.digitaloceanspaces.com/book/213519-ulcdcitoba-1779184650.jpeg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a:endParaRPr/>
          </a:p>
          <a:p>
            <a:r>
              <a:t>画像：説明用に生成した編集イラスト。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スマートフォンをヘッドマウントへ取り付ける方式です。映像、音声、機材の動きを高い品質で収集できます。一方、重量と目立ちやすさが現場での負担になります。</a:t>
            </a:r>
          </a:p>
          <a:p>
            <a:endParaRPr/>
          </a:p>
          <a:p>
            <a:r>
              <a:t>3つの機材は販売用のカタログではなく、撮影方式を比較するために並べています。実際の撮影ではTOBI E2を使用する予定です。</a:t>
            </a:r>
          </a:p>
          <a:p>
            <a:endParaRPr/>
          </a:p>
          <a:p>
            <a:r>
              <a:t>画像：説明用に生成した製品イメージ。</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RootGlassは、現場で長時間装着することを想定したメガネ型の撮影機材です。軽さ、快適性、目立ちにくさを重視しています。収集するのは、映像、音声、機材の動きです。</a:t>
            </a:r>
          </a:p>
          <a:p>
            <a:endParaRPr/>
          </a:p>
          <a:p>
            <a:r>
              <a:t>3つの機材は撮影方式を比較するために並べています。RootGlassは現場で扱いやすい一方、データ品質が弱点です。実際の撮影ではTOBI E2を使用する予定です。</a:t>
            </a:r>
          </a:p>
          <a:p>
            <a:endParaRPr/>
          </a:p>
          <a:p>
            <a:r>
              <a:t>画像：RootLens提供。</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TOBI E2は、データ品質を重視した撮影機材です。RootGlassよりも目立ちますが、映像、音声、機材の動きを記録できます。深度は本体の直接記録ではなく、左右のカメラ映像から後処理で推定します。</a:t>
            </a:r>
          </a:p>
          <a:p>
            <a:endParaRPr/>
          </a:p>
          <a:p>
            <a:r>
              <a:t>3つの方式を比較した上で、実際の撮影にはTOBI E2を使用する予定です。</a:t>
            </a:r>
          </a:p>
          <a:p>
            <a:endParaRPr/>
          </a:p>
          <a:p>
            <a:r>
              <a:t>画像・仕様：TOBI公式製品ページ https://www.tobi.cn/product-e2.html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a:endParaRPr/>
          </a:p>
          <a:p>
            <a:r>
              <a:t>画像：TOBI E2の形状を参照して生成した説明用イラスト。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カメラは作業者の手元を撮影するために斜め下を向けます。そのため、周囲のスタッフの顔は基本的に映りづらくなっています。顔が映った場合はぼかし処理を適用します。</a:t>
            </a:r>
          </a:p>
          <a:p>
            <a:endParaRPr/>
          </a:p>
          <a:p>
            <a:r>
              <a:t>書類、画面、名札が映り込んだ場合も、同じようにぼかし処理を行います。音声に会話が含まれていた場合は、会話の除去処理を行います。</a:t>
            </a:r>
          </a:p>
          <a:p>
            <a:endParaRPr/>
          </a:p>
          <a:p>
            <a:r>
              <a:t>根拠：撮影協力に関する基本合意書 第5条、プライバシーポリシー第8条・第9条・第13条・第14条。</a:t>
            </a:r>
          </a:p>
          <a:p>
            <a:r>
              <a:t>画像：説明用に生成した編集イラスト。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撮影は、現場との契約と、撮影に関わるスタッフ全員の同意を得た上で行います。撮影した動画は提出前に確認でき、現場管理者が承認した動画のみ当社が取り扱います。</a:t>
            </a:r>
          </a:p>
          <a:p>
            <a:endParaRPr/>
          </a:p>
          <a:p>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a:endParaRPr/>
          </a:p>
          <a:p>
            <a:r>
              <a:t>根拠：撮影協力に関する基本合意書 第4条・第5条・第7条、撮影参加に関する説明・同意書『参加の中止と削除』。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収益配分にはレベニューシェア方式を採用します。当社が撮影データを加工・販売し、その販売収益に応じて現場へ還元し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ベーカリー『サトウカエデ』での撮影検証です。LPで公開しているiPhone Pro撮影サンプルから、14分49秒以降の18秒間を抜粋しました。左が一人称視点のカメラ映像、右が同時に記録したLiDAR深度です。スライド上の映像をクリックすると、インターネット接続なしで再生できます。</a:t>
            </a:r>
          </a:p>
          <a:p>
            <a:endParaRPr/>
          </a:p>
          <a:p>
            <a:r>
              <a:t>元の公開サンプル：https://rootlens.io/sample</a:t>
            </a:r>
          </a:p>
          <a:p>
            <a:r>
              <a:t>映像・深度：https://pub-494b37dbfc9645299042fcf51236d1fc.r2.dev/lp-sample/24aa0d6f/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現場のデータをロボットに、データの販売利益を現場に。この新しい循環を構築する企業です。</a:t>
            </a:r>
          </a:p>
          <a:p>
            <a:endParaRPr/>
          </a:p>
          <a:p>
            <a:r>
              <a:t>画像：説明用に生成した編集イラスト。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jpe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pic>
        <p:nvPicPr>
          <p:cNvPr id="9" name="図 8"/>
          <p:cNvPicPr>
            <a:picLocks noChangeAspect="1"/>
          </p:cNvPicPr>
          <p:nvPr/>
        </p:nvPicPr>
        <p:blipFill>
          <a:blip r:embed="rId3"/>
          <a:srcRect t="27" b="27"/>
          <a:stretch>
            <a:fillRect/>
          </a:stretch>
        </p:blipFill>
        <p:spPr>
          <a:xfrm>
            <a:off x="0" y="0"/>
            <a:ext cx="12192000" cy="6858000"/>
          </a:xfrm>
          <a:prstGeom prst="rect">
            <a:avLst/>
          </a:prstGeom>
        </p:spPr>
      </p:pic>
      <p:sp>
        <p:nvSpPr>
          <p:cNvPr id="2" name="正方形/長方形 1">
            <a:extLst>
              <a:ext uri="{FF2B5EF4-FFF2-40B4-BE49-F238E27FC236}">
                <a16:creationId xmlns:a16="http://schemas.microsoft.com/office/drawing/2014/main" id="{C3CE60AA-BB34-41F2-908F-0FF6C8AAE500}"/>
              </a:ext>
            </a:extLst>
          </p:cNvPr>
          <p:cNvSpPr>
            <a:spLocks noGrp="1"/>
          </p:cNvSpPr>
          <p:nvPr/>
        </p:nvSpPr>
        <p:spPr>
          <a:xfrm>
            <a:off x="0" y="0"/>
            <a:ext cx="114300" cy="6858000"/>
          </a:xfrm>
          <a:prstGeom prst="rect">
            <a:avLst/>
          </a:prstGeom>
          <a:solidFill>
            <a:srgbClr val="2E6178"/>
          </a:solidFill>
          <a:ln w="0">
            <a:noFill/>
          </a:ln>
        </p:spPr>
      </p:sp>
      <p:sp>
        <p:nvSpPr>
          <p:cNvPr id="3" name="正方形/長方形 2">
            <a:extLst>
              <a:ext uri="{FF2B5EF4-FFF2-40B4-BE49-F238E27FC236}">
                <a16:creationId xmlns:a16="http://schemas.microsoft.com/office/drawing/2014/main" id="{7F86CD4E-2C28-4497-8E9F-D2019BC57868}"/>
              </a:ext>
            </a:extLst>
          </p:cNvPr>
          <p:cNvSpPr>
            <a:spLocks noGrp="1"/>
          </p:cNvSpPr>
          <p:nvPr/>
        </p:nvSpPr>
        <p:spPr>
          <a:xfrm>
            <a:off x="628650" y="742950"/>
            <a:ext cx="4095750" cy="495300"/>
          </a:xfrm>
          <a:prstGeom prst="rect">
            <a:avLst/>
          </a:prstGeom>
          <a:noFill/>
          <a:ln w="0">
            <a:noFill/>
          </a:ln>
        </p:spPr>
        <p:txBody>
          <a:bodyPr anchor="t">
            <a:noAutofit/>
          </a:bodyPr>
          <a:lstStyle/>
          <a:p>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正方形/長方形 3">
            <a:extLst>
              <a:ext uri="{FF2B5EF4-FFF2-40B4-BE49-F238E27FC236}">
                <a16:creationId xmlns:a16="http://schemas.microsoft.com/office/drawing/2014/main" id="{04A7D0D3-8259-43FA-8253-100E6437D420}"/>
              </a:ext>
            </a:extLst>
          </p:cNvPr>
          <p:cNvSpPr>
            <a:spLocks noGrp="1"/>
          </p:cNvSpPr>
          <p:nvPr/>
        </p:nvSpPr>
        <p:spPr>
          <a:xfrm>
            <a:off x="628650" y="1847850"/>
            <a:ext cx="6191250" cy="1524000"/>
          </a:xfrm>
          <a:prstGeom prst="rect">
            <a:avLst/>
          </a:prstGeom>
          <a:noFill/>
          <a:ln w="0">
            <a:noFill/>
          </a:ln>
        </p:spPr>
        <p:txBody>
          <a:bodyPr anchor="t">
            <a:noAutofit/>
          </a:bodyPr>
          <a:lstStyle/>
          <a:p>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正方形/長方形 4">
            <a:extLst>
              <a:ext uri="{FF2B5EF4-FFF2-40B4-BE49-F238E27FC236}">
                <a16:creationId xmlns:a16="http://schemas.microsoft.com/office/drawing/2014/main" id="{C87241B6-8348-44BE-9245-8C394686088C}"/>
              </a:ext>
            </a:extLst>
          </p:cNvPr>
          <p:cNvSpPr>
            <a:spLocks noGrp="1"/>
          </p:cNvSpPr>
          <p:nvPr/>
        </p:nvSpPr>
        <p:spPr>
          <a:xfrm>
            <a:off x="666750" y="3876675"/>
            <a:ext cx="4572000" cy="704850"/>
          </a:xfrm>
          <a:prstGeom prst="rect">
            <a:avLst/>
          </a:prstGeom>
          <a:noFill/>
          <a:ln w="0">
            <a:noFill/>
          </a:ln>
        </p:spPr>
        <p:txBody>
          <a:bodyPr anchor="t">
            <a:noAutofit/>
          </a:bodyPr>
          <a:lstStyle/>
          <a:p>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正方形/長方形 5">
            <a:extLst>
              <a:ext uri="{FF2B5EF4-FFF2-40B4-BE49-F238E27FC236}">
                <a16:creationId xmlns:a16="http://schemas.microsoft.com/office/drawing/2014/main" id="{4632CDC2-7A80-4938-A61A-14FCBF6E949C}"/>
              </a:ext>
            </a:extLst>
          </p:cNvPr>
          <p:cNvSpPr>
            <a:spLocks noGrp="1"/>
          </p:cNvSpPr>
          <p:nvPr/>
        </p:nvSpPr>
        <p:spPr>
          <a:xfrm>
            <a:off x="666750" y="5410200"/>
            <a:ext cx="4953000" cy="9525"/>
          </a:xfrm>
          <a:prstGeom prst="rect">
            <a:avLst/>
          </a:prstGeom>
          <a:solidFill>
            <a:srgbClr val="C7CFD2"/>
          </a:solidFill>
          <a:ln w="0">
            <a:noFill/>
          </a:ln>
        </p:spPr>
      </p:sp>
      <p:sp>
        <p:nvSpPr>
          <p:cNvPr id="7" name="正方形/長方形 6">
            <a:extLst>
              <a:ext uri="{FF2B5EF4-FFF2-40B4-BE49-F238E27FC236}">
                <a16:creationId xmlns:a16="http://schemas.microsoft.com/office/drawing/2014/main" id="{ABC26796-2B76-4335-926D-B855CD4558F8}"/>
              </a:ext>
            </a:extLst>
          </p:cNvPr>
          <p:cNvSpPr>
            <a:spLocks noGrp="1"/>
          </p:cNvSpPr>
          <p:nvPr/>
        </p:nvSpPr>
        <p:spPr>
          <a:xfrm>
            <a:off x="666750" y="5610225"/>
            <a:ext cx="3429000" cy="295275"/>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正方形/長方形 7">
            <a:extLst>
              <a:ext uri="{FF2B5EF4-FFF2-40B4-BE49-F238E27FC236}">
                <a16:creationId xmlns:a16="http://schemas.microsoft.com/office/drawing/2014/main" id="{6C5B9683-2FFA-4068-888B-2E997FC74D4D}"/>
              </a:ext>
            </a:extLst>
          </p:cNvPr>
          <p:cNvSpPr>
            <a:spLocks noGrp="1"/>
          </p:cNvSpPr>
          <p:nvPr/>
        </p:nvSpPr>
        <p:spPr>
          <a:xfrm>
            <a:off x="666750" y="6000750"/>
            <a:ext cx="1714500" cy="285750"/>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559410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1FD0AB14-C526-45A2-994D-0EDD6E5C62B1}"/>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DC7749D5-4A3D-4331-979B-E30DED20FD6B}"/>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正方形/長方形 2">
            <a:extLst>
              <a:ext uri="{FF2B5EF4-FFF2-40B4-BE49-F238E27FC236}">
                <a16:creationId xmlns:a16="http://schemas.microsoft.com/office/drawing/2014/main" id="{07C7A66B-BEA8-4FCC-BC44-159E9299D0FA}"/>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3021BB8F-F8FE-4A7E-9995-D911E6253835}"/>
              </a:ext>
            </a:extLst>
          </p:cNvPr>
          <p:cNvSpPr>
            <a:spLocks noGrp="1"/>
          </p:cNvSpPr>
          <p:nvPr/>
        </p:nvSpPr>
        <p:spPr>
          <a:xfrm>
            <a:off x="704850" y="1685925"/>
            <a:ext cx="1333500" cy="323850"/>
          </a:xfrm>
          <a:prstGeom prst="rect">
            <a:avLst/>
          </a:prstGeom>
          <a:noFill/>
          <a:ln w="0">
            <a:noFill/>
          </a:ln>
        </p:spPr>
        <p:txBody>
          <a:bodyPr anchor="t">
            <a:noAutofit/>
          </a:bodyPr>
          <a:lstStyle/>
          <a:p>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正方形/長方形 4">
            <a:extLst>
              <a:ext uri="{FF2B5EF4-FFF2-40B4-BE49-F238E27FC236}">
                <a16:creationId xmlns:a16="http://schemas.microsoft.com/office/drawing/2014/main" id="{53859FBA-F3D1-4329-8CB3-2117D2016B2F}"/>
              </a:ext>
            </a:extLst>
          </p:cNvPr>
          <p:cNvSpPr>
            <a:spLocks noGrp="1"/>
          </p:cNvSpPr>
          <p:nvPr/>
        </p:nvSpPr>
        <p:spPr>
          <a:xfrm>
            <a:off x="2266950" y="1619250"/>
            <a:ext cx="7524750" cy="457200"/>
          </a:xfrm>
          <a:prstGeom prst="rect">
            <a:avLst/>
          </a:prstGeom>
          <a:noFill/>
          <a:ln w="0">
            <a:noFill/>
          </a:ln>
        </p:spPr>
        <p:txBody>
          <a:bodyPr anchor="t">
            <a:noAutofit/>
          </a:bodyPr>
          <a:lstStyle/>
          <a:p>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正方形/長方形 5">
            <a:extLst>
              <a:ext uri="{FF2B5EF4-FFF2-40B4-BE49-F238E27FC236}">
                <a16:creationId xmlns:a16="http://schemas.microsoft.com/office/drawing/2014/main" id="{E03C1B21-9B1B-458F-95EF-F49BA4BA29B6}"/>
              </a:ext>
            </a:extLst>
          </p:cNvPr>
          <p:cNvSpPr>
            <a:spLocks noGrp="1"/>
          </p:cNvSpPr>
          <p:nvPr/>
        </p:nvSpPr>
        <p:spPr>
          <a:xfrm>
            <a:off x="685800" y="2400300"/>
            <a:ext cx="10820400" cy="9525"/>
          </a:xfrm>
          <a:prstGeom prst="rect">
            <a:avLst/>
          </a:prstGeom>
          <a:solidFill>
            <a:srgbClr val="C7CFD2"/>
          </a:solidFill>
          <a:ln w="0">
            <a:noFill/>
          </a:ln>
        </p:spPr>
      </p:sp>
      <p:sp>
        <p:nvSpPr>
          <p:cNvPr id="7" name="正方形/長方形 6">
            <a:extLst>
              <a:ext uri="{FF2B5EF4-FFF2-40B4-BE49-F238E27FC236}">
                <a16:creationId xmlns:a16="http://schemas.microsoft.com/office/drawing/2014/main" id="{4691B9BD-EDD8-49AF-BCD2-F01ED892C03B}"/>
              </a:ext>
            </a:extLst>
          </p:cNvPr>
          <p:cNvSpPr>
            <a:spLocks noGrp="1"/>
          </p:cNvSpPr>
          <p:nvPr/>
        </p:nvSpPr>
        <p:spPr>
          <a:xfrm>
            <a:off x="704850" y="2752725"/>
            <a:ext cx="1714500" cy="342900"/>
          </a:xfrm>
          <a:prstGeom prst="rect">
            <a:avLst/>
          </a:prstGeom>
          <a:noFill/>
          <a:ln w="0">
            <a:noFill/>
          </a:ln>
        </p:spPr>
        <p:txBody>
          <a:bodyPr anchor="t">
            <a:noAutofit/>
          </a:bodyPr>
          <a:lstStyle/>
          <a:p>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正方形/長方形 7">
            <a:extLst>
              <a:ext uri="{FF2B5EF4-FFF2-40B4-BE49-F238E27FC236}">
                <a16:creationId xmlns:a16="http://schemas.microsoft.com/office/drawing/2014/main" id="{2D533C8D-A923-4821-8110-706583789F22}"/>
              </a:ext>
            </a:extLst>
          </p:cNvPr>
          <p:cNvSpPr>
            <a:spLocks noGrp="1"/>
          </p:cNvSpPr>
          <p:nvPr/>
        </p:nvSpPr>
        <p:spPr>
          <a:xfrm>
            <a:off x="704850" y="3371850"/>
            <a:ext cx="114300" cy="114300"/>
          </a:xfrm>
          <a:prstGeom prst="rect">
            <a:avLst/>
          </a:prstGeom>
          <a:solidFill>
            <a:srgbClr val="D67A4A"/>
          </a:solidFill>
          <a:ln w="0">
            <a:noFill/>
          </a:ln>
        </p:spPr>
      </p:sp>
      <p:sp>
        <p:nvSpPr>
          <p:cNvPr id="9" name="正方形/長方形 8">
            <a:extLst>
              <a:ext uri="{FF2B5EF4-FFF2-40B4-BE49-F238E27FC236}">
                <a16:creationId xmlns:a16="http://schemas.microsoft.com/office/drawing/2014/main" id="{B91BED73-008D-4057-97A7-8546DD824107}"/>
              </a:ext>
            </a:extLst>
          </p:cNvPr>
          <p:cNvSpPr>
            <a:spLocks noGrp="1"/>
          </p:cNvSpPr>
          <p:nvPr/>
        </p:nvSpPr>
        <p:spPr>
          <a:xfrm>
            <a:off x="1047750" y="3248025"/>
            <a:ext cx="9525000" cy="419100"/>
          </a:xfrm>
          <a:prstGeom prst="rect">
            <a:avLst/>
          </a:prstGeom>
          <a:noFill/>
          <a:ln w="0">
            <a:noFill/>
          </a:ln>
        </p:spPr>
        <p:txBody>
          <a:bodyPr anchor="t">
            <a:noAutofit/>
          </a:bodyPr>
          <a:lstStyle/>
          <a:p>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正方形/長方形 9">
            <a:extLst>
              <a:ext uri="{FF2B5EF4-FFF2-40B4-BE49-F238E27FC236}">
                <a16:creationId xmlns:a16="http://schemas.microsoft.com/office/drawing/2014/main" id="{564D2D27-AB07-4F4D-B555-61AF1FF4D95C}"/>
              </a:ext>
            </a:extLst>
          </p:cNvPr>
          <p:cNvSpPr>
            <a:spLocks noGrp="1"/>
          </p:cNvSpPr>
          <p:nvPr/>
        </p:nvSpPr>
        <p:spPr>
          <a:xfrm>
            <a:off x="704850" y="4124325"/>
            <a:ext cx="114300" cy="114300"/>
          </a:xfrm>
          <a:prstGeom prst="rect">
            <a:avLst/>
          </a:prstGeom>
          <a:solidFill>
            <a:srgbClr val="4E7661"/>
          </a:solidFill>
          <a:ln w="0">
            <a:noFill/>
          </a:ln>
        </p:spPr>
      </p:sp>
      <p:sp>
        <p:nvSpPr>
          <p:cNvPr id="11" name="正方形/長方形 10">
            <a:extLst>
              <a:ext uri="{FF2B5EF4-FFF2-40B4-BE49-F238E27FC236}">
                <a16:creationId xmlns:a16="http://schemas.microsoft.com/office/drawing/2014/main" id="{5EE385AF-E78A-4093-AF4E-6C6515A5C66B}"/>
              </a:ext>
            </a:extLst>
          </p:cNvPr>
          <p:cNvSpPr>
            <a:spLocks noGrp="1"/>
          </p:cNvSpPr>
          <p:nvPr/>
        </p:nvSpPr>
        <p:spPr>
          <a:xfrm>
            <a:off x="1047750" y="4000500"/>
            <a:ext cx="8096250" cy="419100"/>
          </a:xfrm>
          <a:prstGeom prst="rect">
            <a:avLst/>
          </a:prstGeom>
          <a:noFill/>
          <a:ln w="0">
            <a:noFill/>
          </a:ln>
        </p:spPr>
        <p:txBody>
          <a:bodyPr anchor="t">
            <a:noAutofit/>
          </a:bodyPr>
          <a:lstStyle/>
          <a:p>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正方形/長方形 11">
            <a:extLst>
              <a:ext uri="{FF2B5EF4-FFF2-40B4-BE49-F238E27FC236}">
                <a16:creationId xmlns:a16="http://schemas.microsoft.com/office/drawing/2014/main" id="{07BC1658-A3E5-4E06-B3A6-8C84D342DAAC}"/>
              </a:ext>
            </a:extLst>
          </p:cNvPr>
          <p:cNvSpPr>
            <a:spLocks noGrp="1"/>
          </p:cNvSpPr>
          <p:nvPr/>
        </p:nvSpPr>
        <p:spPr>
          <a:xfrm>
            <a:off x="685800" y="4991100"/>
            <a:ext cx="10820400" cy="876300"/>
          </a:xfrm>
          <a:prstGeom prst="rect">
            <a:avLst/>
          </a:prstGeom>
          <a:solidFill>
            <a:srgbClr val="23353D"/>
          </a:solidFill>
          <a:ln w="0">
            <a:noFill/>
          </a:ln>
        </p:spPr>
      </p:sp>
      <p:sp>
        <p:nvSpPr>
          <p:cNvPr id="13" name="正方形/長方形 12">
            <a:extLst>
              <a:ext uri="{FF2B5EF4-FFF2-40B4-BE49-F238E27FC236}">
                <a16:creationId xmlns:a16="http://schemas.microsoft.com/office/drawing/2014/main" id="{AAE660AF-7B38-49D5-9A6E-D70FF00CAEE6}"/>
              </a:ext>
            </a:extLst>
          </p:cNvPr>
          <p:cNvSpPr>
            <a:spLocks noGrp="1"/>
          </p:cNvSpPr>
          <p:nvPr/>
        </p:nvSpPr>
        <p:spPr>
          <a:xfrm>
            <a:off x="971550" y="5191125"/>
            <a:ext cx="10001250" cy="409575"/>
          </a:xfrm>
          <a:prstGeom prst="rect">
            <a:avLst/>
          </a:prstGeom>
          <a:noFill/>
          <a:ln w="0">
            <a:noFill/>
          </a:ln>
        </p:spPr>
        <p:txBody>
          <a:bodyPr anchor="t">
            <a:noAutofit/>
          </a:bodyPr>
          <a:lstStyle/>
          <a:p>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696691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A3C48D4-1242-47D8-B1A0-AC6D2909C92D}"/>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082F6831-8D3F-411C-9BD8-9F31F39405F5}"/>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正方形/長方形 2">
            <a:extLst>
              <a:ext uri="{FF2B5EF4-FFF2-40B4-BE49-F238E27FC236}">
                <a16:creationId xmlns:a16="http://schemas.microsoft.com/office/drawing/2014/main" id="{16A945E7-90A3-46E1-A0C2-FD6E19475B28}"/>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5A0FA9E4-E84D-4951-8D6B-D624F627D9D5}"/>
              </a:ext>
            </a:extLst>
          </p:cNvPr>
          <p:cNvSpPr>
            <a:spLocks noGrp="1"/>
          </p:cNvSpPr>
          <p:nvPr/>
        </p:nvSpPr>
        <p:spPr>
          <a:xfrm>
            <a:off x="666750" y="1581150"/>
            <a:ext cx="4762500" cy="47625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正方形/長方形 4">
            <a:extLst>
              <a:ext uri="{FF2B5EF4-FFF2-40B4-BE49-F238E27FC236}">
                <a16:creationId xmlns:a16="http://schemas.microsoft.com/office/drawing/2014/main" id="{20892C22-F63C-4004-8C3C-4CA682E00D54}"/>
              </a:ext>
            </a:extLst>
          </p:cNvPr>
          <p:cNvSpPr>
            <a:spLocks noGrp="1"/>
          </p:cNvSpPr>
          <p:nvPr/>
        </p:nvSpPr>
        <p:spPr>
          <a:xfrm>
            <a:off x="6572250" y="1524000"/>
            <a:ext cx="4762500" cy="685800"/>
          </a:xfrm>
          <a:prstGeom prst="rect">
            <a:avLst/>
          </a:prstGeom>
          <a:noFill/>
          <a:ln w="0">
            <a:noFill/>
          </a:ln>
        </p:spPr>
        <p:txBody>
          <a:bodyPr anchor="t">
            <a:noAutofit/>
          </a:bodyPr>
          <a:lstStyle/>
          <a:p>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図 12"/>
          <p:cNvPicPr>
            <a:picLocks noChangeAspect="1"/>
          </p:cNvPicPr>
          <p:nvPr/>
        </p:nvPicPr>
        <p:blipFill>
          <a:blip r:embed="rId3"/>
          <a:srcRect t="24242" b="24242"/>
          <a:stretch>
            <a:fillRect/>
          </a:stretch>
        </p:blipFill>
        <p:spPr>
          <a:xfrm>
            <a:off x="609600" y="2152650"/>
            <a:ext cx="10972800" cy="3181350"/>
          </a:xfrm>
          <a:prstGeom prst="rect">
            <a:avLst/>
          </a:prstGeom>
        </p:spPr>
      </p:pic>
      <p:sp>
        <p:nvSpPr>
          <p:cNvPr id="7" name="正方形/長方形 6">
            <a:extLst>
              <a:ext uri="{FF2B5EF4-FFF2-40B4-BE49-F238E27FC236}">
                <a16:creationId xmlns:a16="http://schemas.microsoft.com/office/drawing/2014/main" id="{638C0849-C8B9-48E6-B654-E0B70D636CFA}"/>
              </a:ext>
            </a:extLst>
          </p:cNvPr>
          <p:cNvSpPr>
            <a:spLocks noGrp="1"/>
          </p:cNvSpPr>
          <p:nvPr/>
        </p:nvSpPr>
        <p:spPr>
          <a:xfrm>
            <a:off x="819150" y="5695950"/>
            <a:ext cx="10477500" cy="590550"/>
          </a:xfrm>
          <a:prstGeom prst="rect">
            <a:avLst/>
          </a:prstGeom>
          <a:noFill/>
          <a:ln w="0">
            <a:noFill/>
          </a:ln>
        </p:spPr>
        <p:txBody>
          <a:bodyPr anchor="t">
            <a:noAutofit/>
          </a:bodyPr>
          <a:lstStyle/>
          <a:p>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74468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A5465E73-A45D-44DF-9CD2-1F57E43A1579}"/>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C23AC50E-FC88-419A-9345-1F42CD477301}"/>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正方形/長方形 2">
            <a:extLst>
              <a:ext uri="{FF2B5EF4-FFF2-40B4-BE49-F238E27FC236}">
                <a16:creationId xmlns:a16="http://schemas.microsoft.com/office/drawing/2014/main" id="{2CD960C2-8EB9-4F7B-927B-A9A7016B4D7D}"/>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A7C4D98F-945F-4BBA-95DC-104594B4766B}"/>
              </a:ext>
            </a:extLst>
          </p:cNvPr>
          <p:cNvSpPr>
            <a:spLocks noGrp="1"/>
          </p:cNvSpPr>
          <p:nvPr/>
        </p:nvSpPr>
        <p:spPr>
          <a:xfrm>
            <a:off x="704850" y="1581150"/>
            <a:ext cx="10572750" cy="1047750"/>
          </a:xfrm>
          <a:prstGeom prst="rect">
            <a:avLst/>
          </a:prstGeom>
          <a:noFill/>
          <a:ln w="0">
            <a:noFill/>
          </a:ln>
        </p:spPr>
        <p:txBody>
          <a:bodyPr anchor="t">
            <a:noAutofit/>
          </a:bodyPr>
          <a:lstStyle/>
          <a:p>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現場ごとに環境や作業は異なる。ロボットがそこで働くには、</a:t>
            </a:r>
          </a:p>
          <a:p>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正方形/長方形 4">
            <a:extLst>
              <a:ext uri="{FF2B5EF4-FFF2-40B4-BE49-F238E27FC236}">
                <a16:creationId xmlns:a16="http://schemas.microsoft.com/office/drawing/2014/main" id="{866ECB57-3E59-40C2-A6EB-D8657B3559DE}"/>
              </a:ext>
            </a:extLst>
          </p:cNvPr>
          <p:cNvSpPr>
            <a:spLocks noGrp="1"/>
          </p:cNvSpPr>
          <p:nvPr/>
        </p:nvSpPr>
        <p:spPr>
          <a:xfrm>
            <a:off x="742950" y="2933700"/>
            <a:ext cx="3238500" cy="571500"/>
          </a:xfrm>
          <a:prstGeom prst="rect">
            <a:avLst/>
          </a:prstGeom>
          <a:noFill/>
          <a:ln w="0">
            <a:noFill/>
          </a:ln>
        </p:spPr>
        <p:txBody>
          <a:bodyPr anchor="t">
            <a:noAutofit/>
          </a:bodyPr>
          <a:lstStyle/>
          <a:p>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正方形/長方形 5">
            <a:extLst>
              <a:ext uri="{FF2B5EF4-FFF2-40B4-BE49-F238E27FC236}">
                <a16:creationId xmlns:a16="http://schemas.microsoft.com/office/drawing/2014/main" id="{F83D765A-7DDE-4F56-86B5-D7E5C3F006E9}"/>
              </a:ext>
            </a:extLst>
          </p:cNvPr>
          <p:cNvSpPr>
            <a:spLocks noGrp="1"/>
          </p:cNvSpPr>
          <p:nvPr/>
        </p:nvSpPr>
        <p:spPr>
          <a:xfrm>
            <a:off x="1047750" y="3657600"/>
            <a:ext cx="2628900" cy="38100"/>
          </a:xfrm>
          <a:prstGeom prst="rect">
            <a:avLst/>
          </a:prstGeom>
          <a:solidFill>
            <a:srgbClr val="2E6178"/>
          </a:solidFill>
          <a:ln w="0">
            <a:noFill/>
          </a:ln>
        </p:spPr>
      </p:sp>
      <p:sp>
        <p:nvSpPr>
          <p:cNvPr id="7" name="正方形/長方形 6">
            <a:extLst>
              <a:ext uri="{FF2B5EF4-FFF2-40B4-BE49-F238E27FC236}">
                <a16:creationId xmlns:a16="http://schemas.microsoft.com/office/drawing/2014/main" id="{DD4981DD-5231-461D-A6F4-EE2BDA143D84}"/>
              </a:ext>
            </a:extLst>
          </p:cNvPr>
          <p:cNvSpPr>
            <a:spLocks noGrp="1"/>
          </p:cNvSpPr>
          <p:nvPr/>
        </p:nvSpPr>
        <p:spPr>
          <a:xfrm>
            <a:off x="742950" y="3924300"/>
            <a:ext cx="3238500" cy="762000"/>
          </a:xfrm>
          <a:prstGeom prst="rect">
            <a:avLst/>
          </a:prstGeom>
          <a:noFill/>
          <a:ln w="0">
            <a:noFill/>
          </a:ln>
        </p:spPr>
        <p:txBody>
          <a:bodyPr anchor="t">
            <a:noAutofit/>
          </a:bodyPr>
          <a:lstStyle/>
          <a:p>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正方形/長方形 7">
            <a:extLst>
              <a:ext uri="{FF2B5EF4-FFF2-40B4-BE49-F238E27FC236}">
                <a16:creationId xmlns:a16="http://schemas.microsoft.com/office/drawing/2014/main" id="{CC4B557C-8F19-4330-B47B-9CF89DA51E07}"/>
              </a:ext>
            </a:extLst>
          </p:cNvPr>
          <p:cNvSpPr>
            <a:spLocks noGrp="1"/>
          </p:cNvSpPr>
          <p:nvPr/>
        </p:nvSpPr>
        <p:spPr>
          <a:xfrm>
            <a:off x="4448175" y="2933700"/>
            <a:ext cx="3238500" cy="571500"/>
          </a:xfrm>
          <a:prstGeom prst="rect">
            <a:avLst/>
          </a:prstGeom>
          <a:noFill/>
          <a:ln w="0">
            <a:noFill/>
          </a:ln>
        </p:spPr>
        <p:txBody>
          <a:bodyPr anchor="t">
            <a:noAutofit/>
          </a:bodyPr>
          <a:lstStyle/>
          <a:p>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正方形/長方形 8">
            <a:extLst>
              <a:ext uri="{FF2B5EF4-FFF2-40B4-BE49-F238E27FC236}">
                <a16:creationId xmlns:a16="http://schemas.microsoft.com/office/drawing/2014/main" id="{FBFF66A4-1A09-459D-AE9F-3082E0CA2653}"/>
              </a:ext>
            </a:extLst>
          </p:cNvPr>
          <p:cNvSpPr>
            <a:spLocks noGrp="1"/>
          </p:cNvSpPr>
          <p:nvPr/>
        </p:nvSpPr>
        <p:spPr>
          <a:xfrm>
            <a:off x="4752975" y="3657600"/>
            <a:ext cx="2628900" cy="38100"/>
          </a:xfrm>
          <a:prstGeom prst="rect">
            <a:avLst/>
          </a:prstGeom>
          <a:solidFill>
            <a:srgbClr val="D67A4A"/>
          </a:solidFill>
          <a:ln w="0">
            <a:noFill/>
          </a:ln>
        </p:spPr>
      </p:sp>
      <p:sp>
        <p:nvSpPr>
          <p:cNvPr id="10" name="正方形/長方形 9">
            <a:extLst>
              <a:ext uri="{FF2B5EF4-FFF2-40B4-BE49-F238E27FC236}">
                <a16:creationId xmlns:a16="http://schemas.microsoft.com/office/drawing/2014/main" id="{221A596B-8808-4707-BBBE-713E164F1890}"/>
              </a:ext>
            </a:extLst>
          </p:cNvPr>
          <p:cNvSpPr>
            <a:spLocks noGrp="1"/>
          </p:cNvSpPr>
          <p:nvPr/>
        </p:nvSpPr>
        <p:spPr>
          <a:xfrm>
            <a:off x="4448175" y="3924300"/>
            <a:ext cx="3238500" cy="762000"/>
          </a:xfrm>
          <a:prstGeom prst="rect">
            <a:avLst/>
          </a:prstGeom>
          <a:noFill/>
          <a:ln w="0">
            <a:noFill/>
          </a:ln>
        </p:spPr>
        <p:txBody>
          <a:bodyPr anchor="t">
            <a:noAutofit/>
          </a:bodyPr>
          <a:lstStyle/>
          <a:p>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正方形/長方形 10">
            <a:extLst>
              <a:ext uri="{FF2B5EF4-FFF2-40B4-BE49-F238E27FC236}">
                <a16:creationId xmlns:a16="http://schemas.microsoft.com/office/drawing/2014/main" id="{F3D0ACB4-0D42-4599-AF5D-15BB06EF20C5}"/>
              </a:ext>
            </a:extLst>
          </p:cNvPr>
          <p:cNvSpPr>
            <a:spLocks noGrp="1"/>
          </p:cNvSpPr>
          <p:nvPr/>
        </p:nvSpPr>
        <p:spPr>
          <a:xfrm>
            <a:off x="8153400" y="2933700"/>
            <a:ext cx="3238500" cy="571500"/>
          </a:xfrm>
          <a:prstGeom prst="rect">
            <a:avLst/>
          </a:prstGeom>
          <a:noFill/>
          <a:ln w="0">
            <a:noFill/>
          </a:ln>
        </p:spPr>
        <p:txBody>
          <a:bodyPr anchor="t">
            <a:noAutofit/>
          </a:bodyPr>
          <a:lstStyle/>
          <a:p>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正方形/長方形 11">
            <a:extLst>
              <a:ext uri="{FF2B5EF4-FFF2-40B4-BE49-F238E27FC236}">
                <a16:creationId xmlns:a16="http://schemas.microsoft.com/office/drawing/2014/main" id="{525818E5-4A28-42E1-BB71-5AB7FA20E295}"/>
              </a:ext>
            </a:extLst>
          </p:cNvPr>
          <p:cNvSpPr>
            <a:spLocks noGrp="1"/>
          </p:cNvSpPr>
          <p:nvPr/>
        </p:nvSpPr>
        <p:spPr>
          <a:xfrm>
            <a:off x="8458200" y="3657600"/>
            <a:ext cx="2628900" cy="38100"/>
          </a:xfrm>
          <a:prstGeom prst="rect">
            <a:avLst/>
          </a:prstGeom>
          <a:solidFill>
            <a:srgbClr val="4E7661"/>
          </a:solidFill>
          <a:ln w="0">
            <a:noFill/>
          </a:ln>
        </p:spPr>
      </p:sp>
      <p:sp>
        <p:nvSpPr>
          <p:cNvPr id="13" name="正方形/長方形 12">
            <a:extLst>
              <a:ext uri="{FF2B5EF4-FFF2-40B4-BE49-F238E27FC236}">
                <a16:creationId xmlns:a16="http://schemas.microsoft.com/office/drawing/2014/main" id="{3981D2F1-9992-4F44-AD6D-1B2AB985C7E6}"/>
              </a:ext>
            </a:extLst>
          </p:cNvPr>
          <p:cNvSpPr>
            <a:spLocks noGrp="1"/>
          </p:cNvSpPr>
          <p:nvPr/>
        </p:nvSpPr>
        <p:spPr>
          <a:xfrm>
            <a:off x="8153400" y="3924300"/>
            <a:ext cx="3238500" cy="762000"/>
          </a:xfrm>
          <a:prstGeom prst="rect">
            <a:avLst/>
          </a:prstGeom>
          <a:noFill/>
          <a:ln w="0">
            <a:noFill/>
          </a:ln>
        </p:spPr>
        <p:txBody>
          <a:bodyPr anchor="t">
            <a:noAutofit/>
          </a:bodyPr>
          <a:lstStyle/>
          <a:p>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正方形/長方形 13">
            <a:extLst>
              <a:ext uri="{FF2B5EF4-FFF2-40B4-BE49-F238E27FC236}">
                <a16:creationId xmlns:a16="http://schemas.microsoft.com/office/drawing/2014/main" id="{A65EEB1E-6AAC-4B0F-9D99-255822767504}"/>
              </a:ext>
            </a:extLst>
          </p:cNvPr>
          <p:cNvSpPr>
            <a:spLocks noGrp="1"/>
          </p:cNvSpPr>
          <p:nvPr/>
        </p:nvSpPr>
        <p:spPr>
          <a:xfrm>
            <a:off x="685800" y="5114925"/>
            <a:ext cx="10572750" cy="9525"/>
          </a:xfrm>
          <a:prstGeom prst="rect">
            <a:avLst/>
          </a:prstGeom>
          <a:solidFill>
            <a:srgbClr val="C7CFD2"/>
          </a:solidFill>
          <a:ln w="0">
            <a:noFill/>
          </a:ln>
        </p:spPr>
      </p:sp>
      <p:sp>
        <p:nvSpPr>
          <p:cNvPr id="15" name="正方形/長方形 14">
            <a:extLst>
              <a:ext uri="{FF2B5EF4-FFF2-40B4-BE49-F238E27FC236}">
                <a16:creationId xmlns:a16="http://schemas.microsoft.com/office/drawing/2014/main" id="{8D0A0FB2-8059-454C-AE63-6B99F2D00407}"/>
              </a:ext>
            </a:extLst>
          </p:cNvPr>
          <p:cNvSpPr>
            <a:spLocks noGrp="1"/>
          </p:cNvSpPr>
          <p:nvPr/>
        </p:nvSpPr>
        <p:spPr>
          <a:xfrm>
            <a:off x="704850" y="5334000"/>
            <a:ext cx="10477500" cy="962025"/>
          </a:xfrm>
          <a:prstGeom prst="rect">
            <a:avLst/>
          </a:prstGeom>
          <a:noFill/>
          <a:ln w="0">
            <a:noFill/>
          </a:ln>
        </p:spPr>
        <p:txBody>
          <a:bodyPr anchor="t">
            <a:noAutofit/>
          </a:bodyPr>
          <a:lstStyle/>
          <a:p>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676178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B66EB90-72E6-4A4D-8952-BAF9F07CA35D}"/>
              </a:ext>
            </a:extLst>
          </p:cNvPr>
          <p:cNvSpPr>
            <a:spLocks noGrp="1"/>
          </p:cNvSpPr>
          <p:nvPr/>
        </p:nvSpPr>
        <p:spPr>
          <a:xfrm>
            <a:off x="0" y="0"/>
            <a:ext cx="114300" cy="6858000"/>
          </a:xfrm>
          <a:prstGeom prst="rect">
            <a:avLst/>
          </a:prstGeom>
          <a:solidFill>
            <a:srgbClr val="D67A4A"/>
          </a:solidFill>
          <a:ln w="0">
            <a:noFill/>
          </a:ln>
        </p:spPr>
      </p:sp>
      <p:sp>
        <p:nvSpPr>
          <p:cNvPr id="2" name="正方形/長方形 1">
            <a:extLst>
              <a:ext uri="{FF2B5EF4-FFF2-40B4-BE49-F238E27FC236}">
                <a16:creationId xmlns:a16="http://schemas.microsoft.com/office/drawing/2014/main" id="{C59FE6A4-0F7D-40A0-B0A0-DAB506642882}"/>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正方形/長方形 2">
            <a:extLst>
              <a:ext uri="{FF2B5EF4-FFF2-40B4-BE49-F238E27FC236}">
                <a16:creationId xmlns:a16="http://schemas.microsoft.com/office/drawing/2014/main" id="{42F1AB7D-83C4-4654-B90D-BC68F1B7AA64}"/>
              </a:ext>
            </a:extLst>
          </p:cNvPr>
          <p:cNvSpPr>
            <a:spLocks noGrp="1"/>
          </p:cNvSpPr>
          <p:nvPr/>
        </p:nvSpPr>
        <p:spPr>
          <a:xfrm>
            <a:off x="609600" y="1257300"/>
            <a:ext cx="10972800" cy="9525"/>
          </a:xfrm>
          <a:prstGeom prst="rect">
            <a:avLst/>
          </a:prstGeom>
          <a:solidFill>
            <a:srgbClr val="C7CFD2"/>
          </a:solidFill>
          <a:ln w="0">
            <a:noFill/>
          </a:ln>
        </p:spPr>
      </p:sp>
      <p:pic>
        <p:nvPicPr>
          <p:cNvPr id="10" name="図 9"/>
          <p:cNvPicPr>
            <a:picLocks noChangeAspect="1"/>
          </p:cNvPicPr>
          <p:nvPr/>
        </p:nvPicPr>
        <p:blipFill>
          <a:blip r:embed="rId3"/>
          <a:srcRect l="7344" r="7344"/>
          <a:stretch>
            <a:fillRect/>
          </a:stretch>
        </p:blipFill>
        <p:spPr>
          <a:xfrm>
            <a:off x="609600" y="1809750"/>
            <a:ext cx="4953000" cy="3048000"/>
          </a:xfrm>
          <a:prstGeom prst="rect">
            <a:avLst/>
          </a:prstGeom>
        </p:spPr>
      </p:pic>
      <p:sp>
        <p:nvSpPr>
          <p:cNvPr id="5" name="正方形/長方形 4">
            <a:extLst>
              <a:ext uri="{FF2B5EF4-FFF2-40B4-BE49-F238E27FC236}">
                <a16:creationId xmlns:a16="http://schemas.microsoft.com/office/drawing/2014/main" id="{ABD66D48-7E91-41C4-9DF6-54DA0F3842D4}"/>
              </a:ext>
            </a:extLst>
          </p:cNvPr>
          <p:cNvSpPr>
            <a:spLocks noGrp="1"/>
          </p:cNvSpPr>
          <p:nvPr/>
        </p:nvSpPr>
        <p:spPr>
          <a:xfrm>
            <a:off x="6000750" y="1752600"/>
            <a:ext cx="5334000" cy="1257300"/>
          </a:xfrm>
          <a:prstGeom prst="rect">
            <a:avLst/>
          </a:prstGeom>
          <a:noFill/>
          <a:ln w="0">
            <a:noFill/>
          </a:ln>
        </p:spPr>
        <p:txBody>
          <a:bodyPr anchor="t">
            <a:noAutofit/>
          </a:bodyPr>
          <a:lstStyle/>
          <a:p>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正方形/長方形 5">
            <a:extLst>
              <a:ext uri="{FF2B5EF4-FFF2-40B4-BE49-F238E27FC236}">
                <a16:creationId xmlns:a16="http://schemas.microsoft.com/office/drawing/2014/main" id="{0B754214-FC3B-4DBE-972A-3FD961B9D1B7}"/>
              </a:ext>
            </a:extLst>
          </p:cNvPr>
          <p:cNvSpPr>
            <a:spLocks noGrp="1"/>
          </p:cNvSpPr>
          <p:nvPr/>
        </p:nvSpPr>
        <p:spPr>
          <a:xfrm>
            <a:off x="6000750" y="3276600"/>
            <a:ext cx="5334000" cy="2800350"/>
          </a:xfrm>
          <a:prstGeom prst="rect">
            <a:avLst/>
          </a:prstGeom>
          <a:noFill/>
          <a:ln w="0">
            <a:noFill/>
          </a:ln>
        </p:spPr>
        <p:txBody>
          <a:bodyPr anchor="t">
            <a:noAutofit/>
          </a:bodyPr>
          <a:lstStyle/>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a:endParaRPr sz="2000" b="0">
              <a:solidFill>
                <a:srgbClr val="2E6178"/>
              </a:solidFill>
              <a:latin typeface="Hiragino Sans"/>
              <a:ea typeface="Hiragino Sans"/>
              <a:cs typeface="Hiragino Sans"/>
            </a:endParaRPr>
          </a:p>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402990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6CB7D38-0521-473C-9C59-D57A158B2E48}"/>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7DB1B7DC-65B9-48C8-91A2-FDB7DE319B33}"/>
              </a:ext>
            </a:extLst>
          </p:cNvPr>
          <p:cNvSpPr>
            <a:spLocks noGrp="1"/>
          </p:cNvSpPr>
          <p:nvPr/>
        </p:nvSpPr>
        <p:spPr>
          <a:xfrm>
            <a:off x="628650" y="457200"/>
            <a:ext cx="742950" cy="609600"/>
          </a:xfrm>
          <a:prstGeom prst="rect">
            <a:avLst/>
          </a:prstGeom>
          <a:noFill/>
          <a:ln w="0">
            <a:noFill/>
          </a:ln>
        </p:spPr>
        <p:txBody>
          <a:bodyPr anchor="t">
            <a:noAutofit/>
          </a:bodyPr>
          <a:lstStyle/>
          <a:p>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正方形/長方形 2">
            <a:extLst>
              <a:ext uri="{FF2B5EF4-FFF2-40B4-BE49-F238E27FC236}">
                <a16:creationId xmlns:a16="http://schemas.microsoft.com/office/drawing/2014/main" id="{6EB242C5-B20A-4E0E-ACE3-409B5D1CC011}"/>
              </a:ext>
            </a:extLst>
          </p:cNvPr>
          <p:cNvSpPr>
            <a:spLocks noGrp="1"/>
          </p:cNvSpPr>
          <p:nvPr/>
        </p:nvSpPr>
        <p:spPr>
          <a:xfrm>
            <a:off x="1428750" y="457200"/>
            <a:ext cx="9620250" cy="609600"/>
          </a:xfrm>
          <a:prstGeom prst="rect">
            <a:avLst/>
          </a:prstGeom>
          <a:noFill/>
          <a:ln w="0">
            <a:noFill/>
          </a:ln>
        </p:spPr>
        <p:txBody>
          <a:bodyPr anchor="t">
            <a:noAutofit/>
          </a:bodyPr>
          <a:lstStyle/>
          <a:p>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正方形/長方形 3">
            <a:extLst>
              <a:ext uri="{FF2B5EF4-FFF2-40B4-BE49-F238E27FC236}">
                <a16:creationId xmlns:a16="http://schemas.microsoft.com/office/drawing/2014/main" id="{918CF0C9-C25C-4A89-9BBF-F84676742C76}"/>
              </a:ext>
            </a:extLst>
          </p:cNvPr>
          <p:cNvSpPr>
            <a:spLocks noGrp="1"/>
          </p:cNvSpPr>
          <p:nvPr/>
        </p:nvSpPr>
        <p:spPr>
          <a:xfrm>
            <a:off x="609600" y="1257300"/>
            <a:ext cx="10972800" cy="9525"/>
          </a:xfrm>
          <a:prstGeom prst="rect">
            <a:avLst/>
          </a:prstGeom>
          <a:solidFill>
            <a:srgbClr val="C7CFD2"/>
          </a:solidFill>
          <a:ln w="0">
            <a:noFill/>
          </a:ln>
        </p:spPr>
      </p:sp>
      <p:sp>
        <p:nvSpPr>
          <p:cNvPr id="5" name="正方形/長方形 4">
            <a:extLst>
              <a:ext uri="{FF2B5EF4-FFF2-40B4-BE49-F238E27FC236}">
                <a16:creationId xmlns:a16="http://schemas.microsoft.com/office/drawing/2014/main" id="{4E4B14EF-7A65-4243-845C-0CC7E0B27985}"/>
              </a:ext>
            </a:extLst>
          </p:cNvPr>
          <p:cNvSpPr>
            <a:spLocks noGrp="1"/>
          </p:cNvSpPr>
          <p:nvPr/>
        </p:nvSpPr>
        <p:spPr>
          <a:xfrm>
            <a:off x="666750" y="1581150"/>
            <a:ext cx="704850" cy="552450"/>
          </a:xfrm>
          <a:prstGeom prst="rect">
            <a:avLst/>
          </a:prstGeom>
          <a:noFill/>
          <a:ln w="0">
            <a:noFill/>
          </a:ln>
        </p:spPr>
        <p:txBody>
          <a:bodyPr anchor="t">
            <a:noAutofit/>
          </a:bodyPr>
          <a:lstStyle/>
          <a:p>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正方形/長方形 5">
            <a:extLst>
              <a:ext uri="{FF2B5EF4-FFF2-40B4-BE49-F238E27FC236}">
                <a16:creationId xmlns:a16="http://schemas.microsoft.com/office/drawing/2014/main" id="{EC3812BD-9B67-4CE6-BFC1-B43CE1D0ABBE}"/>
              </a:ext>
            </a:extLst>
          </p:cNvPr>
          <p:cNvSpPr>
            <a:spLocks noGrp="1"/>
          </p:cNvSpPr>
          <p:nvPr/>
        </p:nvSpPr>
        <p:spPr>
          <a:xfrm>
            <a:off x="1428750" y="1590675"/>
            <a:ext cx="9810750" cy="552450"/>
          </a:xfrm>
          <a:prstGeom prst="rect">
            <a:avLst/>
          </a:prstGeom>
          <a:noFill/>
          <a:ln w="0">
            <a:noFill/>
          </a:ln>
        </p:spPr>
        <p:txBody>
          <a:bodyPr anchor="t">
            <a:noAutofit/>
          </a:bodyPr>
          <a:lstStyle/>
          <a:p>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図 14"/>
          <p:cNvPicPr>
            <a:picLocks noChangeAspect="1"/>
          </p:cNvPicPr>
          <p:nvPr/>
        </p:nvPicPr>
        <p:blipFill>
          <a:blip r:embed="rId3"/>
          <a:srcRect t="28407" b="28407"/>
          <a:stretch>
            <a:fillRect/>
          </a:stretch>
        </p:blipFill>
        <p:spPr>
          <a:xfrm>
            <a:off x="609600" y="2362200"/>
            <a:ext cx="10972800" cy="2667000"/>
          </a:xfrm>
          <a:prstGeom prst="rect">
            <a:avLst/>
          </a:prstGeom>
        </p:spPr>
      </p:pic>
      <p:sp>
        <p:nvSpPr>
          <p:cNvPr id="8" name="正方形/長方形 7">
            <a:extLst>
              <a:ext uri="{FF2B5EF4-FFF2-40B4-BE49-F238E27FC236}">
                <a16:creationId xmlns:a16="http://schemas.microsoft.com/office/drawing/2014/main" id="{C924A827-F8B5-42E8-BD5A-FBEF7AA794E7}"/>
              </a:ext>
            </a:extLst>
          </p:cNvPr>
          <p:cNvSpPr>
            <a:spLocks noGrp="1"/>
          </p:cNvSpPr>
          <p:nvPr/>
        </p:nvSpPr>
        <p:spPr>
          <a:xfrm>
            <a:off x="723900" y="5334000"/>
            <a:ext cx="10715625" cy="933450"/>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018706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44" name="正方形/長方形 43">
            <a:extLst>
              <a:ext uri="{FF2B5EF4-FFF2-40B4-BE49-F238E27FC236}">
                <a16:creationId xmlns:a16="http://schemas.microsoft.com/office/drawing/2014/main" id="{FAD6A5E9-A8F0-4208-92D2-D55517DF46FE}"/>
              </a:ext>
            </a:extLst>
          </p:cNvPr>
          <p:cNvSpPr>
            <a:spLocks noGrp="1"/>
          </p:cNvSpPr>
          <p:nvPr/>
        </p:nvSpPr>
        <p:spPr>
          <a:xfrm>
            <a:off x="0" y="0"/>
            <a:ext cx="114300" cy="6858000"/>
          </a:xfrm>
          <a:prstGeom prst="rect">
            <a:avLst/>
          </a:prstGeom>
          <a:solidFill>
            <a:srgbClr val="D67A4A"/>
          </a:solidFill>
          <a:ln w="0">
            <a:noFill/>
          </a:ln>
        </p:spPr>
      </p:sp>
      <p:sp>
        <p:nvSpPr>
          <p:cNvPr id="2" name="正方形/長方形 1">
            <a:extLst>
              <a:ext uri="{FF2B5EF4-FFF2-40B4-BE49-F238E27FC236}">
                <a16:creationId xmlns:a16="http://schemas.microsoft.com/office/drawing/2014/main" id="{8C23D575-F609-4C8A-94C8-8C5B19F2C4E2}"/>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正方形/長方形 2">
            <a:extLst>
              <a:ext uri="{FF2B5EF4-FFF2-40B4-BE49-F238E27FC236}">
                <a16:creationId xmlns:a16="http://schemas.microsoft.com/office/drawing/2014/main" id="{8C109068-81E4-4637-9634-F86DEF4B45A4}"/>
              </a:ext>
            </a:extLst>
          </p:cNvPr>
          <p:cNvSpPr>
            <a:spLocks noGrp="1"/>
          </p:cNvSpPr>
          <p:nvPr/>
        </p:nvSpPr>
        <p:spPr>
          <a:xfrm>
            <a:off x="609600" y="1257300"/>
            <a:ext cx="10972800" cy="9525"/>
          </a:xfrm>
          <a:prstGeom prst="rect">
            <a:avLst/>
          </a:prstGeom>
          <a:solidFill>
            <a:srgbClr val="C7CFD2"/>
          </a:solidFill>
          <a:ln w="0">
            <a:noFill/>
          </a:ln>
        </p:spPr>
      </p:sp>
      <p:pic>
        <p:nvPicPr>
          <p:cNvPr id="47" name="図 46"/>
          <p:cNvPicPr>
            <a:picLocks noChangeAspect="1"/>
          </p:cNvPicPr>
          <p:nvPr/>
        </p:nvPicPr>
        <p:blipFill>
          <a:blip r:embed="rId3"/>
          <a:stretch/>
        </p:blipFill>
        <p:spPr>
          <a:xfrm>
            <a:off x="590550" y="1768475"/>
            <a:ext cx="5095875" cy="3397250"/>
          </a:xfrm>
          <a:prstGeom prst="rect">
            <a:avLst/>
          </a:prstGeom>
        </p:spPr>
      </p:pic>
      <p:sp>
        <p:nvSpPr>
          <p:cNvPr id="5" name="正方形/長方形 4">
            <a:extLst>
              <a:ext uri="{FF2B5EF4-FFF2-40B4-BE49-F238E27FC236}">
                <a16:creationId xmlns:a16="http://schemas.microsoft.com/office/drawing/2014/main" id="{66D11C51-0EB9-48CC-9BD6-C343D86D144E}"/>
              </a:ext>
            </a:extLst>
          </p:cNvPr>
          <p:cNvSpPr>
            <a:spLocks noGrp="1"/>
          </p:cNvSpPr>
          <p:nvPr/>
        </p:nvSpPr>
        <p:spPr>
          <a:xfrm>
            <a:off x="6496050" y="1609725"/>
            <a:ext cx="4095750" cy="495300"/>
          </a:xfrm>
          <a:prstGeom prst="rect">
            <a:avLst/>
          </a:prstGeom>
          <a:noFill/>
          <a:ln w="0">
            <a:noFill/>
          </a:ln>
        </p:spPr>
        <p:txBody>
          <a:bodyPr anchor="t">
            <a:noAutofit/>
          </a:bodyPr>
          <a:lstStyle/>
          <a:p>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正方形/長方形 5">
            <a:extLst>
              <a:ext uri="{FF2B5EF4-FFF2-40B4-BE49-F238E27FC236}">
                <a16:creationId xmlns:a16="http://schemas.microsoft.com/office/drawing/2014/main" id="{FA17C26B-E0E2-476F-B415-EAA4A68208FF}"/>
              </a:ext>
            </a:extLst>
          </p:cNvPr>
          <p:cNvSpPr>
            <a:spLocks noGrp="1"/>
          </p:cNvSpPr>
          <p:nvPr/>
        </p:nvSpPr>
        <p:spPr>
          <a:xfrm>
            <a:off x="6496050" y="22669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円/楕円 6">
            <a:extLst>
              <a:ext uri="{FF2B5EF4-FFF2-40B4-BE49-F238E27FC236}">
                <a16:creationId xmlns:a16="http://schemas.microsoft.com/office/drawing/2014/main" id="{70B1F212-9BC9-40AE-AB43-7E833A05BD86}"/>
              </a:ext>
            </a:extLst>
          </p:cNvPr>
          <p:cNvSpPr>
            <a:spLocks noGrp="1"/>
          </p:cNvSpPr>
          <p:nvPr/>
        </p:nvSpPr>
        <p:spPr>
          <a:xfrm>
            <a:off x="8258175" y="2276475"/>
            <a:ext cx="190500" cy="190500"/>
          </a:xfrm>
          <a:prstGeom prst="ellipse">
            <a:avLst/>
          </a:prstGeom>
          <a:solidFill>
            <a:srgbClr val="B84A3A"/>
          </a:solidFill>
          <a:ln w="9525">
            <a:solidFill>
              <a:srgbClr val="B84A3A"/>
            </a:solidFill>
          </a:ln>
        </p:spPr>
      </p:sp>
      <p:sp>
        <p:nvSpPr>
          <p:cNvPr id="8" name="円/楕円 7">
            <a:extLst>
              <a:ext uri="{FF2B5EF4-FFF2-40B4-BE49-F238E27FC236}">
                <a16:creationId xmlns:a16="http://schemas.microsoft.com/office/drawing/2014/main" id="{6566E69E-74A9-4A90-A533-BE4B5259C9DB}"/>
              </a:ext>
            </a:extLst>
          </p:cNvPr>
          <p:cNvSpPr>
            <a:spLocks noGrp="1"/>
          </p:cNvSpPr>
          <p:nvPr/>
        </p:nvSpPr>
        <p:spPr>
          <a:xfrm>
            <a:off x="8543925" y="2276475"/>
            <a:ext cx="190500" cy="190500"/>
          </a:xfrm>
          <a:prstGeom prst="ellipse">
            <a:avLst/>
          </a:prstGeom>
          <a:solidFill>
            <a:srgbClr val="FFFFFF"/>
          </a:solidFill>
          <a:ln w="9525">
            <a:solidFill>
              <a:srgbClr val="C7CFD2"/>
            </a:solidFill>
          </a:ln>
        </p:spPr>
      </p:sp>
      <p:sp>
        <p:nvSpPr>
          <p:cNvPr id="9" name="円/楕円 8">
            <a:extLst>
              <a:ext uri="{FF2B5EF4-FFF2-40B4-BE49-F238E27FC236}">
                <a16:creationId xmlns:a16="http://schemas.microsoft.com/office/drawing/2014/main" id="{E2F9F5B9-2A61-406E-AEDE-CAA76CEC1D56}"/>
              </a:ext>
            </a:extLst>
          </p:cNvPr>
          <p:cNvSpPr>
            <a:spLocks noGrp="1"/>
          </p:cNvSpPr>
          <p:nvPr/>
        </p:nvSpPr>
        <p:spPr>
          <a:xfrm>
            <a:off x="8829675" y="2276475"/>
            <a:ext cx="190500" cy="190500"/>
          </a:xfrm>
          <a:prstGeom prst="ellipse">
            <a:avLst/>
          </a:prstGeom>
          <a:solidFill>
            <a:srgbClr val="FFFFFF"/>
          </a:solidFill>
          <a:ln w="9525">
            <a:solidFill>
              <a:srgbClr val="C7CFD2"/>
            </a:solidFill>
          </a:ln>
        </p:spPr>
      </p:sp>
      <p:sp>
        <p:nvSpPr>
          <p:cNvPr id="10" name="円/楕円 9">
            <a:extLst>
              <a:ext uri="{FF2B5EF4-FFF2-40B4-BE49-F238E27FC236}">
                <a16:creationId xmlns:a16="http://schemas.microsoft.com/office/drawing/2014/main" id="{D7CF9453-DA61-45B6-86BD-E80DE69A2432}"/>
              </a:ext>
            </a:extLst>
          </p:cNvPr>
          <p:cNvSpPr>
            <a:spLocks noGrp="1"/>
          </p:cNvSpPr>
          <p:nvPr/>
        </p:nvSpPr>
        <p:spPr>
          <a:xfrm>
            <a:off x="9115425" y="2276475"/>
            <a:ext cx="190500" cy="190500"/>
          </a:xfrm>
          <a:prstGeom prst="ellipse">
            <a:avLst/>
          </a:prstGeom>
          <a:solidFill>
            <a:srgbClr val="FFFFFF"/>
          </a:solidFill>
          <a:ln w="9525">
            <a:solidFill>
              <a:srgbClr val="C7CFD2"/>
            </a:solidFill>
          </a:ln>
        </p:spPr>
      </p:sp>
      <p:sp>
        <p:nvSpPr>
          <p:cNvPr id="11" name="円/楕円 10">
            <a:extLst>
              <a:ext uri="{FF2B5EF4-FFF2-40B4-BE49-F238E27FC236}">
                <a16:creationId xmlns:a16="http://schemas.microsoft.com/office/drawing/2014/main" id="{35221B63-464A-45DF-969A-1977A153ECED}"/>
              </a:ext>
            </a:extLst>
          </p:cNvPr>
          <p:cNvSpPr>
            <a:spLocks noGrp="1"/>
          </p:cNvSpPr>
          <p:nvPr/>
        </p:nvSpPr>
        <p:spPr>
          <a:xfrm>
            <a:off x="9401175" y="2276475"/>
            <a:ext cx="190500" cy="190500"/>
          </a:xfrm>
          <a:prstGeom prst="ellipse">
            <a:avLst/>
          </a:prstGeom>
          <a:solidFill>
            <a:srgbClr val="FFFFFF"/>
          </a:solidFill>
          <a:ln w="9525">
            <a:solidFill>
              <a:srgbClr val="C7CFD2"/>
            </a:solidFill>
          </a:ln>
        </p:spPr>
      </p:sp>
      <p:sp>
        <p:nvSpPr>
          <p:cNvPr id="12" name="正方形/長方形 11">
            <a:extLst>
              <a:ext uri="{FF2B5EF4-FFF2-40B4-BE49-F238E27FC236}">
                <a16:creationId xmlns:a16="http://schemas.microsoft.com/office/drawing/2014/main" id="{238DED89-E67B-41CD-AC58-1F2E3BAF0F85}"/>
              </a:ext>
            </a:extLst>
          </p:cNvPr>
          <p:cNvSpPr>
            <a:spLocks noGrp="1"/>
          </p:cNvSpPr>
          <p:nvPr/>
        </p:nvSpPr>
        <p:spPr>
          <a:xfrm>
            <a:off x="9763125" y="2257425"/>
            <a:ext cx="304800" cy="304800"/>
          </a:xfrm>
          <a:prstGeom prst="rect">
            <a:avLst/>
          </a:prstGeom>
          <a:noFill/>
          <a:ln w="0">
            <a:noFill/>
          </a:ln>
        </p:spPr>
        <p:txBody>
          <a:bodyPr anchor="t">
            <a:noAutofit/>
          </a:bodyPr>
          <a:lstStyle/>
          <a:p>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正方形/長方形 12">
            <a:extLst>
              <a:ext uri="{FF2B5EF4-FFF2-40B4-BE49-F238E27FC236}">
                <a16:creationId xmlns:a16="http://schemas.microsoft.com/office/drawing/2014/main" id="{5726CC58-C471-481E-8ACF-43EB723A79C2}"/>
              </a:ext>
            </a:extLst>
          </p:cNvPr>
          <p:cNvSpPr>
            <a:spLocks noGrp="1"/>
          </p:cNvSpPr>
          <p:nvPr/>
        </p:nvSpPr>
        <p:spPr>
          <a:xfrm>
            <a:off x="6496050" y="28194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円/楕円 13">
            <a:extLst>
              <a:ext uri="{FF2B5EF4-FFF2-40B4-BE49-F238E27FC236}">
                <a16:creationId xmlns:a16="http://schemas.microsoft.com/office/drawing/2014/main" id="{AF40417C-5B80-459E-9150-FE359ECEAC3B}"/>
              </a:ext>
            </a:extLst>
          </p:cNvPr>
          <p:cNvSpPr>
            <a:spLocks noGrp="1"/>
          </p:cNvSpPr>
          <p:nvPr/>
        </p:nvSpPr>
        <p:spPr>
          <a:xfrm>
            <a:off x="8258175" y="2828925"/>
            <a:ext cx="190500" cy="190500"/>
          </a:xfrm>
          <a:prstGeom prst="ellipse">
            <a:avLst/>
          </a:prstGeom>
          <a:solidFill>
            <a:srgbClr val="B84A3A"/>
          </a:solidFill>
          <a:ln w="9525">
            <a:solidFill>
              <a:srgbClr val="B84A3A"/>
            </a:solidFill>
          </a:ln>
        </p:spPr>
      </p:sp>
      <p:sp>
        <p:nvSpPr>
          <p:cNvPr id="15" name="円/楕円 14">
            <a:extLst>
              <a:ext uri="{FF2B5EF4-FFF2-40B4-BE49-F238E27FC236}">
                <a16:creationId xmlns:a16="http://schemas.microsoft.com/office/drawing/2014/main" id="{6C496309-9898-4558-BB80-4D99E43804A1}"/>
              </a:ext>
            </a:extLst>
          </p:cNvPr>
          <p:cNvSpPr>
            <a:spLocks noGrp="1"/>
          </p:cNvSpPr>
          <p:nvPr/>
        </p:nvSpPr>
        <p:spPr>
          <a:xfrm>
            <a:off x="8543925" y="2828925"/>
            <a:ext cx="190500" cy="190500"/>
          </a:xfrm>
          <a:prstGeom prst="ellipse">
            <a:avLst/>
          </a:prstGeom>
          <a:solidFill>
            <a:srgbClr val="B84A3A"/>
          </a:solidFill>
          <a:ln w="9525">
            <a:solidFill>
              <a:srgbClr val="B84A3A"/>
            </a:solidFill>
          </a:ln>
        </p:spPr>
      </p:sp>
      <p:sp>
        <p:nvSpPr>
          <p:cNvPr id="16" name="円/楕円 15">
            <a:extLst>
              <a:ext uri="{FF2B5EF4-FFF2-40B4-BE49-F238E27FC236}">
                <a16:creationId xmlns:a16="http://schemas.microsoft.com/office/drawing/2014/main" id="{AC61E955-805B-439D-AA03-A16B92B511B4}"/>
              </a:ext>
            </a:extLst>
          </p:cNvPr>
          <p:cNvSpPr>
            <a:spLocks noGrp="1"/>
          </p:cNvSpPr>
          <p:nvPr/>
        </p:nvSpPr>
        <p:spPr>
          <a:xfrm>
            <a:off x="8829675" y="2828925"/>
            <a:ext cx="190500" cy="190500"/>
          </a:xfrm>
          <a:prstGeom prst="ellipse">
            <a:avLst/>
          </a:prstGeom>
          <a:solidFill>
            <a:srgbClr val="FFFFFF"/>
          </a:solidFill>
          <a:ln w="9525">
            <a:solidFill>
              <a:srgbClr val="C7CFD2"/>
            </a:solidFill>
          </a:ln>
        </p:spPr>
      </p:sp>
      <p:sp>
        <p:nvSpPr>
          <p:cNvPr id="17" name="円/楕円 16">
            <a:extLst>
              <a:ext uri="{FF2B5EF4-FFF2-40B4-BE49-F238E27FC236}">
                <a16:creationId xmlns:a16="http://schemas.microsoft.com/office/drawing/2014/main" id="{E3260343-5838-4195-82C1-6857DD699BED}"/>
              </a:ext>
            </a:extLst>
          </p:cNvPr>
          <p:cNvSpPr>
            <a:spLocks noGrp="1"/>
          </p:cNvSpPr>
          <p:nvPr/>
        </p:nvSpPr>
        <p:spPr>
          <a:xfrm>
            <a:off x="9115425" y="2828925"/>
            <a:ext cx="190500" cy="190500"/>
          </a:xfrm>
          <a:prstGeom prst="ellipse">
            <a:avLst/>
          </a:prstGeom>
          <a:solidFill>
            <a:srgbClr val="FFFFFF"/>
          </a:solidFill>
          <a:ln w="9525">
            <a:solidFill>
              <a:srgbClr val="C7CFD2"/>
            </a:solidFill>
          </a:ln>
        </p:spPr>
      </p:sp>
      <p:sp>
        <p:nvSpPr>
          <p:cNvPr id="18" name="円/楕円 17">
            <a:extLst>
              <a:ext uri="{FF2B5EF4-FFF2-40B4-BE49-F238E27FC236}">
                <a16:creationId xmlns:a16="http://schemas.microsoft.com/office/drawing/2014/main" id="{0FEE6E6F-B381-4397-8425-8F772B158AC2}"/>
              </a:ext>
            </a:extLst>
          </p:cNvPr>
          <p:cNvSpPr>
            <a:spLocks noGrp="1"/>
          </p:cNvSpPr>
          <p:nvPr/>
        </p:nvSpPr>
        <p:spPr>
          <a:xfrm>
            <a:off x="9401175" y="2828925"/>
            <a:ext cx="190500" cy="190500"/>
          </a:xfrm>
          <a:prstGeom prst="ellipse">
            <a:avLst/>
          </a:prstGeom>
          <a:solidFill>
            <a:srgbClr val="FFFFFF"/>
          </a:solidFill>
          <a:ln w="9525">
            <a:solidFill>
              <a:srgbClr val="C7CFD2"/>
            </a:solidFill>
          </a:ln>
        </p:spPr>
      </p:sp>
      <p:sp>
        <p:nvSpPr>
          <p:cNvPr id="19" name="正方形/長方形 18">
            <a:extLst>
              <a:ext uri="{FF2B5EF4-FFF2-40B4-BE49-F238E27FC236}">
                <a16:creationId xmlns:a16="http://schemas.microsoft.com/office/drawing/2014/main" id="{ADC35BB5-86CE-4DCF-8C5F-08EC72A1A5A3}"/>
              </a:ext>
            </a:extLst>
          </p:cNvPr>
          <p:cNvSpPr>
            <a:spLocks noGrp="1"/>
          </p:cNvSpPr>
          <p:nvPr/>
        </p:nvSpPr>
        <p:spPr>
          <a:xfrm>
            <a:off x="9763125" y="2809875"/>
            <a:ext cx="304800" cy="304800"/>
          </a:xfrm>
          <a:prstGeom prst="rect">
            <a:avLst/>
          </a:prstGeom>
          <a:noFill/>
          <a:ln w="0">
            <a:noFill/>
          </a:ln>
        </p:spPr>
        <p:txBody>
          <a:bodyPr anchor="t">
            <a:noAutofit/>
          </a:bodyPr>
          <a:lstStyle/>
          <a:p>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正方形/長方形 19">
            <a:extLst>
              <a:ext uri="{FF2B5EF4-FFF2-40B4-BE49-F238E27FC236}">
                <a16:creationId xmlns:a16="http://schemas.microsoft.com/office/drawing/2014/main" id="{426D053D-F1AD-4AA2-AFEA-1D5F216AEAC8}"/>
              </a:ext>
            </a:extLst>
          </p:cNvPr>
          <p:cNvSpPr>
            <a:spLocks noGrp="1"/>
          </p:cNvSpPr>
          <p:nvPr/>
        </p:nvSpPr>
        <p:spPr>
          <a:xfrm>
            <a:off x="6496050" y="33718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円/楕円 20">
            <a:extLst>
              <a:ext uri="{FF2B5EF4-FFF2-40B4-BE49-F238E27FC236}">
                <a16:creationId xmlns:a16="http://schemas.microsoft.com/office/drawing/2014/main" id="{BD50BF8E-A34C-4EB5-B685-43D3D51D2202}"/>
              </a:ext>
            </a:extLst>
          </p:cNvPr>
          <p:cNvSpPr>
            <a:spLocks noGrp="1"/>
          </p:cNvSpPr>
          <p:nvPr/>
        </p:nvSpPr>
        <p:spPr>
          <a:xfrm>
            <a:off x="8258175" y="3381375"/>
            <a:ext cx="190500" cy="190500"/>
          </a:xfrm>
          <a:prstGeom prst="ellipse">
            <a:avLst/>
          </a:prstGeom>
          <a:solidFill>
            <a:srgbClr val="B84A3A"/>
          </a:solidFill>
          <a:ln w="9525">
            <a:solidFill>
              <a:srgbClr val="B84A3A"/>
            </a:solidFill>
          </a:ln>
        </p:spPr>
      </p:sp>
      <p:sp>
        <p:nvSpPr>
          <p:cNvPr id="22" name="円/楕円 21">
            <a:extLst>
              <a:ext uri="{FF2B5EF4-FFF2-40B4-BE49-F238E27FC236}">
                <a16:creationId xmlns:a16="http://schemas.microsoft.com/office/drawing/2014/main" id="{BCE40123-E8F6-4F7E-B80B-03ABD73AF828}"/>
              </a:ext>
            </a:extLst>
          </p:cNvPr>
          <p:cNvSpPr>
            <a:spLocks noGrp="1"/>
          </p:cNvSpPr>
          <p:nvPr/>
        </p:nvSpPr>
        <p:spPr>
          <a:xfrm>
            <a:off x="8543925" y="3381375"/>
            <a:ext cx="190500" cy="190500"/>
          </a:xfrm>
          <a:prstGeom prst="ellipse">
            <a:avLst/>
          </a:prstGeom>
          <a:solidFill>
            <a:srgbClr val="FFFFFF"/>
          </a:solidFill>
          <a:ln w="9525">
            <a:solidFill>
              <a:srgbClr val="C7CFD2"/>
            </a:solidFill>
          </a:ln>
        </p:spPr>
      </p:sp>
      <p:sp>
        <p:nvSpPr>
          <p:cNvPr id="23" name="円/楕円 22">
            <a:extLst>
              <a:ext uri="{FF2B5EF4-FFF2-40B4-BE49-F238E27FC236}">
                <a16:creationId xmlns:a16="http://schemas.microsoft.com/office/drawing/2014/main" id="{C438AE41-4709-4F34-A264-D2EC2C50188E}"/>
              </a:ext>
            </a:extLst>
          </p:cNvPr>
          <p:cNvSpPr>
            <a:spLocks noGrp="1"/>
          </p:cNvSpPr>
          <p:nvPr/>
        </p:nvSpPr>
        <p:spPr>
          <a:xfrm>
            <a:off x="8829675" y="3381375"/>
            <a:ext cx="190500" cy="190500"/>
          </a:xfrm>
          <a:prstGeom prst="ellipse">
            <a:avLst/>
          </a:prstGeom>
          <a:solidFill>
            <a:srgbClr val="FFFFFF"/>
          </a:solidFill>
          <a:ln w="9525">
            <a:solidFill>
              <a:srgbClr val="C7CFD2"/>
            </a:solidFill>
          </a:ln>
        </p:spPr>
      </p:sp>
      <p:sp>
        <p:nvSpPr>
          <p:cNvPr id="24" name="円/楕円 23">
            <a:extLst>
              <a:ext uri="{FF2B5EF4-FFF2-40B4-BE49-F238E27FC236}">
                <a16:creationId xmlns:a16="http://schemas.microsoft.com/office/drawing/2014/main" id="{49F13776-CF72-417F-9173-AF90F20C099F}"/>
              </a:ext>
            </a:extLst>
          </p:cNvPr>
          <p:cNvSpPr>
            <a:spLocks noGrp="1"/>
          </p:cNvSpPr>
          <p:nvPr/>
        </p:nvSpPr>
        <p:spPr>
          <a:xfrm>
            <a:off x="9115425" y="3381375"/>
            <a:ext cx="190500" cy="190500"/>
          </a:xfrm>
          <a:prstGeom prst="ellipse">
            <a:avLst/>
          </a:prstGeom>
          <a:solidFill>
            <a:srgbClr val="FFFFFF"/>
          </a:solidFill>
          <a:ln w="9525">
            <a:solidFill>
              <a:srgbClr val="C7CFD2"/>
            </a:solidFill>
          </a:ln>
        </p:spPr>
      </p:sp>
      <p:sp>
        <p:nvSpPr>
          <p:cNvPr id="25" name="円/楕円 24">
            <a:extLst>
              <a:ext uri="{FF2B5EF4-FFF2-40B4-BE49-F238E27FC236}">
                <a16:creationId xmlns:a16="http://schemas.microsoft.com/office/drawing/2014/main" id="{DA936080-55EF-4237-B8E5-DD41DF49A21A}"/>
              </a:ext>
            </a:extLst>
          </p:cNvPr>
          <p:cNvSpPr>
            <a:spLocks noGrp="1"/>
          </p:cNvSpPr>
          <p:nvPr/>
        </p:nvSpPr>
        <p:spPr>
          <a:xfrm>
            <a:off x="9401175" y="3381375"/>
            <a:ext cx="190500" cy="190500"/>
          </a:xfrm>
          <a:prstGeom prst="ellipse">
            <a:avLst/>
          </a:prstGeom>
          <a:solidFill>
            <a:srgbClr val="FFFFFF"/>
          </a:solidFill>
          <a:ln w="9525">
            <a:solidFill>
              <a:srgbClr val="C7CFD2"/>
            </a:solidFill>
          </a:ln>
        </p:spPr>
      </p:sp>
      <p:sp>
        <p:nvSpPr>
          <p:cNvPr id="26" name="正方形/長方形 25">
            <a:extLst>
              <a:ext uri="{FF2B5EF4-FFF2-40B4-BE49-F238E27FC236}">
                <a16:creationId xmlns:a16="http://schemas.microsoft.com/office/drawing/2014/main" id="{83EC48A2-D459-42E4-AD53-9B47B8BE2783}"/>
              </a:ext>
            </a:extLst>
          </p:cNvPr>
          <p:cNvSpPr>
            <a:spLocks noGrp="1"/>
          </p:cNvSpPr>
          <p:nvPr/>
        </p:nvSpPr>
        <p:spPr>
          <a:xfrm>
            <a:off x="9763125" y="3362325"/>
            <a:ext cx="304800" cy="304800"/>
          </a:xfrm>
          <a:prstGeom prst="rect">
            <a:avLst/>
          </a:prstGeom>
          <a:noFill/>
          <a:ln w="0">
            <a:noFill/>
          </a:ln>
        </p:spPr>
        <p:txBody>
          <a:bodyPr anchor="t">
            <a:noAutofit/>
          </a:bodyPr>
          <a:lstStyle/>
          <a:p>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正方形/長方形 26">
            <a:extLst>
              <a:ext uri="{FF2B5EF4-FFF2-40B4-BE49-F238E27FC236}">
                <a16:creationId xmlns:a16="http://schemas.microsoft.com/office/drawing/2014/main" id="{F554C0CE-2E1F-442B-AD5B-F900CA444824}"/>
              </a:ext>
            </a:extLst>
          </p:cNvPr>
          <p:cNvSpPr>
            <a:spLocks noGrp="1"/>
          </p:cNvSpPr>
          <p:nvPr/>
        </p:nvSpPr>
        <p:spPr>
          <a:xfrm>
            <a:off x="6496050" y="39243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円/楕円 27">
            <a:extLst>
              <a:ext uri="{FF2B5EF4-FFF2-40B4-BE49-F238E27FC236}">
                <a16:creationId xmlns:a16="http://schemas.microsoft.com/office/drawing/2014/main" id="{F026BDC4-7CB1-4CA9-ADEA-07491FA687B2}"/>
              </a:ext>
            </a:extLst>
          </p:cNvPr>
          <p:cNvSpPr>
            <a:spLocks noGrp="1"/>
          </p:cNvSpPr>
          <p:nvPr/>
        </p:nvSpPr>
        <p:spPr>
          <a:xfrm>
            <a:off x="8258175" y="3933825"/>
            <a:ext cx="190500" cy="190500"/>
          </a:xfrm>
          <a:prstGeom prst="ellipse">
            <a:avLst/>
          </a:prstGeom>
          <a:solidFill>
            <a:srgbClr val="2E6178"/>
          </a:solidFill>
          <a:ln w="9525">
            <a:solidFill>
              <a:srgbClr val="2E6178"/>
            </a:solidFill>
          </a:ln>
        </p:spPr>
      </p:sp>
      <p:sp>
        <p:nvSpPr>
          <p:cNvPr id="29" name="円/楕円 28">
            <a:extLst>
              <a:ext uri="{FF2B5EF4-FFF2-40B4-BE49-F238E27FC236}">
                <a16:creationId xmlns:a16="http://schemas.microsoft.com/office/drawing/2014/main" id="{0E7D4FFF-DBF5-420E-B364-591C16A7AEAC}"/>
              </a:ext>
            </a:extLst>
          </p:cNvPr>
          <p:cNvSpPr>
            <a:spLocks noGrp="1"/>
          </p:cNvSpPr>
          <p:nvPr/>
        </p:nvSpPr>
        <p:spPr>
          <a:xfrm>
            <a:off x="8543925" y="3933825"/>
            <a:ext cx="190500" cy="190500"/>
          </a:xfrm>
          <a:prstGeom prst="ellipse">
            <a:avLst/>
          </a:prstGeom>
          <a:solidFill>
            <a:srgbClr val="2E6178"/>
          </a:solidFill>
          <a:ln w="9525">
            <a:solidFill>
              <a:srgbClr val="2E6178"/>
            </a:solidFill>
          </a:ln>
        </p:spPr>
      </p:sp>
      <p:sp>
        <p:nvSpPr>
          <p:cNvPr id="30" name="円/楕円 29">
            <a:extLst>
              <a:ext uri="{FF2B5EF4-FFF2-40B4-BE49-F238E27FC236}">
                <a16:creationId xmlns:a16="http://schemas.microsoft.com/office/drawing/2014/main" id="{1399E4A7-8CB0-4795-A0B4-2280AC9F9785}"/>
              </a:ext>
            </a:extLst>
          </p:cNvPr>
          <p:cNvSpPr>
            <a:spLocks noGrp="1"/>
          </p:cNvSpPr>
          <p:nvPr/>
        </p:nvSpPr>
        <p:spPr>
          <a:xfrm>
            <a:off x="8829675" y="3933825"/>
            <a:ext cx="190500" cy="190500"/>
          </a:xfrm>
          <a:prstGeom prst="ellipse">
            <a:avLst/>
          </a:prstGeom>
          <a:solidFill>
            <a:srgbClr val="2E6178"/>
          </a:solidFill>
          <a:ln w="9525">
            <a:solidFill>
              <a:srgbClr val="2E6178"/>
            </a:solidFill>
          </a:ln>
        </p:spPr>
      </p:sp>
      <p:sp>
        <p:nvSpPr>
          <p:cNvPr id="31" name="円/楕円 30">
            <a:extLst>
              <a:ext uri="{FF2B5EF4-FFF2-40B4-BE49-F238E27FC236}">
                <a16:creationId xmlns:a16="http://schemas.microsoft.com/office/drawing/2014/main" id="{FC79B81D-729E-4BCC-9F93-6160BA399137}"/>
              </a:ext>
            </a:extLst>
          </p:cNvPr>
          <p:cNvSpPr>
            <a:spLocks noGrp="1"/>
          </p:cNvSpPr>
          <p:nvPr/>
        </p:nvSpPr>
        <p:spPr>
          <a:xfrm>
            <a:off x="9115425" y="3933825"/>
            <a:ext cx="190500" cy="190500"/>
          </a:xfrm>
          <a:prstGeom prst="ellipse">
            <a:avLst/>
          </a:prstGeom>
          <a:solidFill>
            <a:srgbClr val="2E6178"/>
          </a:solidFill>
          <a:ln w="9525">
            <a:solidFill>
              <a:srgbClr val="2E6178"/>
            </a:solidFill>
          </a:ln>
        </p:spPr>
      </p:sp>
      <p:sp>
        <p:nvSpPr>
          <p:cNvPr id="32" name="円/楕円 31">
            <a:extLst>
              <a:ext uri="{FF2B5EF4-FFF2-40B4-BE49-F238E27FC236}">
                <a16:creationId xmlns:a16="http://schemas.microsoft.com/office/drawing/2014/main" id="{1C507C85-7F68-4EF2-B38C-03E5A9ED16B8}"/>
              </a:ext>
            </a:extLst>
          </p:cNvPr>
          <p:cNvSpPr>
            <a:spLocks noGrp="1"/>
          </p:cNvSpPr>
          <p:nvPr/>
        </p:nvSpPr>
        <p:spPr>
          <a:xfrm>
            <a:off x="9401175" y="3933825"/>
            <a:ext cx="190500" cy="190500"/>
          </a:xfrm>
          <a:prstGeom prst="ellipse">
            <a:avLst/>
          </a:prstGeom>
          <a:solidFill>
            <a:srgbClr val="2E6178"/>
          </a:solidFill>
          <a:ln w="9525">
            <a:solidFill>
              <a:srgbClr val="2E6178"/>
            </a:solidFill>
          </a:ln>
        </p:spPr>
      </p:sp>
      <p:sp>
        <p:nvSpPr>
          <p:cNvPr id="33" name="正方形/長方形 32">
            <a:extLst>
              <a:ext uri="{FF2B5EF4-FFF2-40B4-BE49-F238E27FC236}">
                <a16:creationId xmlns:a16="http://schemas.microsoft.com/office/drawing/2014/main" id="{B108BB27-AE98-41FE-816B-A10E1DE41AEC}"/>
              </a:ext>
            </a:extLst>
          </p:cNvPr>
          <p:cNvSpPr>
            <a:spLocks noGrp="1"/>
          </p:cNvSpPr>
          <p:nvPr/>
        </p:nvSpPr>
        <p:spPr>
          <a:xfrm>
            <a:off x="9763125" y="391477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正方形/長方形 33">
            <a:extLst>
              <a:ext uri="{FF2B5EF4-FFF2-40B4-BE49-F238E27FC236}">
                <a16:creationId xmlns:a16="http://schemas.microsoft.com/office/drawing/2014/main" id="{1CE65919-5E8A-4DB4-B97E-4EDBD6D6D9C8}"/>
              </a:ext>
            </a:extLst>
          </p:cNvPr>
          <p:cNvSpPr>
            <a:spLocks noGrp="1"/>
          </p:cNvSpPr>
          <p:nvPr/>
        </p:nvSpPr>
        <p:spPr>
          <a:xfrm>
            <a:off x="6496050" y="44767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円/楕円 34">
            <a:extLst>
              <a:ext uri="{FF2B5EF4-FFF2-40B4-BE49-F238E27FC236}">
                <a16:creationId xmlns:a16="http://schemas.microsoft.com/office/drawing/2014/main" id="{8304C8F0-1B24-41E9-84BD-7E6C4F52BF1E}"/>
              </a:ext>
            </a:extLst>
          </p:cNvPr>
          <p:cNvSpPr>
            <a:spLocks noGrp="1"/>
          </p:cNvSpPr>
          <p:nvPr/>
        </p:nvSpPr>
        <p:spPr>
          <a:xfrm>
            <a:off x="8258175" y="4486275"/>
            <a:ext cx="190500" cy="190500"/>
          </a:xfrm>
          <a:prstGeom prst="ellipse">
            <a:avLst/>
          </a:prstGeom>
          <a:solidFill>
            <a:srgbClr val="B84A3A"/>
          </a:solidFill>
          <a:ln w="9525">
            <a:solidFill>
              <a:srgbClr val="B84A3A"/>
            </a:solidFill>
          </a:ln>
        </p:spPr>
      </p:sp>
      <p:sp>
        <p:nvSpPr>
          <p:cNvPr id="36" name="円/楕円 35">
            <a:extLst>
              <a:ext uri="{FF2B5EF4-FFF2-40B4-BE49-F238E27FC236}">
                <a16:creationId xmlns:a16="http://schemas.microsoft.com/office/drawing/2014/main" id="{D3219410-E0A1-4CFC-852B-6607A007B068}"/>
              </a:ext>
            </a:extLst>
          </p:cNvPr>
          <p:cNvSpPr>
            <a:spLocks noGrp="1"/>
          </p:cNvSpPr>
          <p:nvPr/>
        </p:nvSpPr>
        <p:spPr>
          <a:xfrm>
            <a:off x="8543925" y="4486275"/>
            <a:ext cx="190500" cy="190500"/>
          </a:xfrm>
          <a:prstGeom prst="ellipse">
            <a:avLst/>
          </a:prstGeom>
          <a:solidFill>
            <a:srgbClr val="B84A3A"/>
          </a:solidFill>
          <a:ln w="9525">
            <a:solidFill>
              <a:srgbClr val="B84A3A"/>
            </a:solidFill>
          </a:ln>
        </p:spPr>
      </p:sp>
      <p:sp>
        <p:nvSpPr>
          <p:cNvPr id="37" name="円/楕円 36">
            <a:extLst>
              <a:ext uri="{FF2B5EF4-FFF2-40B4-BE49-F238E27FC236}">
                <a16:creationId xmlns:a16="http://schemas.microsoft.com/office/drawing/2014/main" id="{4365725A-3FA2-4B40-B374-7AF384EF9C1B}"/>
              </a:ext>
            </a:extLst>
          </p:cNvPr>
          <p:cNvSpPr>
            <a:spLocks noGrp="1"/>
          </p:cNvSpPr>
          <p:nvPr/>
        </p:nvSpPr>
        <p:spPr>
          <a:xfrm>
            <a:off x="8829675" y="4486275"/>
            <a:ext cx="190500" cy="190500"/>
          </a:xfrm>
          <a:prstGeom prst="ellipse">
            <a:avLst/>
          </a:prstGeom>
          <a:solidFill>
            <a:srgbClr val="FFFFFF"/>
          </a:solidFill>
          <a:ln w="9525">
            <a:solidFill>
              <a:srgbClr val="C7CFD2"/>
            </a:solidFill>
          </a:ln>
        </p:spPr>
      </p:sp>
      <p:sp>
        <p:nvSpPr>
          <p:cNvPr id="38" name="円/楕円 37">
            <a:extLst>
              <a:ext uri="{FF2B5EF4-FFF2-40B4-BE49-F238E27FC236}">
                <a16:creationId xmlns:a16="http://schemas.microsoft.com/office/drawing/2014/main" id="{601C7EEF-753F-4B09-B239-6FB02B34E04E}"/>
              </a:ext>
            </a:extLst>
          </p:cNvPr>
          <p:cNvSpPr>
            <a:spLocks noGrp="1"/>
          </p:cNvSpPr>
          <p:nvPr/>
        </p:nvSpPr>
        <p:spPr>
          <a:xfrm>
            <a:off x="9115425" y="4486275"/>
            <a:ext cx="190500" cy="190500"/>
          </a:xfrm>
          <a:prstGeom prst="ellipse">
            <a:avLst/>
          </a:prstGeom>
          <a:solidFill>
            <a:srgbClr val="FFFFFF"/>
          </a:solidFill>
          <a:ln w="9525">
            <a:solidFill>
              <a:srgbClr val="C7CFD2"/>
            </a:solidFill>
          </a:ln>
        </p:spPr>
      </p:sp>
      <p:sp>
        <p:nvSpPr>
          <p:cNvPr id="39" name="円/楕円 38">
            <a:extLst>
              <a:ext uri="{FF2B5EF4-FFF2-40B4-BE49-F238E27FC236}">
                <a16:creationId xmlns:a16="http://schemas.microsoft.com/office/drawing/2014/main" id="{57C3E2F4-6F46-46B7-B040-BFDFD11E9C44}"/>
              </a:ext>
            </a:extLst>
          </p:cNvPr>
          <p:cNvSpPr>
            <a:spLocks noGrp="1"/>
          </p:cNvSpPr>
          <p:nvPr/>
        </p:nvSpPr>
        <p:spPr>
          <a:xfrm>
            <a:off x="9401175" y="4486275"/>
            <a:ext cx="190500" cy="190500"/>
          </a:xfrm>
          <a:prstGeom prst="ellipse">
            <a:avLst/>
          </a:prstGeom>
          <a:solidFill>
            <a:srgbClr val="FFFFFF"/>
          </a:solidFill>
          <a:ln w="9525">
            <a:solidFill>
              <a:srgbClr val="C7CFD2"/>
            </a:solidFill>
          </a:ln>
        </p:spPr>
      </p:sp>
      <p:sp>
        <p:nvSpPr>
          <p:cNvPr id="40" name="正方形/長方形 39">
            <a:extLst>
              <a:ext uri="{FF2B5EF4-FFF2-40B4-BE49-F238E27FC236}">
                <a16:creationId xmlns:a16="http://schemas.microsoft.com/office/drawing/2014/main" id="{4D9A468A-8DEC-44D7-9943-10A7B10082B1}"/>
              </a:ext>
            </a:extLst>
          </p:cNvPr>
          <p:cNvSpPr>
            <a:spLocks noGrp="1"/>
          </p:cNvSpPr>
          <p:nvPr/>
        </p:nvSpPr>
        <p:spPr>
          <a:xfrm>
            <a:off x="9763125" y="4467225"/>
            <a:ext cx="304800" cy="304800"/>
          </a:xfrm>
          <a:prstGeom prst="rect">
            <a:avLst/>
          </a:prstGeom>
          <a:noFill/>
          <a:ln w="0">
            <a:noFill/>
          </a:ln>
        </p:spPr>
        <p:txBody>
          <a:bodyPr anchor="t">
            <a:noAutofit/>
          </a:bodyPr>
          <a:lstStyle/>
          <a:p>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正方形/長方形 40">
            <a:extLst>
              <a:ext uri="{FF2B5EF4-FFF2-40B4-BE49-F238E27FC236}">
                <a16:creationId xmlns:a16="http://schemas.microsoft.com/office/drawing/2014/main" id="{25A1A0FE-1AD4-4A97-948D-7F6D7B1AD09C}"/>
              </a:ext>
            </a:extLst>
          </p:cNvPr>
          <p:cNvSpPr>
            <a:spLocks noGrp="1"/>
          </p:cNvSpPr>
          <p:nvPr/>
        </p:nvSpPr>
        <p:spPr>
          <a:xfrm>
            <a:off x="6381750" y="5095875"/>
            <a:ext cx="4953000" cy="9525"/>
          </a:xfrm>
          <a:prstGeom prst="rect">
            <a:avLst/>
          </a:prstGeom>
          <a:solidFill>
            <a:srgbClr val="C7CFD2"/>
          </a:solidFill>
          <a:ln w="0">
            <a:noFill/>
          </a:ln>
        </p:spPr>
      </p:sp>
      <p:sp>
        <p:nvSpPr>
          <p:cNvPr id="42" name="正方形/長方形 41">
            <a:extLst>
              <a:ext uri="{FF2B5EF4-FFF2-40B4-BE49-F238E27FC236}">
                <a16:creationId xmlns:a16="http://schemas.microsoft.com/office/drawing/2014/main" id="{1C0D3090-493F-42E7-A3C2-1E43A5DA8299}"/>
              </a:ext>
            </a:extLst>
          </p:cNvPr>
          <p:cNvSpPr>
            <a:spLocks noGrp="1"/>
          </p:cNvSpPr>
          <p:nvPr/>
        </p:nvSpPr>
        <p:spPr>
          <a:xfrm>
            <a:off x="6496050" y="5314950"/>
            <a:ext cx="2857500" cy="381000"/>
          </a:xfrm>
          <a:prstGeom prst="rect">
            <a:avLst/>
          </a:prstGeom>
          <a:noFill/>
          <a:ln w="0">
            <a:noFill/>
          </a:ln>
        </p:spPr>
        <p:txBody>
          <a:bodyPr anchor="t">
            <a:noAutofit/>
          </a:bodyPr>
          <a:lstStyle/>
          <a:p>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正方形/長方形 42">
            <a:extLst>
              <a:ext uri="{FF2B5EF4-FFF2-40B4-BE49-F238E27FC236}">
                <a16:creationId xmlns:a16="http://schemas.microsoft.com/office/drawing/2014/main" id="{5E1FA226-711E-4870-87D6-EE2B83A27A2C}"/>
              </a:ext>
            </a:extLst>
          </p:cNvPr>
          <p:cNvSpPr>
            <a:spLocks noGrp="1"/>
          </p:cNvSpPr>
          <p:nvPr/>
        </p:nvSpPr>
        <p:spPr>
          <a:xfrm>
            <a:off x="6496050" y="5743575"/>
            <a:ext cx="4762500" cy="457200"/>
          </a:xfrm>
          <a:prstGeom prst="rect">
            <a:avLst/>
          </a:prstGeom>
          <a:noFill/>
          <a:ln w="0">
            <a:noFill/>
          </a:ln>
        </p:spPr>
        <p:txBody>
          <a:bodyPr anchor="t">
            <a:noAutofit/>
          </a:bodyPr>
          <a:lstStyle/>
          <a:p>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60717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44" name="正方形/長方形 43">
            <a:extLst>
              <a:ext uri="{FF2B5EF4-FFF2-40B4-BE49-F238E27FC236}">
                <a16:creationId xmlns:a16="http://schemas.microsoft.com/office/drawing/2014/main" id="{42CFF5BB-87CB-4EDA-95BC-0F52B8C22ED5}"/>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CAC9106D-57C9-4E16-9FFB-BA78882C4DC6}"/>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正方形/長方形 2">
            <a:extLst>
              <a:ext uri="{FF2B5EF4-FFF2-40B4-BE49-F238E27FC236}">
                <a16:creationId xmlns:a16="http://schemas.microsoft.com/office/drawing/2014/main" id="{7D1DE40D-5D4B-4299-A9D1-F2B09D17A587}"/>
              </a:ext>
            </a:extLst>
          </p:cNvPr>
          <p:cNvSpPr>
            <a:spLocks noGrp="1"/>
          </p:cNvSpPr>
          <p:nvPr/>
        </p:nvSpPr>
        <p:spPr>
          <a:xfrm>
            <a:off x="609600" y="1257300"/>
            <a:ext cx="10972800" cy="9525"/>
          </a:xfrm>
          <a:prstGeom prst="rect">
            <a:avLst/>
          </a:prstGeom>
          <a:solidFill>
            <a:srgbClr val="C7CFD2"/>
          </a:solidFill>
          <a:ln w="0">
            <a:noFill/>
          </a:ln>
        </p:spPr>
      </p:sp>
      <p:pic>
        <p:nvPicPr>
          <p:cNvPr id="47" name="図 46"/>
          <p:cNvPicPr>
            <a:picLocks noChangeAspect="1"/>
          </p:cNvPicPr>
          <p:nvPr/>
        </p:nvPicPr>
        <p:blipFill>
          <a:blip r:embed="rId3"/>
          <a:stretch/>
        </p:blipFill>
        <p:spPr>
          <a:xfrm>
            <a:off x="977324" y="1752600"/>
            <a:ext cx="4322327" cy="3429000"/>
          </a:xfrm>
          <a:prstGeom prst="rect">
            <a:avLst/>
          </a:prstGeom>
        </p:spPr>
      </p:pic>
      <p:sp>
        <p:nvSpPr>
          <p:cNvPr id="5" name="正方形/長方形 4">
            <a:extLst>
              <a:ext uri="{FF2B5EF4-FFF2-40B4-BE49-F238E27FC236}">
                <a16:creationId xmlns:a16="http://schemas.microsoft.com/office/drawing/2014/main" id="{3518CF2E-FA4B-4449-B80E-FB53AA3CA982}"/>
              </a:ext>
            </a:extLst>
          </p:cNvPr>
          <p:cNvSpPr>
            <a:spLocks noGrp="1"/>
          </p:cNvSpPr>
          <p:nvPr/>
        </p:nvSpPr>
        <p:spPr>
          <a:xfrm>
            <a:off x="6496050" y="1609725"/>
            <a:ext cx="4095750" cy="495300"/>
          </a:xfrm>
          <a:prstGeom prst="rect">
            <a:avLst/>
          </a:prstGeom>
          <a:noFill/>
          <a:ln w="0">
            <a:noFill/>
          </a:ln>
        </p:spPr>
        <p:txBody>
          <a:bodyPr anchor="t">
            <a:noAutofit/>
          </a:bodyPr>
          <a:lstStyle/>
          <a:p>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正方形/長方形 5">
            <a:extLst>
              <a:ext uri="{FF2B5EF4-FFF2-40B4-BE49-F238E27FC236}">
                <a16:creationId xmlns:a16="http://schemas.microsoft.com/office/drawing/2014/main" id="{8FA5A712-0FEF-4EE5-AE20-ACDB5F8436C2}"/>
              </a:ext>
            </a:extLst>
          </p:cNvPr>
          <p:cNvSpPr>
            <a:spLocks noGrp="1"/>
          </p:cNvSpPr>
          <p:nvPr/>
        </p:nvSpPr>
        <p:spPr>
          <a:xfrm>
            <a:off x="6496050" y="22669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円/楕円 6">
            <a:extLst>
              <a:ext uri="{FF2B5EF4-FFF2-40B4-BE49-F238E27FC236}">
                <a16:creationId xmlns:a16="http://schemas.microsoft.com/office/drawing/2014/main" id="{E6B885AF-E822-4061-B740-E74AAA622AF0}"/>
              </a:ext>
            </a:extLst>
          </p:cNvPr>
          <p:cNvSpPr>
            <a:spLocks noGrp="1"/>
          </p:cNvSpPr>
          <p:nvPr/>
        </p:nvSpPr>
        <p:spPr>
          <a:xfrm>
            <a:off x="8258175" y="2276475"/>
            <a:ext cx="190500" cy="190500"/>
          </a:xfrm>
          <a:prstGeom prst="ellipse">
            <a:avLst/>
          </a:prstGeom>
          <a:solidFill>
            <a:srgbClr val="2E6178"/>
          </a:solidFill>
          <a:ln w="9525">
            <a:solidFill>
              <a:srgbClr val="2E6178"/>
            </a:solidFill>
          </a:ln>
        </p:spPr>
      </p:sp>
      <p:sp>
        <p:nvSpPr>
          <p:cNvPr id="8" name="円/楕円 7">
            <a:extLst>
              <a:ext uri="{FF2B5EF4-FFF2-40B4-BE49-F238E27FC236}">
                <a16:creationId xmlns:a16="http://schemas.microsoft.com/office/drawing/2014/main" id="{B504C847-C0A9-49CD-8080-A40571B2940C}"/>
              </a:ext>
            </a:extLst>
          </p:cNvPr>
          <p:cNvSpPr>
            <a:spLocks noGrp="1"/>
          </p:cNvSpPr>
          <p:nvPr/>
        </p:nvSpPr>
        <p:spPr>
          <a:xfrm>
            <a:off x="8543925" y="2276475"/>
            <a:ext cx="190500" cy="190500"/>
          </a:xfrm>
          <a:prstGeom prst="ellipse">
            <a:avLst/>
          </a:prstGeom>
          <a:solidFill>
            <a:srgbClr val="2E6178"/>
          </a:solidFill>
          <a:ln w="9525">
            <a:solidFill>
              <a:srgbClr val="2E6178"/>
            </a:solidFill>
          </a:ln>
        </p:spPr>
      </p:sp>
      <p:sp>
        <p:nvSpPr>
          <p:cNvPr id="9" name="円/楕円 8">
            <a:extLst>
              <a:ext uri="{FF2B5EF4-FFF2-40B4-BE49-F238E27FC236}">
                <a16:creationId xmlns:a16="http://schemas.microsoft.com/office/drawing/2014/main" id="{643A946C-EDC7-4209-911B-157AE3A33E19}"/>
              </a:ext>
            </a:extLst>
          </p:cNvPr>
          <p:cNvSpPr>
            <a:spLocks noGrp="1"/>
          </p:cNvSpPr>
          <p:nvPr/>
        </p:nvSpPr>
        <p:spPr>
          <a:xfrm>
            <a:off x="8829675" y="2276475"/>
            <a:ext cx="190500" cy="190500"/>
          </a:xfrm>
          <a:prstGeom prst="ellipse">
            <a:avLst/>
          </a:prstGeom>
          <a:solidFill>
            <a:srgbClr val="2E6178"/>
          </a:solidFill>
          <a:ln w="9525">
            <a:solidFill>
              <a:srgbClr val="2E6178"/>
            </a:solidFill>
          </a:ln>
        </p:spPr>
      </p:sp>
      <p:sp>
        <p:nvSpPr>
          <p:cNvPr id="10" name="円/楕円 9">
            <a:extLst>
              <a:ext uri="{FF2B5EF4-FFF2-40B4-BE49-F238E27FC236}">
                <a16:creationId xmlns:a16="http://schemas.microsoft.com/office/drawing/2014/main" id="{1155071D-F208-4D95-B5D3-38E4FBF228DF}"/>
              </a:ext>
            </a:extLst>
          </p:cNvPr>
          <p:cNvSpPr>
            <a:spLocks noGrp="1"/>
          </p:cNvSpPr>
          <p:nvPr/>
        </p:nvSpPr>
        <p:spPr>
          <a:xfrm>
            <a:off x="9115425" y="2276475"/>
            <a:ext cx="190500" cy="190500"/>
          </a:xfrm>
          <a:prstGeom prst="ellipse">
            <a:avLst/>
          </a:prstGeom>
          <a:solidFill>
            <a:srgbClr val="2E6178"/>
          </a:solidFill>
          <a:ln w="9525">
            <a:solidFill>
              <a:srgbClr val="2E6178"/>
            </a:solidFill>
          </a:ln>
        </p:spPr>
      </p:sp>
      <p:sp>
        <p:nvSpPr>
          <p:cNvPr id="11" name="円/楕円 10">
            <a:extLst>
              <a:ext uri="{FF2B5EF4-FFF2-40B4-BE49-F238E27FC236}">
                <a16:creationId xmlns:a16="http://schemas.microsoft.com/office/drawing/2014/main" id="{74CCE3BA-1A79-492F-AF52-36DD58253610}"/>
              </a:ext>
            </a:extLst>
          </p:cNvPr>
          <p:cNvSpPr>
            <a:spLocks noGrp="1"/>
          </p:cNvSpPr>
          <p:nvPr/>
        </p:nvSpPr>
        <p:spPr>
          <a:xfrm>
            <a:off x="9401175" y="2276475"/>
            <a:ext cx="190500" cy="190500"/>
          </a:xfrm>
          <a:prstGeom prst="ellipse">
            <a:avLst/>
          </a:prstGeom>
          <a:solidFill>
            <a:srgbClr val="2E6178"/>
          </a:solidFill>
          <a:ln w="9525">
            <a:solidFill>
              <a:srgbClr val="2E6178"/>
            </a:solidFill>
          </a:ln>
        </p:spPr>
      </p:sp>
      <p:sp>
        <p:nvSpPr>
          <p:cNvPr id="12" name="正方形/長方形 11">
            <a:extLst>
              <a:ext uri="{FF2B5EF4-FFF2-40B4-BE49-F238E27FC236}">
                <a16:creationId xmlns:a16="http://schemas.microsoft.com/office/drawing/2014/main" id="{5D4B7321-97F0-4E3C-9A9C-EF60FC0A5415}"/>
              </a:ext>
            </a:extLst>
          </p:cNvPr>
          <p:cNvSpPr>
            <a:spLocks noGrp="1"/>
          </p:cNvSpPr>
          <p:nvPr/>
        </p:nvSpPr>
        <p:spPr>
          <a:xfrm>
            <a:off x="9763125" y="22574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正方形/長方形 12">
            <a:extLst>
              <a:ext uri="{FF2B5EF4-FFF2-40B4-BE49-F238E27FC236}">
                <a16:creationId xmlns:a16="http://schemas.microsoft.com/office/drawing/2014/main" id="{F266F76F-FC8F-4A9C-910C-BDE8D7241BC4}"/>
              </a:ext>
            </a:extLst>
          </p:cNvPr>
          <p:cNvSpPr>
            <a:spLocks noGrp="1"/>
          </p:cNvSpPr>
          <p:nvPr/>
        </p:nvSpPr>
        <p:spPr>
          <a:xfrm>
            <a:off x="6496050" y="28194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円/楕円 13">
            <a:extLst>
              <a:ext uri="{FF2B5EF4-FFF2-40B4-BE49-F238E27FC236}">
                <a16:creationId xmlns:a16="http://schemas.microsoft.com/office/drawing/2014/main" id="{96C92B70-EC18-4920-96C7-8775F2ABE631}"/>
              </a:ext>
            </a:extLst>
          </p:cNvPr>
          <p:cNvSpPr>
            <a:spLocks noGrp="1"/>
          </p:cNvSpPr>
          <p:nvPr/>
        </p:nvSpPr>
        <p:spPr>
          <a:xfrm>
            <a:off x="8258175" y="2828925"/>
            <a:ext cx="190500" cy="190500"/>
          </a:xfrm>
          <a:prstGeom prst="ellipse">
            <a:avLst/>
          </a:prstGeom>
          <a:solidFill>
            <a:srgbClr val="2E6178"/>
          </a:solidFill>
          <a:ln w="9525">
            <a:solidFill>
              <a:srgbClr val="2E6178"/>
            </a:solidFill>
          </a:ln>
        </p:spPr>
      </p:sp>
      <p:sp>
        <p:nvSpPr>
          <p:cNvPr id="15" name="円/楕円 14">
            <a:extLst>
              <a:ext uri="{FF2B5EF4-FFF2-40B4-BE49-F238E27FC236}">
                <a16:creationId xmlns:a16="http://schemas.microsoft.com/office/drawing/2014/main" id="{4005E561-795C-4D2F-AD30-120A0CA472BF}"/>
              </a:ext>
            </a:extLst>
          </p:cNvPr>
          <p:cNvSpPr>
            <a:spLocks noGrp="1"/>
          </p:cNvSpPr>
          <p:nvPr/>
        </p:nvSpPr>
        <p:spPr>
          <a:xfrm>
            <a:off x="8543925" y="2828925"/>
            <a:ext cx="190500" cy="190500"/>
          </a:xfrm>
          <a:prstGeom prst="ellipse">
            <a:avLst/>
          </a:prstGeom>
          <a:solidFill>
            <a:srgbClr val="2E6178"/>
          </a:solidFill>
          <a:ln w="9525">
            <a:solidFill>
              <a:srgbClr val="2E6178"/>
            </a:solidFill>
          </a:ln>
        </p:spPr>
      </p:sp>
      <p:sp>
        <p:nvSpPr>
          <p:cNvPr id="16" name="円/楕円 15">
            <a:extLst>
              <a:ext uri="{FF2B5EF4-FFF2-40B4-BE49-F238E27FC236}">
                <a16:creationId xmlns:a16="http://schemas.microsoft.com/office/drawing/2014/main" id="{633F0F0A-ABAE-4BE4-9E86-9B6BA9484635}"/>
              </a:ext>
            </a:extLst>
          </p:cNvPr>
          <p:cNvSpPr>
            <a:spLocks noGrp="1"/>
          </p:cNvSpPr>
          <p:nvPr/>
        </p:nvSpPr>
        <p:spPr>
          <a:xfrm>
            <a:off x="8829675" y="2828925"/>
            <a:ext cx="190500" cy="190500"/>
          </a:xfrm>
          <a:prstGeom prst="ellipse">
            <a:avLst/>
          </a:prstGeom>
          <a:solidFill>
            <a:srgbClr val="2E6178"/>
          </a:solidFill>
          <a:ln w="9525">
            <a:solidFill>
              <a:srgbClr val="2E6178"/>
            </a:solidFill>
          </a:ln>
        </p:spPr>
      </p:sp>
      <p:sp>
        <p:nvSpPr>
          <p:cNvPr id="17" name="円/楕円 16">
            <a:extLst>
              <a:ext uri="{FF2B5EF4-FFF2-40B4-BE49-F238E27FC236}">
                <a16:creationId xmlns:a16="http://schemas.microsoft.com/office/drawing/2014/main" id="{252D0EDD-D6C7-4CA9-A999-66465F55CCCE}"/>
              </a:ext>
            </a:extLst>
          </p:cNvPr>
          <p:cNvSpPr>
            <a:spLocks noGrp="1"/>
          </p:cNvSpPr>
          <p:nvPr/>
        </p:nvSpPr>
        <p:spPr>
          <a:xfrm>
            <a:off x="9115425" y="2828925"/>
            <a:ext cx="190500" cy="190500"/>
          </a:xfrm>
          <a:prstGeom prst="ellipse">
            <a:avLst/>
          </a:prstGeom>
          <a:solidFill>
            <a:srgbClr val="2E6178"/>
          </a:solidFill>
          <a:ln w="9525">
            <a:solidFill>
              <a:srgbClr val="2E6178"/>
            </a:solidFill>
          </a:ln>
        </p:spPr>
      </p:sp>
      <p:sp>
        <p:nvSpPr>
          <p:cNvPr id="18" name="円/楕円 17">
            <a:extLst>
              <a:ext uri="{FF2B5EF4-FFF2-40B4-BE49-F238E27FC236}">
                <a16:creationId xmlns:a16="http://schemas.microsoft.com/office/drawing/2014/main" id="{72454988-4290-4BA0-A561-477F1EDB845D}"/>
              </a:ext>
            </a:extLst>
          </p:cNvPr>
          <p:cNvSpPr>
            <a:spLocks noGrp="1"/>
          </p:cNvSpPr>
          <p:nvPr/>
        </p:nvSpPr>
        <p:spPr>
          <a:xfrm>
            <a:off x="9401175" y="2828925"/>
            <a:ext cx="190500" cy="190500"/>
          </a:xfrm>
          <a:prstGeom prst="ellipse">
            <a:avLst/>
          </a:prstGeom>
          <a:solidFill>
            <a:srgbClr val="2E6178"/>
          </a:solidFill>
          <a:ln w="9525">
            <a:solidFill>
              <a:srgbClr val="2E6178"/>
            </a:solidFill>
          </a:ln>
        </p:spPr>
      </p:sp>
      <p:sp>
        <p:nvSpPr>
          <p:cNvPr id="19" name="正方形/長方形 18">
            <a:extLst>
              <a:ext uri="{FF2B5EF4-FFF2-40B4-BE49-F238E27FC236}">
                <a16:creationId xmlns:a16="http://schemas.microsoft.com/office/drawing/2014/main" id="{CCB1695B-68BE-4B58-A9CE-B3A11F16F44F}"/>
              </a:ext>
            </a:extLst>
          </p:cNvPr>
          <p:cNvSpPr>
            <a:spLocks noGrp="1"/>
          </p:cNvSpPr>
          <p:nvPr/>
        </p:nvSpPr>
        <p:spPr>
          <a:xfrm>
            <a:off x="9763125" y="280987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正方形/長方形 19">
            <a:extLst>
              <a:ext uri="{FF2B5EF4-FFF2-40B4-BE49-F238E27FC236}">
                <a16:creationId xmlns:a16="http://schemas.microsoft.com/office/drawing/2014/main" id="{82FA3852-0D0E-4BFC-9B5E-66CB4D02FB0C}"/>
              </a:ext>
            </a:extLst>
          </p:cNvPr>
          <p:cNvSpPr>
            <a:spLocks noGrp="1"/>
          </p:cNvSpPr>
          <p:nvPr/>
        </p:nvSpPr>
        <p:spPr>
          <a:xfrm>
            <a:off x="6496050" y="33718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円/楕円 20">
            <a:extLst>
              <a:ext uri="{FF2B5EF4-FFF2-40B4-BE49-F238E27FC236}">
                <a16:creationId xmlns:a16="http://schemas.microsoft.com/office/drawing/2014/main" id="{531B8AC9-C2E4-4D65-AD3C-49B1B12C7688}"/>
              </a:ext>
            </a:extLst>
          </p:cNvPr>
          <p:cNvSpPr>
            <a:spLocks noGrp="1"/>
          </p:cNvSpPr>
          <p:nvPr/>
        </p:nvSpPr>
        <p:spPr>
          <a:xfrm>
            <a:off x="8258175" y="3381375"/>
            <a:ext cx="190500" cy="190500"/>
          </a:xfrm>
          <a:prstGeom prst="ellipse">
            <a:avLst/>
          </a:prstGeom>
          <a:solidFill>
            <a:srgbClr val="2E6178"/>
          </a:solidFill>
          <a:ln w="9525">
            <a:solidFill>
              <a:srgbClr val="2E6178"/>
            </a:solidFill>
          </a:ln>
        </p:spPr>
      </p:sp>
      <p:sp>
        <p:nvSpPr>
          <p:cNvPr id="22" name="円/楕円 21">
            <a:extLst>
              <a:ext uri="{FF2B5EF4-FFF2-40B4-BE49-F238E27FC236}">
                <a16:creationId xmlns:a16="http://schemas.microsoft.com/office/drawing/2014/main" id="{9B2D9E6C-3759-483C-9872-35C54165FC37}"/>
              </a:ext>
            </a:extLst>
          </p:cNvPr>
          <p:cNvSpPr>
            <a:spLocks noGrp="1"/>
          </p:cNvSpPr>
          <p:nvPr/>
        </p:nvSpPr>
        <p:spPr>
          <a:xfrm>
            <a:off x="8543925" y="3381375"/>
            <a:ext cx="190500" cy="190500"/>
          </a:xfrm>
          <a:prstGeom prst="ellipse">
            <a:avLst/>
          </a:prstGeom>
          <a:solidFill>
            <a:srgbClr val="2E6178"/>
          </a:solidFill>
          <a:ln w="9525">
            <a:solidFill>
              <a:srgbClr val="2E6178"/>
            </a:solidFill>
          </a:ln>
        </p:spPr>
      </p:sp>
      <p:sp>
        <p:nvSpPr>
          <p:cNvPr id="23" name="円/楕円 22">
            <a:extLst>
              <a:ext uri="{FF2B5EF4-FFF2-40B4-BE49-F238E27FC236}">
                <a16:creationId xmlns:a16="http://schemas.microsoft.com/office/drawing/2014/main" id="{671F525B-714A-4472-B160-5C70E248BD6C}"/>
              </a:ext>
            </a:extLst>
          </p:cNvPr>
          <p:cNvSpPr>
            <a:spLocks noGrp="1"/>
          </p:cNvSpPr>
          <p:nvPr/>
        </p:nvSpPr>
        <p:spPr>
          <a:xfrm>
            <a:off x="8829675" y="3381375"/>
            <a:ext cx="190500" cy="190500"/>
          </a:xfrm>
          <a:prstGeom prst="ellipse">
            <a:avLst/>
          </a:prstGeom>
          <a:solidFill>
            <a:srgbClr val="2E6178"/>
          </a:solidFill>
          <a:ln w="9525">
            <a:solidFill>
              <a:srgbClr val="2E6178"/>
            </a:solidFill>
          </a:ln>
        </p:spPr>
      </p:sp>
      <p:sp>
        <p:nvSpPr>
          <p:cNvPr id="24" name="円/楕円 23">
            <a:extLst>
              <a:ext uri="{FF2B5EF4-FFF2-40B4-BE49-F238E27FC236}">
                <a16:creationId xmlns:a16="http://schemas.microsoft.com/office/drawing/2014/main" id="{9C0D71C1-9909-406F-8F73-C9A908EEFB6C}"/>
              </a:ext>
            </a:extLst>
          </p:cNvPr>
          <p:cNvSpPr>
            <a:spLocks noGrp="1"/>
          </p:cNvSpPr>
          <p:nvPr/>
        </p:nvSpPr>
        <p:spPr>
          <a:xfrm>
            <a:off x="9115425" y="3381375"/>
            <a:ext cx="190500" cy="190500"/>
          </a:xfrm>
          <a:prstGeom prst="ellipse">
            <a:avLst/>
          </a:prstGeom>
          <a:solidFill>
            <a:srgbClr val="2E6178"/>
          </a:solidFill>
          <a:ln w="9525">
            <a:solidFill>
              <a:srgbClr val="2E6178"/>
            </a:solidFill>
          </a:ln>
        </p:spPr>
      </p:sp>
      <p:sp>
        <p:nvSpPr>
          <p:cNvPr id="25" name="円/楕円 24">
            <a:extLst>
              <a:ext uri="{FF2B5EF4-FFF2-40B4-BE49-F238E27FC236}">
                <a16:creationId xmlns:a16="http://schemas.microsoft.com/office/drawing/2014/main" id="{94DFC06C-08B3-4396-B6CB-DD75100B5D86}"/>
              </a:ext>
            </a:extLst>
          </p:cNvPr>
          <p:cNvSpPr>
            <a:spLocks noGrp="1"/>
          </p:cNvSpPr>
          <p:nvPr/>
        </p:nvSpPr>
        <p:spPr>
          <a:xfrm>
            <a:off x="9401175" y="3381375"/>
            <a:ext cx="190500" cy="190500"/>
          </a:xfrm>
          <a:prstGeom prst="ellipse">
            <a:avLst/>
          </a:prstGeom>
          <a:solidFill>
            <a:srgbClr val="2E6178"/>
          </a:solidFill>
          <a:ln w="9525">
            <a:solidFill>
              <a:srgbClr val="2E6178"/>
            </a:solidFill>
          </a:ln>
        </p:spPr>
      </p:sp>
      <p:sp>
        <p:nvSpPr>
          <p:cNvPr id="26" name="正方形/長方形 25">
            <a:extLst>
              <a:ext uri="{FF2B5EF4-FFF2-40B4-BE49-F238E27FC236}">
                <a16:creationId xmlns:a16="http://schemas.microsoft.com/office/drawing/2014/main" id="{D3160AA2-5AB9-48E6-974D-6458E0EAFC9F}"/>
              </a:ext>
            </a:extLst>
          </p:cNvPr>
          <p:cNvSpPr>
            <a:spLocks noGrp="1"/>
          </p:cNvSpPr>
          <p:nvPr/>
        </p:nvSpPr>
        <p:spPr>
          <a:xfrm>
            <a:off x="9763125" y="33623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正方形/長方形 26">
            <a:extLst>
              <a:ext uri="{FF2B5EF4-FFF2-40B4-BE49-F238E27FC236}">
                <a16:creationId xmlns:a16="http://schemas.microsoft.com/office/drawing/2014/main" id="{00956F2E-CADD-42D6-9DFD-33CAFE636E49}"/>
              </a:ext>
            </a:extLst>
          </p:cNvPr>
          <p:cNvSpPr>
            <a:spLocks noGrp="1"/>
          </p:cNvSpPr>
          <p:nvPr/>
        </p:nvSpPr>
        <p:spPr>
          <a:xfrm>
            <a:off x="6496050" y="39243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円/楕円 27">
            <a:extLst>
              <a:ext uri="{FF2B5EF4-FFF2-40B4-BE49-F238E27FC236}">
                <a16:creationId xmlns:a16="http://schemas.microsoft.com/office/drawing/2014/main" id="{E88153A3-F52F-4998-A6CC-1BC1EFBEA7B5}"/>
              </a:ext>
            </a:extLst>
          </p:cNvPr>
          <p:cNvSpPr>
            <a:spLocks noGrp="1"/>
          </p:cNvSpPr>
          <p:nvPr/>
        </p:nvSpPr>
        <p:spPr>
          <a:xfrm>
            <a:off x="8258175" y="3933825"/>
            <a:ext cx="190500" cy="190500"/>
          </a:xfrm>
          <a:prstGeom prst="ellipse">
            <a:avLst/>
          </a:prstGeom>
          <a:solidFill>
            <a:srgbClr val="B84A3A"/>
          </a:solidFill>
          <a:ln w="9525">
            <a:solidFill>
              <a:srgbClr val="B84A3A"/>
            </a:solidFill>
          </a:ln>
        </p:spPr>
      </p:sp>
      <p:sp>
        <p:nvSpPr>
          <p:cNvPr id="29" name="円/楕円 28">
            <a:extLst>
              <a:ext uri="{FF2B5EF4-FFF2-40B4-BE49-F238E27FC236}">
                <a16:creationId xmlns:a16="http://schemas.microsoft.com/office/drawing/2014/main" id="{5A4FCA40-CD98-4F7B-BA1E-E1032A3E8EF7}"/>
              </a:ext>
            </a:extLst>
          </p:cNvPr>
          <p:cNvSpPr>
            <a:spLocks noGrp="1"/>
          </p:cNvSpPr>
          <p:nvPr/>
        </p:nvSpPr>
        <p:spPr>
          <a:xfrm>
            <a:off x="8543925" y="3933825"/>
            <a:ext cx="190500" cy="190500"/>
          </a:xfrm>
          <a:prstGeom prst="ellipse">
            <a:avLst/>
          </a:prstGeom>
          <a:solidFill>
            <a:srgbClr val="B84A3A"/>
          </a:solidFill>
          <a:ln w="9525">
            <a:solidFill>
              <a:srgbClr val="B84A3A"/>
            </a:solidFill>
          </a:ln>
        </p:spPr>
      </p:sp>
      <p:sp>
        <p:nvSpPr>
          <p:cNvPr id="30" name="円/楕円 29">
            <a:extLst>
              <a:ext uri="{FF2B5EF4-FFF2-40B4-BE49-F238E27FC236}">
                <a16:creationId xmlns:a16="http://schemas.microsoft.com/office/drawing/2014/main" id="{4F2673AD-42D9-4E15-985F-5AFDF065EA18}"/>
              </a:ext>
            </a:extLst>
          </p:cNvPr>
          <p:cNvSpPr>
            <a:spLocks noGrp="1"/>
          </p:cNvSpPr>
          <p:nvPr/>
        </p:nvSpPr>
        <p:spPr>
          <a:xfrm>
            <a:off x="8829675" y="3933825"/>
            <a:ext cx="190500" cy="190500"/>
          </a:xfrm>
          <a:prstGeom prst="ellipse">
            <a:avLst/>
          </a:prstGeom>
          <a:solidFill>
            <a:srgbClr val="FFFFFF"/>
          </a:solidFill>
          <a:ln w="9525">
            <a:solidFill>
              <a:srgbClr val="C7CFD2"/>
            </a:solidFill>
          </a:ln>
        </p:spPr>
      </p:sp>
      <p:sp>
        <p:nvSpPr>
          <p:cNvPr id="31" name="円/楕円 30">
            <a:extLst>
              <a:ext uri="{FF2B5EF4-FFF2-40B4-BE49-F238E27FC236}">
                <a16:creationId xmlns:a16="http://schemas.microsoft.com/office/drawing/2014/main" id="{E6CF7627-0671-4F88-B7C7-AC3E6A95FDA8}"/>
              </a:ext>
            </a:extLst>
          </p:cNvPr>
          <p:cNvSpPr>
            <a:spLocks noGrp="1"/>
          </p:cNvSpPr>
          <p:nvPr/>
        </p:nvSpPr>
        <p:spPr>
          <a:xfrm>
            <a:off x="9115425" y="3933825"/>
            <a:ext cx="190500" cy="190500"/>
          </a:xfrm>
          <a:prstGeom prst="ellipse">
            <a:avLst/>
          </a:prstGeom>
          <a:solidFill>
            <a:srgbClr val="FFFFFF"/>
          </a:solidFill>
          <a:ln w="9525">
            <a:solidFill>
              <a:srgbClr val="C7CFD2"/>
            </a:solidFill>
          </a:ln>
        </p:spPr>
      </p:sp>
      <p:sp>
        <p:nvSpPr>
          <p:cNvPr id="32" name="円/楕円 31">
            <a:extLst>
              <a:ext uri="{FF2B5EF4-FFF2-40B4-BE49-F238E27FC236}">
                <a16:creationId xmlns:a16="http://schemas.microsoft.com/office/drawing/2014/main" id="{0F0D1EDF-BB6D-4D8A-8BE8-ADE10C71C6AA}"/>
              </a:ext>
            </a:extLst>
          </p:cNvPr>
          <p:cNvSpPr>
            <a:spLocks noGrp="1"/>
          </p:cNvSpPr>
          <p:nvPr/>
        </p:nvSpPr>
        <p:spPr>
          <a:xfrm>
            <a:off x="9401175" y="3933825"/>
            <a:ext cx="190500" cy="190500"/>
          </a:xfrm>
          <a:prstGeom prst="ellipse">
            <a:avLst/>
          </a:prstGeom>
          <a:solidFill>
            <a:srgbClr val="FFFFFF"/>
          </a:solidFill>
          <a:ln w="9525">
            <a:solidFill>
              <a:srgbClr val="C7CFD2"/>
            </a:solidFill>
          </a:ln>
        </p:spPr>
      </p:sp>
      <p:sp>
        <p:nvSpPr>
          <p:cNvPr id="33" name="正方形/長方形 32">
            <a:extLst>
              <a:ext uri="{FF2B5EF4-FFF2-40B4-BE49-F238E27FC236}">
                <a16:creationId xmlns:a16="http://schemas.microsoft.com/office/drawing/2014/main" id="{B4A9BAD8-6DAA-43C4-B2FB-977EFF754E18}"/>
              </a:ext>
            </a:extLst>
          </p:cNvPr>
          <p:cNvSpPr>
            <a:spLocks noGrp="1"/>
          </p:cNvSpPr>
          <p:nvPr/>
        </p:nvSpPr>
        <p:spPr>
          <a:xfrm>
            <a:off x="9763125" y="3914775"/>
            <a:ext cx="304800" cy="304800"/>
          </a:xfrm>
          <a:prstGeom prst="rect">
            <a:avLst/>
          </a:prstGeom>
          <a:noFill/>
          <a:ln w="0">
            <a:noFill/>
          </a:ln>
        </p:spPr>
        <p:txBody>
          <a:bodyPr anchor="t">
            <a:noAutofit/>
          </a:bodyPr>
          <a:lstStyle/>
          <a:p>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正方形/長方形 33">
            <a:extLst>
              <a:ext uri="{FF2B5EF4-FFF2-40B4-BE49-F238E27FC236}">
                <a16:creationId xmlns:a16="http://schemas.microsoft.com/office/drawing/2014/main" id="{33EE25BC-A579-4BB1-9233-7FB866F727A7}"/>
              </a:ext>
            </a:extLst>
          </p:cNvPr>
          <p:cNvSpPr>
            <a:spLocks noGrp="1"/>
          </p:cNvSpPr>
          <p:nvPr/>
        </p:nvSpPr>
        <p:spPr>
          <a:xfrm>
            <a:off x="6496050" y="44767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円/楕円 34">
            <a:extLst>
              <a:ext uri="{FF2B5EF4-FFF2-40B4-BE49-F238E27FC236}">
                <a16:creationId xmlns:a16="http://schemas.microsoft.com/office/drawing/2014/main" id="{D9041BC7-514F-40CB-A3BF-488069E1E85E}"/>
              </a:ext>
            </a:extLst>
          </p:cNvPr>
          <p:cNvSpPr>
            <a:spLocks noGrp="1"/>
          </p:cNvSpPr>
          <p:nvPr/>
        </p:nvSpPr>
        <p:spPr>
          <a:xfrm>
            <a:off x="8258175" y="4486275"/>
            <a:ext cx="190500" cy="190500"/>
          </a:xfrm>
          <a:prstGeom prst="ellipse">
            <a:avLst/>
          </a:prstGeom>
          <a:solidFill>
            <a:srgbClr val="2E6178"/>
          </a:solidFill>
          <a:ln w="9525">
            <a:solidFill>
              <a:srgbClr val="2E6178"/>
            </a:solidFill>
          </a:ln>
        </p:spPr>
      </p:sp>
      <p:sp>
        <p:nvSpPr>
          <p:cNvPr id="36" name="円/楕円 35">
            <a:extLst>
              <a:ext uri="{FF2B5EF4-FFF2-40B4-BE49-F238E27FC236}">
                <a16:creationId xmlns:a16="http://schemas.microsoft.com/office/drawing/2014/main" id="{D35D3E24-39A6-459A-A0B4-7BCFAD6C7F71}"/>
              </a:ext>
            </a:extLst>
          </p:cNvPr>
          <p:cNvSpPr>
            <a:spLocks noGrp="1"/>
          </p:cNvSpPr>
          <p:nvPr/>
        </p:nvSpPr>
        <p:spPr>
          <a:xfrm>
            <a:off x="8543925" y="4486275"/>
            <a:ext cx="190500" cy="190500"/>
          </a:xfrm>
          <a:prstGeom prst="ellipse">
            <a:avLst/>
          </a:prstGeom>
          <a:solidFill>
            <a:srgbClr val="2E6178"/>
          </a:solidFill>
          <a:ln w="9525">
            <a:solidFill>
              <a:srgbClr val="2E6178"/>
            </a:solidFill>
          </a:ln>
        </p:spPr>
      </p:sp>
      <p:sp>
        <p:nvSpPr>
          <p:cNvPr id="37" name="円/楕円 36">
            <a:extLst>
              <a:ext uri="{FF2B5EF4-FFF2-40B4-BE49-F238E27FC236}">
                <a16:creationId xmlns:a16="http://schemas.microsoft.com/office/drawing/2014/main" id="{27A508FC-8CF3-4FCE-88AD-400774652505}"/>
              </a:ext>
            </a:extLst>
          </p:cNvPr>
          <p:cNvSpPr>
            <a:spLocks noGrp="1"/>
          </p:cNvSpPr>
          <p:nvPr/>
        </p:nvSpPr>
        <p:spPr>
          <a:xfrm>
            <a:off x="8829675" y="4486275"/>
            <a:ext cx="190500" cy="190500"/>
          </a:xfrm>
          <a:prstGeom prst="ellipse">
            <a:avLst/>
          </a:prstGeom>
          <a:solidFill>
            <a:srgbClr val="2E6178"/>
          </a:solidFill>
          <a:ln w="9525">
            <a:solidFill>
              <a:srgbClr val="2E6178"/>
            </a:solidFill>
          </a:ln>
        </p:spPr>
      </p:sp>
      <p:sp>
        <p:nvSpPr>
          <p:cNvPr id="38" name="円/楕円 37">
            <a:extLst>
              <a:ext uri="{FF2B5EF4-FFF2-40B4-BE49-F238E27FC236}">
                <a16:creationId xmlns:a16="http://schemas.microsoft.com/office/drawing/2014/main" id="{F2B419DA-86FB-4860-8AE7-27F16A21FD7B}"/>
              </a:ext>
            </a:extLst>
          </p:cNvPr>
          <p:cNvSpPr>
            <a:spLocks noGrp="1"/>
          </p:cNvSpPr>
          <p:nvPr/>
        </p:nvSpPr>
        <p:spPr>
          <a:xfrm>
            <a:off x="9115425" y="4486275"/>
            <a:ext cx="190500" cy="190500"/>
          </a:xfrm>
          <a:prstGeom prst="ellipse">
            <a:avLst/>
          </a:prstGeom>
          <a:solidFill>
            <a:srgbClr val="FFFFFF"/>
          </a:solidFill>
          <a:ln w="9525">
            <a:solidFill>
              <a:srgbClr val="C7CFD2"/>
            </a:solidFill>
          </a:ln>
        </p:spPr>
      </p:sp>
      <p:sp>
        <p:nvSpPr>
          <p:cNvPr id="39" name="円/楕円 38">
            <a:extLst>
              <a:ext uri="{FF2B5EF4-FFF2-40B4-BE49-F238E27FC236}">
                <a16:creationId xmlns:a16="http://schemas.microsoft.com/office/drawing/2014/main" id="{35639C53-CD1D-4B41-B420-047746947790}"/>
              </a:ext>
            </a:extLst>
          </p:cNvPr>
          <p:cNvSpPr>
            <a:spLocks noGrp="1"/>
          </p:cNvSpPr>
          <p:nvPr/>
        </p:nvSpPr>
        <p:spPr>
          <a:xfrm>
            <a:off x="9401175" y="4486275"/>
            <a:ext cx="190500" cy="190500"/>
          </a:xfrm>
          <a:prstGeom prst="ellipse">
            <a:avLst/>
          </a:prstGeom>
          <a:solidFill>
            <a:srgbClr val="FFFFFF"/>
          </a:solidFill>
          <a:ln w="9525">
            <a:solidFill>
              <a:srgbClr val="C7CFD2"/>
            </a:solidFill>
          </a:ln>
        </p:spPr>
      </p:sp>
      <p:sp>
        <p:nvSpPr>
          <p:cNvPr id="40" name="正方形/長方形 39">
            <a:extLst>
              <a:ext uri="{FF2B5EF4-FFF2-40B4-BE49-F238E27FC236}">
                <a16:creationId xmlns:a16="http://schemas.microsoft.com/office/drawing/2014/main" id="{63E647AE-72C8-4A0E-ACAA-5F5875432F2E}"/>
              </a:ext>
            </a:extLst>
          </p:cNvPr>
          <p:cNvSpPr>
            <a:spLocks noGrp="1"/>
          </p:cNvSpPr>
          <p:nvPr/>
        </p:nvSpPr>
        <p:spPr>
          <a:xfrm>
            <a:off x="9763125" y="44672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正方形/長方形 40">
            <a:extLst>
              <a:ext uri="{FF2B5EF4-FFF2-40B4-BE49-F238E27FC236}">
                <a16:creationId xmlns:a16="http://schemas.microsoft.com/office/drawing/2014/main" id="{851F811C-57DE-4A30-86FD-E9F60B52C33B}"/>
              </a:ext>
            </a:extLst>
          </p:cNvPr>
          <p:cNvSpPr>
            <a:spLocks noGrp="1"/>
          </p:cNvSpPr>
          <p:nvPr/>
        </p:nvSpPr>
        <p:spPr>
          <a:xfrm>
            <a:off x="6381750" y="5095875"/>
            <a:ext cx="4953000" cy="9525"/>
          </a:xfrm>
          <a:prstGeom prst="rect">
            <a:avLst/>
          </a:prstGeom>
          <a:solidFill>
            <a:srgbClr val="C7CFD2"/>
          </a:solidFill>
          <a:ln w="0">
            <a:noFill/>
          </a:ln>
        </p:spPr>
      </p:sp>
      <p:sp>
        <p:nvSpPr>
          <p:cNvPr id="42" name="正方形/長方形 41">
            <a:extLst>
              <a:ext uri="{FF2B5EF4-FFF2-40B4-BE49-F238E27FC236}">
                <a16:creationId xmlns:a16="http://schemas.microsoft.com/office/drawing/2014/main" id="{924A882F-A0AC-494B-80A7-D3D819756294}"/>
              </a:ext>
            </a:extLst>
          </p:cNvPr>
          <p:cNvSpPr>
            <a:spLocks noGrp="1"/>
          </p:cNvSpPr>
          <p:nvPr/>
        </p:nvSpPr>
        <p:spPr>
          <a:xfrm>
            <a:off x="6496050" y="5314950"/>
            <a:ext cx="2857500" cy="381000"/>
          </a:xfrm>
          <a:prstGeom prst="rect">
            <a:avLst/>
          </a:prstGeom>
          <a:noFill/>
          <a:ln w="0">
            <a:noFill/>
          </a:ln>
        </p:spPr>
        <p:txBody>
          <a:bodyPr anchor="t">
            <a:noAutofit/>
          </a:bodyPr>
          <a:lstStyle/>
          <a:p>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正方形/長方形 42">
            <a:extLst>
              <a:ext uri="{FF2B5EF4-FFF2-40B4-BE49-F238E27FC236}">
                <a16:creationId xmlns:a16="http://schemas.microsoft.com/office/drawing/2014/main" id="{7130AAC7-BA69-4DEF-90E7-8171E1DA0AFD}"/>
              </a:ext>
            </a:extLst>
          </p:cNvPr>
          <p:cNvSpPr>
            <a:spLocks noGrp="1"/>
          </p:cNvSpPr>
          <p:nvPr/>
        </p:nvSpPr>
        <p:spPr>
          <a:xfrm>
            <a:off x="6496050" y="5743575"/>
            <a:ext cx="4762500" cy="45720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1739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45" name="正方形/長方形 44">
            <a:extLst>
              <a:ext uri="{FF2B5EF4-FFF2-40B4-BE49-F238E27FC236}">
                <a16:creationId xmlns:a16="http://schemas.microsoft.com/office/drawing/2014/main" id="{909BD3BF-8873-4619-96F0-434E31D1FAE4}"/>
              </a:ext>
            </a:extLst>
          </p:cNvPr>
          <p:cNvSpPr>
            <a:spLocks noGrp="1"/>
          </p:cNvSpPr>
          <p:nvPr/>
        </p:nvSpPr>
        <p:spPr>
          <a:xfrm>
            <a:off x="0" y="0"/>
            <a:ext cx="114300" cy="6858000"/>
          </a:xfrm>
          <a:prstGeom prst="rect">
            <a:avLst/>
          </a:prstGeom>
          <a:solidFill>
            <a:srgbClr val="4E7661"/>
          </a:solidFill>
          <a:ln w="0">
            <a:noFill/>
          </a:ln>
        </p:spPr>
      </p:sp>
      <p:sp>
        <p:nvSpPr>
          <p:cNvPr id="2" name="正方形/長方形 1">
            <a:extLst>
              <a:ext uri="{FF2B5EF4-FFF2-40B4-BE49-F238E27FC236}">
                <a16:creationId xmlns:a16="http://schemas.microsoft.com/office/drawing/2014/main" id="{3F92EF8F-909C-4975-B014-7E5E30109FC7}"/>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正方形/長方形 2">
            <a:extLst>
              <a:ext uri="{FF2B5EF4-FFF2-40B4-BE49-F238E27FC236}">
                <a16:creationId xmlns:a16="http://schemas.microsoft.com/office/drawing/2014/main" id="{3D733153-2A83-41B0-B855-4F1B59A50E19}"/>
              </a:ext>
            </a:extLst>
          </p:cNvPr>
          <p:cNvSpPr>
            <a:spLocks noGrp="1"/>
          </p:cNvSpPr>
          <p:nvPr/>
        </p:nvSpPr>
        <p:spPr>
          <a:xfrm>
            <a:off x="609600" y="1257300"/>
            <a:ext cx="10972800" cy="9525"/>
          </a:xfrm>
          <a:prstGeom prst="rect">
            <a:avLst/>
          </a:prstGeom>
          <a:solidFill>
            <a:srgbClr val="C7CFD2"/>
          </a:solidFill>
          <a:ln w="0">
            <a:noFill/>
          </a:ln>
        </p:spPr>
      </p:sp>
      <p:pic>
        <p:nvPicPr>
          <p:cNvPr id="48" name="図 47"/>
          <p:cNvPicPr>
            <a:picLocks noChangeAspect="1"/>
          </p:cNvPicPr>
          <p:nvPr/>
        </p:nvPicPr>
        <p:blipFill>
          <a:blip r:embed="rId3"/>
          <a:stretch/>
        </p:blipFill>
        <p:spPr>
          <a:xfrm>
            <a:off x="704850" y="1810401"/>
            <a:ext cx="5000625" cy="3332448"/>
          </a:xfrm>
          <a:prstGeom prst="rect">
            <a:avLst/>
          </a:prstGeom>
        </p:spPr>
      </p:pic>
      <p:sp>
        <p:nvSpPr>
          <p:cNvPr id="5" name="正方形/長方形 4">
            <a:extLst>
              <a:ext uri="{FF2B5EF4-FFF2-40B4-BE49-F238E27FC236}">
                <a16:creationId xmlns:a16="http://schemas.microsoft.com/office/drawing/2014/main" id="{13686FD2-291C-428F-8C44-EBEB3BCF4093}"/>
              </a:ext>
            </a:extLst>
          </p:cNvPr>
          <p:cNvSpPr>
            <a:spLocks noGrp="1"/>
          </p:cNvSpPr>
          <p:nvPr/>
        </p:nvSpPr>
        <p:spPr>
          <a:xfrm>
            <a:off x="6496050" y="1609725"/>
            <a:ext cx="4095750" cy="495300"/>
          </a:xfrm>
          <a:prstGeom prst="rect">
            <a:avLst/>
          </a:prstGeom>
          <a:noFill/>
          <a:ln w="0">
            <a:noFill/>
          </a:ln>
        </p:spPr>
        <p:txBody>
          <a:bodyPr anchor="t">
            <a:noAutofit/>
          </a:bodyPr>
          <a:lstStyle/>
          <a:p>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正方形/長方形 5">
            <a:extLst>
              <a:ext uri="{FF2B5EF4-FFF2-40B4-BE49-F238E27FC236}">
                <a16:creationId xmlns:a16="http://schemas.microsoft.com/office/drawing/2014/main" id="{8344A606-2613-4739-9F74-A07497C00292}"/>
              </a:ext>
            </a:extLst>
          </p:cNvPr>
          <p:cNvSpPr>
            <a:spLocks noGrp="1"/>
          </p:cNvSpPr>
          <p:nvPr/>
        </p:nvSpPr>
        <p:spPr>
          <a:xfrm>
            <a:off x="6496050" y="22669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円/楕円 6">
            <a:extLst>
              <a:ext uri="{FF2B5EF4-FFF2-40B4-BE49-F238E27FC236}">
                <a16:creationId xmlns:a16="http://schemas.microsoft.com/office/drawing/2014/main" id="{1C59E7DF-EE28-4D28-A592-230E58B688BC}"/>
              </a:ext>
            </a:extLst>
          </p:cNvPr>
          <p:cNvSpPr>
            <a:spLocks noGrp="1"/>
          </p:cNvSpPr>
          <p:nvPr/>
        </p:nvSpPr>
        <p:spPr>
          <a:xfrm>
            <a:off x="8258175" y="2276475"/>
            <a:ext cx="190500" cy="190500"/>
          </a:xfrm>
          <a:prstGeom prst="ellipse">
            <a:avLst/>
          </a:prstGeom>
          <a:solidFill>
            <a:srgbClr val="2E6178"/>
          </a:solidFill>
          <a:ln w="9525">
            <a:solidFill>
              <a:srgbClr val="2E6178"/>
            </a:solidFill>
          </a:ln>
        </p:spPr>
      </p:sp>
      <p:sp>
        <p:nvSpPr>
          <p:cNvPr id="8" name="円/楕円 7">
            <a:extLst>
              <a:ext uri="{FF2B5EF4-FFF2-40B4-BE49-F238E27FC236}">
                <a16:creationId xmlns:a16="http://schemas.microsoft.com/office/drawing/2014/main" id="{1DCDE1FE-9A17-41FC-A488-A60AB1C6C140}"/>
              </a:ext>
            </a:extLst>
          </p:cNvPr>
          <p:cNvSpPr>
            <a:spLocks noGrp="1"/>
          </p:cNvSpPr>
          <p:nvPr/>
        </p:nvSpPr>
        <p:spPr>
          <a:xfrm>
            <a:off x="8543925" y="2276475"/>
            <a:ext cx="190500" cy="190500"/>
          </a:xfrm>
          <a:prstGeom prst="ellipse">
            <a:avLst/>
          </a:prstGeom>
          <a:solidFill>
            <a:srgbClr val="2E6178"/>
          </a:solidFill>
          <a:ln w="9525">
            <a:solidFill>
              <a:srgbClr val="2E6178"/>
            </a:solidFill>
          </a:ln>
        </p:spPr>
      </p:sp>
      <p:sp>
        <p:nvSpPr>
          <p:cNvPr id="9" name="円/楕円 8">
            <a:extLst>
              <a:ext uri="{FF2B5EF4-FFF2-40B4-BE49-F238E27FC236}">
                <a16:creationId xmlns:a16="http://schemas.microsoft.com/office/drawing/2014/main" id="{828D751D-1707-481C-B7E0-E9DA0B12C8C7}"/>
              </a:ext>
            </a:extLst>
          </p:cNvPr>
          <p:cNvSpPr>
            <a:spLocks noGrp="1"/>
          </p:cNvSpPr>
          <p:nvPr/>
        </p:nvSpPr>
        <p:spPr>
          <a:xfrm>
            <a:off x="8829675" y="2276475"/>
            <a:ext cx="190500" cy="190500"/>
          </a:xfrm>
          <a:prstGeom prst="ellipse">
            <a:avLst/>
          </a:prstGeom>
          <a:solidFill>
            <a:srgbClr val="2E6178"/>
          </a:solidFill>
          <a:ln w="9525">
            <a:solidFill>
              <a:srgbClr val="2E6178"/>
            </a:solidFill>
          </a:ln>
        </p:spPr>
      </p:sp>
      <p:sp>
        <p:nvSpPr>
          <p:cNvPr id="10" name="円/楕円 9">
            <a:extLst>
              <a:ext uri="{FF2B5EF4-FFF2-40B4-BE49-F238E27FC236}">
                <a16:creationId xmlns:a16="http://schemas.microsoft.com/office/drawing/2014/main" id="{9E12DF72-A8F5-42F4-9F80-52A67D941597}"/>
              </a:ext>
            </a:extLst>
          </p:cNvPr>
          <p:cNvSpPr>
            <a:spLocks noGrp="1"/>
          </p:cNvSpPr>
          <p:nvPr/>
        </p:nvSpPr>
        <p:spPr>
          <a:xfrm>
            <a:off x="9115425" y="2276475"/>
            <a:ext cx="190500" cy="190500"/>
          </a:xfrm>
          <a:prstGeom prst="ellipse">
            <a:avLst/>
          </a:prstGeom>
          <a:solidFill>
            <a:srgbClr val="2E6178"/>
          </a:solidFill>
          <a:ln w="9525">
            <a:solidFill>
              <a:srgbClr val="2E6178"/>
            </a:solidFill>
          </a:ln>
        </p:spPr>
      </p:sp>
      <p:sp>
        <p:nvSpPr>
          <p:cNvPr id="11" name="円/楕円 10">
            <a:extLst>
              <a:ext uri="{FF2B5EF4-FFF2-40B4-BE49-F238E27FC236}">
                <a16:creationId xmlns:a16="http://schemas.microsoft.com/office/drawing/2014/main" id="{0CEF7FFB-9908-44FD-8DA4-E6A823A3AAAD}"/>
              </a:ext>
            </a:extLst>
          </p:cNvPr>
          <p:cNvSpPr>
            <a:spLocks noGrp="1"/>
          </p:cNvSpPr>
          <p:nvPr/>
        </p:nvSpPr>
        <p:spPr>
          <a:xfrm>
            <a:off x="9401175" y="2276475"/>
            <a:ext cx="190500" cy="190500"/>
          </a:xfrm>
          <a:prstGeom prst="ellipse">
            <a:avLst/>
          </a:prstGeom>
          <a:solidFill>
            <a:srgbClr val="FFFFFF"/>
          </a:solidFill>
          <a:ln w="9525">
            <a:solidFill>
              <a:srgbClr val="C7CFD2"/>
            </a:solidFill>
          </a:ln>
        </p:spPr>
      </p:sp>
      <p:sp>
        <p:nvSpPr>
          <p:cNvPr id="12" name="正方形/長方形 11">
            <a:extLst>
              <a:ext uri="{FF2B5EF4-FFF2-40B4-BE49-F238E27FC236}">
                <a16:creationId xmlns:a16="http://schemas.microsoft.com/office/drawing/2014/main" id="{712ED41F-CC14-4D2D-A29F-287A2C83E08D}"/>
              </a:ext>
            </a:extLst>
          </p:cNvPr>
          <p:cNvSpPr>
            <a:spLocks noGrp="1"/>
          </p:cNvSpPr>
          <p:nvPr/>
        </p:nvSpPr>
        <p:spPr>
          <a:xfrm>
            <a:off x="9763125" y="22574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正方形/長方形 12">
            <a:extLst>
              <a:ext uri="{FF2B5EF4-FFF2-40B4-BE49-F238E27FC236}">
                <a16:creationId xmlns:a16="http://schemas.microsoft.com/office/drawing/2014/main" id="{0657616E-D51F-4F30-B1F6-693C546F6AE2}"/>
              </a:ext>
            </a:extLst>
          </p:cNvPr>
          <p:cNvSpPr>
            <a:spLocks noGrp="1"/>
          </p:cNvSpPr>
          <p:nvPr/>
        </p:nvSpPr>
        <p:spPr>
          <a:xfrm>
            <a:off x="6496050" y="28194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円/楕円 13">
            <a:extLst>
              <a:ext uri="{FF2B5EF4-FFF2-40B4-BE49-F238E27FC236}">
                <a16:creationId xmlns:a16="http://schemas.microsoft.com/office/drawing/2014/main" id="{38278A9E-D4FF-49FE-AECF-0DD84FFF9B58}"/>
              </a:ext>
            </a:extLst>
          </p:cNvPr>
          <p:cNvSpPr>
            <a:spLocks noGrp="1"/>
          </p:cNvSpPr>
          <p:nvPr/>
        </p:nvSpPr>
        <p:spPr>
          <a:xfrm>
            <a:off x="8258175" y="2828925"/>
            <a:ext cx="190500" cy="190500"/>
          </a:xfrm>
          <a:prstGeom prst="ellipse">
            <a:avLst/>
          </a:prstGeom>
          <a:solidFill>
            <a:srgbClr val="2E6178"/>
          </a:solidFill>
          <a:ln w="9525">
            <a:solidFill>
              <a:srgbClr val="2E6178"/>
            </a:solidFill>
          </a:ln>
        </p:spPr>
      </p:sp>
      <p:sp>
        <p:nvSpPr>
          <p:cNvPr id="15" name="円/楕円 14">
            <a:extLst>
              <a:ext uri="{FF2B5EF4-FFF2-40B4-BE49-F238E27FC236}">
                <a16:creationId xmlns:a16="http://schemas.microsoft.com/office/drawing/2014/main" id="{38B301B0-38AE-4C3C-98AA-D1E013C07DDB}"/>
              </a:ext>
            </a:extLst>
          </p:cNvPr>
          <p:cNvSpPr>
            <a:spLocks noGrp="1"/>
          </p:cNvSpPr>
          <p:nvPr/>
        </p:nvSpPr>
        <p:spPr>
          <a:xfrm>
            <a:off x="8543925" y="2828925"/>
            <a:ext cx="190500" cy="190500"/>
          </a:xfrm>
          <a:prstGeom prst="ellipse">
            <a:avLst/>
          </a:prstGeom>
          <a:solidFill>
            <a:srgbClr val="2E6178"/>
          </a:solidFill>
          <a:ln w="9525">
            <a:solidFill>
              <a:srgbClr val="2E6178"/>
            </a:solidFill>
          </a:ln>
        </p:spPr>
      </p:sp>
      <p:sp>
        <p:nvSpPr>
          <p:cNvPr id="16" name="円/楕円 15">
            <a:extLst>
              <a:ext uri="{FF2B5EF4-FFF2-40B4-BE49-F238E27FC236}">
                <a16:creationId xmlns:a16="http://schemas.microsoft.com/office/drawing/2014/main" id="{460A8C05-CFD0-4C41-BDEF-5F9E2545DE62}"/>
              </a:ext>
            </a:extLst>
          </p:cNvPr>
          <p:cNvSpPr>
            <a:spLocks noGrp="1"/>
          </p:cNvSpPr>
          <p:nvPr/>
        </p:nvSpPr>
        <p:spPr>
          <a:xfrm>
            <a:off x="8829675" y="2828925"/>
            <a:ext cx="190500" cy="190500"/>
          </a:xfrm>
          <a:prstGeom prst="ellipse">
            <a:avLst/>
          </a:prstGeom>
          <a:solidFill>
            <a:srgbClr val="2E6178"/>
          </a:solidFill>
          <a:ln w="9525">
            <a:solidFill>
              <a:srgbClr val="2E6178"/>
            </a:solidFill>
          </a:ln>
        </p:spPr>
      </p:sp>
      <p:sp>
        <p:nvSpPr>
          <p:cNvPr id="17" name="円/楕円 16">
            <a:extLst>
              <a:ext uri="{FF2B5EF4-FFF2-40B4-BE49-F238E27FC236}">
                <a16:creationId xmlns:a16="http://schemas.microsoft.com/office/drawing/2014/main" id="{24CF5853-6AF5-4F37-940E-F782C8672745}"/>
              </a:ext>
            </a:extLst>
          </p:cNvPr>
          <p:cNvSpPr>
            <a:spLocks noGrp="1"/>
          </p:cNvSpPr>
          <p:nvPr/>
        </p:nvSpPr>
        <p:spPr>
          <a:xfrm>
            <a:off x="9115425" y="2828925"/>
            <a:ext cx="190500" cy="190500"/>
          </a:xfrm>
          <a:prstGeom prst="ellipse">
            <a:avLst/>
          </a:prstGeom>
          <a:solidFill>
            <a:srgbClr val="2E6178"/>
          </a:solidFill>
          <a:ln w="9525">
            <a:solidFill>
              <a:srgbClr val="2E6178"/>
            </a:solidFill>
          </a:ln>
        </p:spPr>
      </p:sp>
      <p:sp>
        <p:nvSpPr>
          <p:cNvPr id="18" name="円/楕円 17">
            <a:extLst>
              <a:ext uri="{FF2B5EF4-FFF2-40B4-BE49-F238E27FC236}">
                <a16:creationId xmlns:a16="http://schemas.microsoft.com/office/drawing/2014/main" id="{0E5403D9-EAA0-4162-A2E2-D8FD24B16678}"/>
              </a:ext>
            </a:extLst>
          </p:cNvPr>
          <p:cNvSpPr>
            <a:spLocks noGrp="1"/>
          </p:cNvSpPr>
          <p:nvPr/>
        </p:nvSpPr>
        <p:spPr>
          <a:xfrm>
            <a:off x="9401175" y="2828925"/>
            <a:ext cx="190500" cy="190500"/>
          </a:xfrm>
          <a:prstGeom prst="ellipse">
            <a:avLst/>
          </a:prstGeom>
          <a:solidFill>
            <a:srgbClr val="FFFFFF"/>
          </a:solidFill>
          <a:ln w="9525">
            <a:solidFill>
              <a:srgbClr val="C7CFD2"/>
            </a:solidFill>
          </a:ln>
        </p:spPr>
      </p:sp>
      <p:sp>
        <p:nvSpPr>
          <p:cNvPr id="19" name="正方形/長方形 18">
            <a:extLst>
              <a:ext uri="{FF2B5EF4-FFF2-40B4-BE49-F238E27FC236}">
                <a16:creationId xmlns:a16="http://schemas.microsoft.com/office/drawing/2014/main" id="{0F0696C2-64BC-461C-96F3-CCAA65C343CF}"/>
              </a:ext>
            </a:extLst>
          </p:cNvPr>
          <p:cNvSpPr>
            <a:spLocks noGrp="1"/>
          </p:cNvSpPr>
          <p:nvPr/>
        </p:nvSpPr>
        <p:spPr>
          <a:xfrm>
            <a:off x="9763125" y="280987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正方形/長方形 19">
            <a:extLst>
              <a:ext uri="{FF2B5EF4-FFF2-40B4-BE49-F238E27FC236}">
                <a16:creationId xmlns:a16="http://schemas.microsoft.com/office/drawing/2014/main" id="{820D9D26-0944-481A-AA6C-2E290A1CF6BA}"/>
              </a:ext>
            </a:extLst>
          </p:cNvPr>
          <p:cNvSpPr>
            <a:spLocks noGrp="1"/>
          </p:cNvSpPr>
          <p:nvPr/>
        </p:nvSpPr>
        <p:spPr>
          <a:xfrm>
            <a:off x="6496050" y="33718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円/楕円 20">
            <a:extLst>
              <a:ext uri="{FF2B5EF4-FFF2-40B4-BE49-F238E27FC236}">
                <a16:creationId xmlns:a16="http://schemas.microsoft.com/office/drawing/2014/main" id="{42322FEA-92E3-4FFC-81FB-540A42607CEB}"/>
              </a:ext>
            </a:extLst>
          </p:cNvPr>
          <p:cNvSpPr>
            <a:spLocks noGrp="1"/>
          </p:cNvSpPr>
          <p:nvPr/>
        </p:nvSpPr>
        <p:spPr>
          <a:xfrm>
            <a:off x="8258175" y="3381375"/>
            <a:ext cx="190500" cy="190500"/>
          </a:xfrm>
          <a:prstGeom prst="ellipse">
            <a:avLst/>
          </a:prstGeom>
          <a:solidFill>
            <a:srgbClr val="B84A3A"/>
          </a:solidFill>
          <a:ln w="9525">
            <a:solidFill>
              <a:srgbClr val="B84A3A"/>
            </a:solidFill>
          </a:ln>
        </p:spPr>
      </p:sp>
      <p:sp>
        <p:nvSpPr>
          <p:cNvPr id="22" name="円/楕円 21">
            <a:extLst>
              <a:ext uri="{FF2B5EF4-FFF2-40B4-BE49-F238E27FC236}">
                <a16:creationId xmlns:a16="http://schemas.microsoft.com/office/drawing/2014/main" id="{7FEB5BCC-E70D-4B33-AE73-73D5A4BF8B36}"/>
              </a:ext>
            </a:extLst>
          </p:cNvPr>
          <p:cNvSpPr>
            <a:spLocks noGrp="1"/>
          </p:cNvSpPr>
          <p:nvPr/>
        </p:nvSpPr>
        <p:spPr>
          <a:xfrm>
            <a:off x="8543925" y="3381375"/>
            <a:ext cx="190500" cy="190500"/>
          </a:xfrm>
          <a:prstGeom prst="ellipse">
            <a:avLst/>
          </a:prstGeom>
          <a:solidFill>
            <a:srgbClr val="B84A3A"/>
          </a:solidFill>
          <a:ln w="9525">
            <a:solidFill>
              <a:srgbClr val="B84A3A"/>
            </a:solidFill>
          </a:ln>
        </p:spPr>
      </p:sp>
      <p:sp>
        <p:nvSpPr>
          <p:cNvPr id="23" name="円/楕円 22">
            <a:extLst>
              <a:ext uri="{FF2B5EF4-FFF2-40B4-BE49-F238E27FC236}">
                <a16:creationId xmlns:a16="http://schemas.microsoft.com/office/drawing/2014/main" id="{8954A845-8448-4596-89EB-CE566D8A9DD4}"/>
              </a:ext>
            </a:extLst>
          </p:cNvPr>
          <p:cNvSpPr>
            <a:spLocks noGrp="1"/>
          </p:cNvSpPr>
          <p:nvPr/>
        </p:nvSpPr>
        <p:spPr>
          <a:xfrm>
            <a:off x="8829675" y="3381375"/>
            <a:ext cx="190500" cy="190500"/>
          </a:xfrm>
          <a:prstGeom prst="ellipse">
            <a:avLst/>
          </a:prstGeom>
          <a:solidFill>
            <a:srgbClr val="FFFFFF"/>
          </a:solidFill>
          <a:ln w="9525">
            <a:solidFill>
              <a:srgbClr val="C7CFD2"/>
            </a:solidFill>
          </a:ln>
        </p:spPr>
      </p:sp>
      <p:sp>
        <p:nvSpPr>
          <p:cNvPr id="24" name="円/楕円 23">
            <a:extLst>
              <a:ext uri="{FF2B5EF4-FFF2-40B4-BE49-F238E27FC236}">
                <a16:creationId xmlns:a16="http://schemas.microsoft.com/office/drawing/2014/main" id="{7576562C-DE93-493C-880F-081E10D5E7BB}"/>
              </a:ext>
            </a:extLst>
          </p:cNvPr>
          <p:cNvSpPr>
            <a:spLocks noGrp="1"/>
          </p:cNvSpPr>
          <p:nvPr/>
        </p:nvSpPr>
        <p:spPr>
          <a:xfrm>
            <a:off x="9115425" y="3381375"/>
            <a:ext cx="190500" cy="190500"/>
          </a:xfrm>
          <a:prstGeom prst="ellipse">
            <a:avLst/>
          </a:prstGeom>
          <a:solidFill>
            <a:srgbClr val="FFFFFF"/>
          </a:solidFill>
          <a:ln w="9525">
            <a:solidFill>
              <a:srgbClr val="C7CFD2"/>
            </a:solidFill>
          </a:ln>
        </p:spPr>
      </p:sp>
      <p:sp>
        <p:nvSpPr>
          <p:cNvPr id="25" name="円/楕円 24">
            <a:extLst>
              <a:ext uri="{FF2B5EF4-FFF2-40B4-BE49-F238E27FC236}">
                <a16:creationId xmlns:a16="http://schemas.microsoft.com/office/drawing/2014/main" id="{E1BEC48F-8318-4059-BD3A-3FE435179CEC}"/>
              </a:ext>
            </a:extLst>
          </p:cNvPr>
          <p:cNvSpPr>
            <a:spLocks noGrp="1"/>
          </p:cNvSpPr>
          <p:nvPr/>
        </p:nvSpPr>
        <p:spPr>
          <a:xfrm>
            <a:off x="9401175" y="3381375"/>
            <a:ext cx="190500" cy="190500"/>
          </a:xfrm>
          <a:prstGeom prst="ellipse">
            <a:avLst/>
          </a:prstGeom>
          <a:solidFill>
            <a:srgbClr val="FFFFFF"/>
          </a:solidFill>
          <a:ln w="9525">
            <a:solidFill>
              <a:srgbClr val="C7CFD2"/>
            </a:solidFill>
          </a:ln>
        </p:spPr>
      </p:sp>
      <p:sp>
        <p:nvSpPr>
          <p:cNvPr id="26" name="正方形/長方形 25">
            <a:extLst>
              <a:ext uri="{FF2B5EF4-FFF2-40B4-BE49-F238E27FC236}">
                <a16:creationId xmlns:a16="http://schemas.microsoft.com/office/drawing/2014/main" id="{69D90109-0939-4FBC-88EA-C14CA39C60B6}"/>
              </a:ext>
            </a:extLst>
          </p:cNvPr>
          <p:cNvSpPr>
            <a:spLocks noGrp="1"/>
          </p:cNvSpPr>
          <p:nvPr/>
        </p:nvSpPr>
        <p:spPr>
          <a:xfrm>
            <a:off x="9763125" y="3362325"/>
            <a:ext cx="304800" cy="304800"/>
          </a:xfrm>
          <a:prstGeom prst="rect">
            <a:avLst/>
          </a:prstGeom>
          <a:noFill/>
          <a:ln w="0">
            <a:noFill/>
          </a:ln>
        </p:spPr>
        <p:txBody>
          <a:bodyPr anchor="t">
            <a:noAutofit/>
          </a:bodyPr>
          <a:lstStyle/>
          <a:p>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正方形/長方形 26">
            <a:extLst>
              <a:ext uri="{FF2B5EF4-FFF2-40B4-BE49-F238E27FC236}">
                <a16:creationId xmlns:a16="http://schemas.microsoft.com/office/drawing/2014/main" id="{8F3108D1-CB54-4873-BEB8-74F42CE122A8}"/>
              </a:ext>
            </a:extLst>
          </p:cNvPr>
          <p:cNvSpPr>
            <a:spLocks noGrp="1"/>
          </p:cNvSpPr>
          <p:nvPr/>
        </p:nvSpPr>
        <p:spPr>
          <a:xfrm>
            <a:off x="6496050" y="39243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円/楕円 27">
            <a:extLst>
              <a:ext uri="{FF2B5EF4-FFF2-40B4-BE49-F238E27FC236}">
                <a16:creationId xmlns:a16="http://schemas.microsoft.com/office/drawing/2014/main" id="{48962637-18C5-4A53-867C-42D42D25A79A}"/>
              </a:ext>
            </a:extLst>
          </p:cNvPr>
          <p:cNvSpPr>
            <a:spLocks noGrp="1"/>
          </p:cNvSpPr>
          <p:nvPr/>
        </p:nvSpPr>
        <p:spPr>
          <a:xfrm>
            <a:off x="8258175" y="3933825"/>
            <a:ext cx="190500" cy="190500"/>
          </a:xfrm>
          <a:prstGeom prst="ellipse">
            <a:avLst/>
          </a:prstGeom>
          <a:solidFill>
            <a:srgbClr val="2E6178"/>
          </a:solidFill>
          <a:ln w="9525">
            <a:solidFill>
              <a:srgbClr val="2E6178"/>
            </a:solidFill>
          </a:ln>
        </p:spPr>
      </p:sp>
      <p:sp>
        <p:nvSpPr>
          <p:cNvPr id="29" name="円/楕円 28">
            <a:extLst>
              <a:ext uri="{FF2B5EF4-FFF2-40B4-BE49-F238E27FC236}">
                <a16:creationId xmlns:a16="http://schemas.microsoft.com/office/drawing/2014/main" id="{BF501359-ADC2-4FFB-BF55-411DB97122EB}"/>
              </a:ext>
            </a:extLst>
          </p:cNvPr>
          <p:cNvSpPr>
            <a:spLocks noGrp="1"/>
          </p:cNvSpPr>
          <p:nvPr/>
        </p:nvSpPr>
        <p:spPr>
          <a:xfrm>
            <a:off x="8543925" y="3933825"/>
            <a:ext cx="190500" cy="190500"/>
          </a:xfrm>
          <a:prstGeom prst="ellipse">
            <a:avLst/>
          </a:prstGeom>
          <a:solidFill>
            <a:srgbClr val="2E6178"/>
          </a:solidFill>
          <a:ln w="9525">
            <a:solidFill>
              <a:srgbClr val="2E6178"/>
            </a:solidFill>
          </a:ln>
        </p:spPr>
      </p:sp>
      <p:sp>
        <p:nvSpPr>
          <p:cNvPr id="30" name="円/楕円 29">
            <a:extLst>
              <a:ext uri="{FF2B5EF4-FFF2-40B4-BE49-F238E27FC236}">
                <a16:creationId xmlns:a16="http://schemas.microsoft.com/office/drawing/2014/main" id="{79772BB0-0BC5-497A-AED8-E7C378FB2F30}"/>
              </a:ext>
            </a:extLst>
          </p:cNvPr>
          <p:cNvSpPr>
            <a:spLocks noGrp="1"/>
          </p:cNvSpPr>
          <p:nvPr/>
        </p:nvSpPr>
        <p:spPr>
          <a:xfrm>
            <a:off x="8829675" y="3933825"/>
            <a:ext cx="190500" cy="190500"/>
          </a:xfrm>
          <a:prstGeom prst="ellipse">
            <a:avLst/>
          </a:prstGeom>
          <a:solidFill>
            <a:srgbClr val="2E6178"/>
          </a:solidFill>
          <a:ln w="9525">
            <a:solidFill>
              <a:srgbClr val="2E6178"/>
            </a:solidFill>
          </a:ln>
        </p:spPr>
      </p:sp>
      <p:sp>
        <p:nvSpPr>
          <p:cNvPr id="31" name="円/楕円 30">
            <a:extLst>
              <a:ext uri="{FF2B5EF4-FFF2-40B4-BE49-F238E27FC236}">
                <a16:creationId xmlns:a16="http://schemas.microsoft.com/office/drawing/2014/main" id="{6779F3E1-9DAC-4B25-B441-7CEE491A7546}"/>
              </a:ext>
            </a:extLst>
          </p:cNvPr>
          <p:cNvSpPr>
            <a:spLocks noGrp="1"/>
          </p:cNvSpPr>
          <p:nvPr/>
        </p:nvSpPr>
        <p:spPr>
          <a:xfrm>
            <a:off x="9115425" y="3933825"/>
            <a:ext cx="190500" cy="190500"/>
          </a:xfrm>
          <a:prstGeom prst="ellipse">
            <a:avLst/>
          </a:prstGeom>
          <a:solidFill>
            <a:srgbClr val="2E6178"/>
          </a:solidFill>
          <a:ln w="9525">
            <a:solidFill>
              <a:srgbClr val="2E6178"/>
            </a:solidFill>
          </a:ln>
        </p:spPr>
      </p:sp>
      <p:sp>
        <p:nvSpPr>
          <p:cNvPr id="32" name="円/楕円 31">
            <a:extLst>
              <a:ext uri="{FF2B5EF4-FFF2-40B4-BE49-F238E27FC236}">
                <a16:creationId xmlns:a16="http://schemas.microsoft.com/office/drawing/2014/main" id="{9362314C-1629-498F-8152-B035993AF0B4}"/>
              </a:ext>
            </a:extLst>
          </p:cNvPr>
          <p:cNvSpPr>
            <a:spLocks noGrp="1"/>
          </p:cNvSpPr>
          <p:nvPr/>
        </p:nvSpPr>
        <p:spPr>
          <a:xfrm>
            <a:off x="9401175" y="3933825"/>
            <a:ext cx="190500" cy="190500"/>
          </a:xfrm>
          <a:prstGeom prst="ellipse">
            <a:avLst/>
          </a:prstGeom>
          <a:solidFill>
            <a:srgbClr val="2E6178"/>
          </a:solidFill>
          <a:ln w="9525">
            <a:solidFill>
              <a:srgbClr val="2E6178"/>
            </a:solidFill>
          </a:ln>
        </p:spPr>
      </p:sp>
      <p:sp>
        <p:nvSpPr>
          <p:cNvPr id="33" name="正方形/長方形 32">
            <a:extLst>
              <a:ext uri="{FF2B5EF4-FFF2-40B4-BE49-F238E27FC236}">
                <a16:creationId xmlns:a16="http://schemas.microsoft.com/office/drawing/2014/main" id="{9326C9FF-6C2E-4119-A12A-99E8B3D9D4F6}"/>
              </a:ext>
            </a:extLst>
          </p:cNvPr>
          <p:cNvSpPr>
            <a:spLocks noGrp="1"/>
          </p:cNvSpPr>
          <p:nvPr/>
        </p:nvSpPr>
        <p:spPr>
          <a:xfrm>
            <a:off x="9763125" y="391477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正方形/長方形 33">
            <a:extLst>
              <a:ext uri="{FF2B5EF4-FFF2-40B4-BE49-F238E27FC236}">
                <a16:creationId xmlns:a16="http://schemas.microsoft.com/office/drawing/2014/main" id="{FD313CC8-B6C8-497B-9DDE-80B68BB3A2C6}"/>
              </a:ext>
            </a:extLst>
          </p:cNvPr>
          <p:cNvSpPr>
            <a:spLocks noGrp="1"/>
          </p:cNvSpPr>
          <p:nvPr/>
        </p:nvSpPr>
        <p:spPr>
          <a:xfrm>
            <a:off x="6496050" y="44767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円/楕円 34">
            <a:extLst>
              <a:ext uri="{FF2B5EF4-FFF2-40B4-BE49-F238E27FC236}">
                <a16:creationId xmlns:a16="http://schemas.microsoft.com/office/drawing/2014/main" id="{A5325DBA-725F-47D7-B5D3-1A847C11B29A}"/>
              </a:ext>
            </a:extLst>
          </p:cNvPr>
          <p:cNvSpPr>
            <a:spLocks noGrp="1"/>
          </p:cNvSpPr>
          <p:nvPr/>
        </p:nvSpPr>
        <p:spPr>
          <a:xfrm>
            <a:off x="8258175" y="4486275"/>
            <a:ext cx="190500" cy="190500"/>
          </a:xfrm>
          <a:prstGeom prst="ellipse">
            <a:avLst/>
          </a:prstGeom>
          <a:solidFill>
            <a:srgbClr val="2E6178"/>
          </a:solidFill>
          <a:ln w="9525">
            <a:solidFill>
              <a:srgbClr val="2E6178"/>
            </a:solidFill>
          </a:ln>
        </p:spPr>
      </p:sp>
      <p:sp>
        <p:nvSpPr>
          <p:cNvPr id="36" name="円/楕円 35">
            <a:extLst>
              <a:ext uri="{FF2B5EF4-FFF2-40B4-BE49-F238E27FC236}">
                <a16:creationId xmlns:a16="http://schemas.microsoft.com/office/drawing/2014/main" id="{8EA7F869-5942-4801-84CE-70A9C3342149}"/>
              </a:ext>
            </a:extLst>
          </p:cNvPr>
          <p:cNvSpPr>
            <a:spLocks noGrp="1"/>
          </p:cNvSpPr>
          <p:nvPr/>
        </p:nvSpPr>
        <p:spPr>
          <a:xfrm>
            <a:off x="8543925" y="4486275"/>
            <a:ext cx="190500" cy="190500"/>
          </a:xfrm>
          <a:prstGeom prst="ellipse">
            <a:avLst/>
          </a:prstGeom>
          <a:solidFill>
            <a:srgbClr val="2E6178"/>
          </a:solidFill>
          <a:ln w="9525">
            <a:solidFill>
              <a:srgbClr val="2E6178"/>
            </a:solidFill>
          </a:ln>
        </p:spPr>
      </p:sp>
      <p:sp>
        <p:nvSpPr>
          <p:cNvPr id="37" name="円/楕円 36">
            <a:extLst>
              <a:ext uri="{FF2B5EF4-FFF2-40B4-BE49-F238E27FC236}">
                <a16:creationId xmlns:a16="http://schemas.microsoft.com/office/drawing/2014/main" id="{8053FC92-9CD6-4684-9A5D-E70A33AD0543}"/>
              </a:ext>
            </a:extLst>
          </p:cNvPr>
          <p:cNvSpPr>
            <a:spLocks noGrp="1"/>
          </p:cNvSpPr>
          <p:nvPr/>
        </p:nvSpPr>
        <p:spPr>
          <a:xfrm>
            <a:off x="8829675" y="4486275"/>
            <a:ext cx="190500" cy="190500"/>
          </a:xfrm>
          <a:prstGeom prst="ellipse">
            <a:avLst/>
          </a:prstGeom>
          <a:solidFill>
            <a:srgbClr val="2E6178"/>
          </a:solidFill>
          <a:ln w="9525">
            <a:solidFill>
              <a:srgbClr val="2E6178"/>
            </a:solidFill>
          </a:ln>
        </p:spPr>
      </p:sp>
      <p:sp>
        <p:nvSpPr>
          <p:cNvPr id="38" name="円/楕円 37">
            <a:extLst>
              <a:ext uri="{FF2B5EF4-FFF2-40B4-BE49-F238E27FC236}">
                <a16:creationId xmlns:a16="http://schemas.microsoft.com/office/drawing/2014/main" id="{5CF79441-42B2-42B0-97D9-203003F3D766}"/>
              </a:ext>
            </a:extLst>
          </p:cNvPr>
          <p:cNvSpPr>
            <a:spLocks noGrp="1"/>
          </p:cNvSpPr>
          <p:nvPr/>
        </p:nvSpPr>
        <p:spPr>
          <a:xfrm>
            <a:off x="9115425" y="4486275"/>
            <a:ext cx="190500" cy="190500"/>
          </a:xfrm>
          <a:prstGeom prst="ellipse">
            <a:avLst/>
          </a:prstGeom>
          <a:solidFill>
            <a:srgbClr val="2E6178"/>
          </a:solidFill>
          <a:ln w="9525">
            <a:solidFill>
              <a:srgbClr val="2E6178"/>
            </a:solidFill>
          </a:ln>
        </p:spPr>
      </p:sp>
      <p:sp>
        <p:nvSpPr>
          <p:cNvPr id="39" name="円/楕円 38">
            <a:extLst>
              <a:ext uri="{FF2B5EF4-FFF2-40B4-BE49-F238E27FC236}">
                <a16:creationId xmlns:a16="http://schemas.microsoft.com/office/drawing/2014/main" id="{277C8C77-1457-4848-ACBF-9E26432360C7}"/>
              </a:ext>
            </a:extLst>
          </p:cNvPr>
          <p:cNvSpPr>
            <a:spLocks noGrp="1"/>
          </p:cNvSpPr>
          <p:nvPr/>
        </p:nvSpPr>
        <p:spPr>
          <a:xfrm>
            <a:off x="9401175" y="4486275"/>
            <a:ext cx="190500" cy="190500"/>
          </a:xfrm>
          <a:prstGeom prst="ellipse">
            <a:avLst/>
          </a:prstGeom>
          <a:solidFill>
            <a:srgbClr val="FFFFFF"/>
          </a:solidFill>
          <a:ln w="9525">
            <a:solidFill>
              <a:srgbClr val="C7CFD2"/>
            </a:solidFill>
          </a:ln>
        </p:spPr>
      </p:sp>
      <p:sp>
        <p:nvSpPr>
          <p:cNvPr id="40" name="正方形/長方形 39">
            <a:extLst>
              <a:ext uri="{FF2B5EF4-FFF2-40B4-BE49-F238E27FC236}">
                <a16:creationId xmlns:a16="http://schemas.microsoft.com/office/drawing/2014/main" id="{2F511683-56FA-44B9-9D36-60A8380E7408}"/>
              </a:ext>
            </a:extLst>
          </p:cNvPr>
          <p:cNvSpPr>
            <a:spLocks noGrp="1"/>
          </p:cNvSpPr>
          <p:nvPr/>
        </p:nvSpPr>
        <p:spPr>
          <a:xfrm>
            <a:off x="9763125" y="44672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正方形/長方形 40">
            <a:extLst>
              <a:ext uri="{FF2B5EF4-FFF2-40B4-BE49-F238E27FC236}">
                <a16:creationId xmlns:a16="http://schemas.microsoft.com/office/drawing/2014/main" id="{1129114C-9A77-4898-BAF8-B6F6A1FE64C0}"/>
              </a:ext>
            </a:extLst>
          </p:cNvPr>
          <p:cNvSpPr>
            <a:spLocks noGrp="1"/>
          </p:cNvSpPr>
          <p:nvPr/>
        </p:nvSpPr>
        <p:spPr>
          <a:xfrm>
            <a:off x="6381750" y="5095875"/>
            <a:ext cx="4953000" cy="9525"/>
          </a:xfrm>
          <a:prstGeom prst="rect">
            <a:avLst/>
          </a:prstGeom>
          <a:solidFill>
            <a:srgbClr val="C7CFD2"/>
          </a:solidFill>
          <a:ln w="0">
            <a:noFill/>
          </a:ln>
        </p:spPr>
      </p:sp>
      <p:sp>
        <p:nvSpPr>
          <p:cNvPr id="42" name="正方形/長方形 41">
            <a:extLst>
              <a:ext uri="{FF2B5EF4-FFF2-40B4-BE49-F238E27FC236}">
                <a16:creationId xmlns:a16="http://schemas.microsoft.com/office/drawing/2014/main" id="{70B6669A-146E-4A94-A490-6F88D4894897}"/>
              </a:ext>
            </a:extLst>
          </p:cNvPr>
          <p:cNvSpPr>
            <a:spLocks noGrp="1"/>
          </p:cNvSpPr>
          <p:nvPr/>
        </p:nvSpPr>
        <p:spPr>
          <a:xfrm>
            <a:off x="6496050" y="5314950"/>
            <a:ext cx="4762500" cy="381000"/>
          </a:xfrm>
          <a:prstGeom prst="rect">
            <a:avLst/>
          </a:prstGeom>
          <a:noFill/>
          <a:ln w="0">
            <a:noFill/>
          </a:ln>
        </p:spPr>
        <p:txBody>
          <a:bodyPr anchor="t">
            <a:noAutofit/>
          </a:bodyPr>
          <a:lstStyle/>
          <a:p>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正方形/長方形 42">
            <a:extLst>
              <a:ext uri="{FF2B5EF4-FFF2-40B4-BE49-F238E27FC236}">
                <a16:creationId xmlns:a16="http://schemas.microsoft.com/office/drawing/2014/main" id="{910DA364-90D6-4D47-959F-79EEB98A21E9}"/>
              </a:ext>
            </a:extLst>
          </p:cNvPr>
          <p:cNvSpPr>
            <a:spLocks noGrp="1"/>
          </p:cNvSpPr>
          <p:nvPr/>
        </p:nvSpPr>
        <p:spPr>
          <a:xfrm>
            <a:off x="6496050" y="5743575"/>
            <a:ext cx="4762500" cy="457200"/>
          </a:xfrm>
          <a:prstGeom prst="rect">
            <a:avLst/>
          </a:prstGeom>
          <a:noFill/>
          <a:ln w="0">
            <a:noFill/>
          </a:ln>
        </p:spPr>
        <p:txBody>
          <a:bodyPr anchor="t">
            <a:noAutofit/>
          </a:bodyPr>
          <a:lstStyle/>
          <a:p>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正方形/長方形 43">
            <a:extLst>
              <a:ext uri="{FF2B5EF4-FFF2-40B4-BE49-F238E27FC236}">
                <a16:creationId xmlns:a16="http://schemas.microsoft.com/office/drawing/2014/main" id="{5DC99887-C544-43A8-B5DD-FDD88DADCAE8}"/>
              </a:ext>
            </a:extLst>
          </p:cNvPr>
          <p:cNvSpPr>
            <a:spLocks noGrp="1"/>
          </p:cNvSpPr>
          <p:nvPr/>
        </p:nvSpPr>
        <p:spPr>
          <a:xfrm>
            <a:off x="6496050" y="6267450"/>
            <a:ext cx="4762500" cy="361950"/>
          </a:xfrm>
          <a:prstGeom prst="rect">
            <a:avLst/>
          </a:prstGeom>
          <a:noFill/>
          <a:ln w="0">
            <a:noFill/>
          </a:ln>
        </p:spPr>
        <p:txBody>
          <a:bodyPr anchor="t">
            <a:noAutofit/>
          </a:bodyPr>
          <a:lstStyle/>
          <a:p>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903634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32FF739D-DBBF-4B85-8F7E-D9A2962B1576}"/>
              </a:ext>
            </a:extLst>
          </p:cNvPr>
          <p:cNvSpPr>
            <a:spLocks noGrp="1"/>
          </p:cNvSpPr>
          <p:nvPr/>
        </p:nvSpPr>
        <p:spPr>
          <a:xfrm>
            <a:off x="0" y="0"/>
            <a:ext cx="114300" cy="6858000"/>
          </a:xfrm>
          <a:prstGeom prst="rect">
            <a:avLst/>
          </a:prstGeom>
          <a:solidFill>
            <a:srgbClr val="4E7661"/>
          </a:solidFill>
          <a:ln w="0">
            <a:noFill/>
          </a:ln>
        </p:spPr>
      </p:sp>
      <p:sp>
        <p:nvSpPr>
          <p:cNvPr id="2" name="正方形/長方形 1">
            <a:extLst>
              <a:ext uri="{FF2B5EF4-FFF2-40B4-BE49-F238E27FC236}">
                <a16:creationId xmlns:a16="http://schemas.microsoft.com/office/drawing/2014/main" id="{9EAF3559-7AAD-406A-BC07-4057212674C3}"/>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正方形/長方形 2">
            <a:extLst>
              <a:ext uri="{FF2B5EF4-FFF2-40B4-BE49-F238E27FC236}">
                <a16:creationId xmlns:a16="http://schemas.microsoft.com/office/drawing/2014/main" id="{C8AB7083-9CFE-4331-855C-9144D10EA32C}"/>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6342D3F9-D407-4618-A75C-C59DBE1C28A7}"/>
              </a:ext>
            </a:extLst>
          </p:cNvPr>
          <p:cNvSpPr>
            <a:spLocks noGrp="1"/>
          </p:cNvSpPr>
          <p:nvPr/>
        </p:nvSpPr>
        <p:spPr>
          <a:xfrm>
            <a:off x="704850" y="1809750"/>
            <a:ext cx="5000625" cy="3333750"/>
          </a:xfrm>
          <a:prstGeom prst="rect">
            <a:avLst/>
          </a:prstGeom>
          <a:solidFill>
            <a:srgbClr val="E5E8E8"/>
          </a:solidFill>
          <a:ln w="0">
            <a:noFill/>
          </a:ln>
        </p:spPr>
      </p:sp>
      <p:sp>
        <p:nvSpPr>
          <p:cNvPr id="5" name="正方形/長方形 4">
            <a:extLst>
              <a:ext uri="{FF2B5EF4-FFF2-40B4-BE49-F238E27FC236}">
                <a16:creationId xmlns:a16="http://schemas.microsoft.com/office/drawing/2014/main" id="{8C35EEAA-895C-4493-9601-F5C631AB2DAD}"/>
              </a:ext>
            </a:extLst>
          </p:cNvPr>
          <p:cNvSpPr>
            <a:spLocks noGrp="1"/>
          </p:cNvSpPr>
          <p:nvPr/>
        </p:nvSpPr>
        <p:spPr>
          <a:xfrm>
            <a:off x="1000125" y="2114550"/>
            <a:ext cx="4410075" cy="2724150"/>
          </a:xfrm>
          <a:prstGeom prst="rect">
            <a:avLst/>
          </a:prstGeom>
          <a:solidFill>
            <a:srgbClr val="D8DDDE"/>
          </a:solidFill>
          <a:ln w="0">
            <a:noFill/>
          </a:ln>
        </p:spPr>
      </p:sp>
      <p:sp>
        <p:nvSpPr>
          <p:cNvPr id="6" name="正方形/長方形 5">
            <a:extLst>
              <a:ext uri="{FF2B5EF4-FFF2-40B4-BE49-F238E27FC236}">
                <a16:creationId xmlns:a16="http://schemas.microsoft.com/office/drawing/2014/main" id="{BED1EC77-EE8F-43D2-851B-D482356DE6CF}"/>
              </a:ext>
            </a:extLst>
          </p:cNvPr>
          <p:cNvSpPr>
            <a:spLocks noGrp="1"/>
          </p:cNvSpPr>
          <p:nvPr/>
        </p:nvSpPr>
        <p:spPr>
          <a:xfrm>
            <a:off x="1000125" y="3048000"/>
            <a:ext cx="4410075" cy="800100"/>
          </a:xfrm>
          <a:prstGeom prst="rect">
            <a:avLst/>
          </a:prstGeom>
          <a:noFill/>
          <a:ln w="0">
            <a:noFill/>
          </a:ln>
        </p:spPr>
        <p:txBody>
          <a:bodyPr anchor="t">
            <a:noAutofit/>
          </a:bodyPr>
          <a:lstStyle/>
          <a:p>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正方形/長方形 6">
            <a:extLst>
              <a:ext uri="{FF2B5EF4-FFF2-40B4-BE49-F238E27FC236}">
                <a16:creationId xmlns:a16="http://schemas.microsoft.com/office/drawing/2014/main" id="{A95C93A7-B4AD-420B-B04F-FEAE608DD694}"/>
              </a:ext>
            </a:extLst>
          </p:cNvPr>
          <p:cNvSpPr>
            <a:spLocks noGrp="1"/>
          </p:cNvSpPr>
          <p:nvPr/>
        </p:nvSpPr>
        <p:spPr>
          <a:xfrm>
            <a:off x="6496050" y="1609725"/>
            <a:ext cx="4095750" cy="495300"/>
          </a:xfrm>
          <a:prstGeom prst="rect">
            <a:avLst/>
          </a:prstGeom>
          <a:noFill/>
          <a:ln w="0">
            <a:noFill/>
          </a:ln>
        </p:spPr>
        <p:txBody>
          <a:bodyPr anchor="t">
            <a:noAutofit/>
          </a:bodyPr>
          <a:lstStyle/>
          <a:p>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正方形/長方形 7">
            <a:extLst>
              <a:ext uri="{FF2B5EF4-FFF2-40B4-BE49-F238E27FC236}">
                <a16:creationId xmlns:a16="http://schemas.microsoft.com/office/drawing/2014/main" id="{19D633A0-B129-4A36-9BAE-0D9693D16C05}"/>
              </a:ext>
            </a:extLst>
          </p:cNvPr>
          <p:cNvSpPr>
            <a:spLocks noGrp="1"/>
          </p:cNvSpPr>
          <p:nvPr/>
        </p:nvSpPr>
        <p:spPr>
          <a:xfrm>
            <a:off x="6496050" y="22669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円/楕円 8">
            <a:extLst>
              <a:ext uri="{FF2B5EF4-FFF2-40B4-BE49-F238E27FC236}">
                <a16:creationId xmlns:a16="http://schemas.microsoft.com/office/drawing/2014/main" id="{317FD5E5-0E33-44A9-A700-8B430FB0505F}"/>
              </a:ext>
            </a:extLst>
          </p:cNvPr>
          <p:cNvSpPr>
            <a:spLocks noGrp="1"/>
          </p:cNvSpPr>
          <p:nvPr/>
        </p:nvSpPr>
        <p:spPr>
          <a:xfrm>
            <a:off x="8258175" y="2276475"/>
            <a:ext cx="190500" cy="190500"/>
          </a:xfrm>
          <a:prstGeom prst="ellipse">
            <a:avLst/>
          </a:prstGeom>
          <a:solidFill>
            <a:srgbClr val="2E6178"/>
          </a:solidFill>
          <a:ln w="9525">
            <a:solidFill>
              <a:srgbClr val="2E6178"/>
            </a:solidFill>
          </a:ln>
        </p:spPr>
      </p:sp>
      <p:sp>
        <p:nvSpPr>
          <p:cNvPr id="10" name="円/楕円 9">
            <a:extLst>
              <a:ext uri="{FF2B5EF4-FFF2-40B4-BE49-F238E27FC236}">
                <a16:creationId xmlns:a16="http://schemas.microsoft.com/office/drawing/2014/main" id="{1ACD92D6-7EC6-4206-955E-0F7348644233}"/>
              </a:ext>
            </a:extLst>
          </p:cNvPr>
          <p:cNvSpPr>
            <a:spLocks noGrp="1"/>
          </p:cNvSpPr>
          <p:nvPr/>
        </p:nvSpPr>
        <p:spPr>
          <a:xfrm>
            <a:off x="8543925" y="2276475"/>
            <a:ext cx="190500" cy="190500"/>
          </a:xfrm>
          <a:prstGeom prst="ellipse">
            <a:avLst/>
          </a:prstGeom>
          <a:solidFill>
            <a:srgbClr val="2E6178"/>
          </a:solidFill>
          <a:ln w="9525">
            <a:solidFill>
              <a:srgbClr val="2E6178"/>
            </a:solidFill>
          </a:ln>
        </p:spPr>
      </p:sp>
      <p:sp>
        <p:nvSpPr>
          <p:cNvPr id="11" name="円/楕円 10">
            <a:extLst>
              <a:ext uri="{FF2B5EF4-FFF2-40B4-BE49-F238E27FC236}">
                <a16:creationId xmlns:a16="http://schemas.microsoft.com/office/drawing/2014/main" id="{2D0EB83E-A316-48D8-BCCC-615ECD59594D}"/>
              </a:ext>
            </a:extLst>
          </p:cNvPr>
          <p:cNvSpPr>
            <a:spLocks noGrp="1"/>
          </p:cNvSpPr>
          <p:nvPr/>
        </p:nvSpPr>
        <p:spPr>
          <a:xfrm>
            <a:off x="8829675" y="2276475"/>
            <a:ext cx="190500" cy="190500"/>
          </a:xfrm>
          <a:prstGeom prst="ellipse">
            <a:avLst/>
          </a:prstGeom>
          <a:solidFill>
            <a:srgbClr val="2E6178"/>
          </a:solidFill>
          <a:ln w="9525">
            <a:solidFill>
              <a:srgbClr val="2E6178"/>
            </a:solidFill>
          </a:ln>
        </p:spPr>
      </p:sp>
      <p:sp>
        <p:nvSpPr>
          <p:cNvPr id="12" name="円/楕円 11">
            <a:extLst>
              <a:ext uri="{FF2B5EF4-FFF2-40B4-BE49-F238E27FC236}">
                <a16:creationId xmlns:a16="http://schemas.microsoft.com/office/drawing/2014/main" id="{84E143CC-C3BA-477D-BB44-E6A431D5A737}"/>
              </a:ext>
            </a:extLst>
          </p:cNvPr>
          <p:cNvSpPr>
            <a:spLocks noGrp="1"/>
          </p:cNvSpPr>
          <p:nvPr/>
        </p:nvSpPr>
        <p:spPr>
          <a:xfrm>
            <a:off x="9115425" y="2276475"/>
            <a:ext cx="190500" cy="190500"/>
          </a:xfrm>
          <a:prstGeom prst="ellipse">
            <a:avLst/>
          </a:prstGeom>
          <a:solidFill>
            <a:srgbClr val="2E6178"/>
          </a:solidFill>
          <a:ln w="9525">
            <a:solidFill>
              <a:srgbClr val="2E6178"/>
            </a:solidFill>
          </a:ln>
        </p:spPr>
      </p:sp>
      <p:sp>
        <p:nvSpPr>
          <p:cNvPr id="13" name="円/楕円 12">
            <a:extLst>
              <a:ext uri="{FF2B5EF4-FFF2-40B4-BE49-F238E27FC236}">
                <a16:creationId xmlns:a16="http://schemas.microsoft.com/office/drawing/2014/main" id="{63AACB9B-9034-4FBF-B3E7-C559B4779F13}"/>
              </a:ext>
            </a:extLst>
          </p:cNvPr>
          <p:cNvSpPr>
            <a:spLocks noGrp="1"/>
          </p:cNvSpPr>
          <p:nvPr/>
        </p:nvSpPr>
        <p:spPr>
          <a:xfrm>
            <a:off x="9401175" y="2276475"/>
            <a:ext cx="190500" cy="190500"/>
          </a:xfrm>
          <a:prstGeom prst="ellipse">
            <a:avLst/>
          </a:prstGeom>
          <a:solidFill>
            <a:srgbClr val="FFFFFF"/>
          </a:solidFill>
          <a:ln w="9525">
            <a:solidFill>
              <a:srgbClr val="C7CFD2"/>
            </a:solidFill>
          </a:ln>
        </p:spPr>
      </p:sp>
      <p:sp>
        <p:nvSpPr>
          <p:cNvPr id="14" name="正方形/長方形 13">
            <a:extLst>
              <a:ext uri="{FF2B5EF4-FFF2-40B4-BE49-F238E27FC236}">
                <a16:creationId xmlns:a16="http://schemas.microsoft.com/office/drawing/2014/main" id="{1B33A10A-6BAB-4751-9628-932A0CFA1ADC}"/>
              </a:ext>
            </a:extLst>
          </p:cNvPr>
          <p:cNvSpPr>
            <a:spLocks noGrp="1"/>
          </p:cNvSpPr>
          <p:nvPr/>
        </p:nvSpPr>
        <p:spPr>
          <a:xfrm>
            <a:off x="9763125" y="22574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正方形/長方形 14">
            <a:extLst>
              <a:ext uri="{FF2B5EF4-FFF2-40B4-BE49-F238E27FC236}">
                <a16:creationId xmlns:a16="http://schemas.microsoft.com/office/drawing/2014/main" id="{B9AB3762-40A8-4337-A7FF-DE595D7AA711}"/>
              </a:ext>
            </a:extLst>
          </p:cNvPr>
          <p:cNvSpPr>
            <a:spLocks noGrp="1"/>
          </p:cNvSpPr>
          <p:nvPr/>
        </p:nvSpPr>
        <p:spPr>
          <a:xfrm>
            <a:off x="6496050" y="28194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円/楕円 15">
            <a:extLst>
              <a:ext uri="{FF2B5EF4-FFF2-40B4-BE49-F238E27FC236}">
                <a16:creationId xmlns:a16="http://schemas.microsoft.com/office/drawing/2014/main" id="{DB579056-FF54-4456-B235-9287EE93DD62}"/>
              </a:ext>
            </a:extLst>
          </p:cNvPr>
          <p:cNvSpPr>
            <a:spLocks noGrp="1"/>
          </p:cNvSpPr>
          <p:nvPr/>
        </p:nvSpPr>
        <p:spPr>
          <a:xfrm>
            <a:off x="8258175" y="2828925"/>
            <a:ext cx="190500" cy="190500"/>
          </a:xfrm>
          <a:prstGeom prst="ellipse">
            <a:avLst/>
          </a:prstGeom>
          <a:solidFill>
            <a:srgbClr val="2E6178"/>
          </a:solidFill>
          <a:ln w="9525">
            <a:solidFill>
              <a:srgbClr val="2E6178"/>
            </a:solidFill>
          </a:ln>
        </p:spPr>
      </p:sp>
      <p:sp>
        <p:nvSpPr>
          <p:cNvPr id="17" name="円/楕円 16">
            <a:extLst>
              <a:ext uri="{FF2B5EF4-FFF2-40B4-BE49-F238E27FC236}">
                <a16:creationId xmlns:a16="http://schemas.microsoft.com/office/drawing/2014/main" id="{EDBA0E85-AFCE-4E1D-B915-48760E3908FC}"/>
              </a:ext>
            </a:extLst>
          </p:cNvPr>
          <p:cNvSpPr>
            <a:spLocks noGrp="1"/>
          </p:cNvSpPr>
          <p:nvPr/>
        </p:nvSpPr>
        <p:spPr>
          <a:xfrm>
            <a:off x="8543925" y="2828925"/>
            <a:ext cx="190500" cy="190500"/>
          </a:xfrm>
          <a:prstGeom prst="ellipse">
            <a:avLst/>
          </a:prstGeom>
          <a:solidFill>
            <a:srgbClr val="2E6178"/>
          </a:solidFill>
          <a:ln w="9525">
            <a:solidFill>
              <a:srgbClr val="2E6178"/>
            </a:solidFill>
          </a:ln>
        </p:spPr>
      </p:sp>
      <p:sp>
        <p:nvSpPr>
          <p:cNvPr id="18" name="円/楕円 17">
            <a:extLst>
              <a:ext uri="{FF2B5EF4-FFF2-40B4-BE49-F238E27FC236}">
                <a16:creationId xmlns:a16="http://schemas.microsoft.com/office/drawing/2014/main" id="{7E376C81-2907-414C-9233-74A684C83C8F}"/>
              </a:ext>
            </a:extLst>
          </p:cNvPr>
          <p:cNvSpPr>
            <a:spLocks noGrp="1"/>
          </p:cNvSpPr>
          <p:nvPr/>
        </p:nvSpPr>
        <p:spPr>
          <a:xfrm>
            <a:off x="8829675" y="2828925"/>
            <a:ext cx="190500" cy="190500"/>
          </a:xfrm>
          <a:prstGeom prst="ellipse">
            <a:avLst/>
          </a:prstGeom>
          <a:solidFill>
            <a:srgbClr val="2E6178"/>
          </a:solidFill>
          <a:ln w="9525">
            <a:solidFill>
              <a:srgbClr val="2E6178"/>
            </a:solidFill>
          </a:ln>
        </p:spPr>
      </p:sp>
      <p:sp>
        <p:nvSpPr>
          <p:cNvPr id="19" name="円/楕円 18">
            <a:extLst>
              <a:ext uri="{FF2B5EF4-FFF2-40B4-BE49-F238E27FC236}">
                <a16:creationId xmlns:a16="http://schemas.microsoft.com/office/drawing/2014/main" id="{A967B9FC-3FED-4333-8F93-6F6D1A130DD6}"/>
              </a:ext>
            </a:extLst>
          </p:cNvPr>
          <p:cNvSpPr>
            <a:spLocks noGrp="1"/>
          </p:cNvSpPr>
          <p:nvPr/>
        </p:nvSpPr>
        <p:spPr>
          <a:xfrm>
            <a:off x="9115425" y="2828925"/>
            <a:ext cx="190500" cy="190500"/>
          </a:xfrm>
          <a:prstGeom prst="ellipse">
            <a:avLst/>
          </a:prstGeom>
          <a:solidFill>
            <a:srgbClr val="2E6178"/>
          </a:solidFill>
          <a:ln w="9525">
            <a:solidFill>
              <a:srgbClr val="2E6178"/>
            </a:solidFill>
          </a:ln>
        </p:spPr>
      </p:sp>
      <p:sp>
        <p:nvSpPr>
          <p:cNvPr id="20" name="円/楕円 19">
            <a:extLst>
              <a:ext uri="{FF2B5EF4-FFF2-40B4-BE49-F238E27FC236}">
                <a16:creationId xmlns:a16="http://schemas.microsoft.com/office/drawing/2014/main" id="{538C7953-2A99-4C06-8442-7C5392A26119}"/>
              </a:ext>
            </a:extLst>
          </p:cNvPr>
          <p:cNvSpPr>
            <a:spLocks noGrp="1"/>
          </p:cNvSpPr>
          <p:nvPr/>
        </p:nvSpPr>
        <p:spPr>
          <a:xfrm>
            <a:off x="9401175" y="2828925"/>
            <a:ext cx="190500" cy="190500"/>
          </a:xfrm>
          <a:prstGeom prst="ellipse">
            <a:avLst/>
          </a:prstGeom>
          <a:solidFill>
            <a:srgbClr val="FFFFFF"/>
          </a:solidFill>
          <a:ln w="9525">
            <a:solidFill>
              <a:srgbClr val="C7CFD2"/>
            </a:solidFill>
          </a:ln>
        </p:spPr>
      </p:sp>
      <p:sp>
        <p:nvSpPr>
          <p:cNvPr id="21" name="正方形/長方形 20">
            <a:extLst>
              <a:ext uri="{FF2B5EF4-FFF2-40B4-BE49-F238E27FC236}">
                <a16:creationId xmlns:a16="http://schemas.microsoft.com/office/drawing/2014/main" id="{5077AAAC-45C8-4232-9EC2-BD3A8BA4B93D}"/>
              </a:ext>
            </a:extLst>
          </p:cNvPr>
          <p:cNvSpPr>
            <a:spLocks noGrp="1"/>
          </p:cNvSpPr>
          <p:nvPr/>
        </p:nvSpPr>
        <p:spPr>
          <a:xfrm>
            <a:off x="9763125" y="280987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正方形/長方形 21">
            <a:extLst>
              <a:ext uri="{FF2B5EF4-FFF2-40B4-BE49-F238E27FC236}">
                <a16:creationId xmlns:a16="http://schemas.microsoft.com/office/drawing/2014/main" id="{A9EBDA73-ACAF-4897-89D3-0753303971DA}"/>
              </a:ext>
            </a:extLst>
          </p:cNvPr>
          <p:cNvSpPr>
            <a:spLocks noGrp="1"/>
          </p:cNvSpPr>
          <p:nvPr/>
        </p:nvSpPr>
        <p:spPr>
          <a:xfrm>
            <a:off x="6496050" y="33718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円/楕円 22">
            <a:extLst>
              <a:ext uri="{FF2B5EF4-FFF2-40B4-BE49-F238E27FC236}">
                <a16:creationId xmlns:a16="http://schemas.microsoft.com/office/drawing/2014/main" id="{7345531D-772E-4817-800E-6442BAB4E026}"/>
              </a:ext>
            </a:extLst>
          </p:cNvPr>
          <p:cNvSpPr>
            <a:spLocks noGrp="1"/>
          </p:cNvSpPr>
          <p:nvPr/>
        </p:nvSpPr>
        <p:spPr>
          <a:xfrm>
            <a:off x="8258175" y="3381375"/>
            <a:ext cx="190500" cy="190500"/>
          </a:xfrm>
          <a:prstGeom prst="ellipse">
            <a:avLst/>
          </a:prstGeom>
          <a:solidFill>
            <a:srgbClr val="2E6178"/>
          </a:solidFill>
          <a:ln w="9525">
            <a:solidFill>
              <a:srgbClr val="2E6178"/>
            </a:solidFill>
          </a:ln>
        </p:spPr>
      </p:sp>
      <p:sp>
        <p:nvSpPr>
          <p:cNvPr id="24" name="円/楕円 23">
            <a:extLst>
              <a:ext uri="{FF2B5EF4-FFF2-40B4-BE49-F238E27FC236}">
                <a16:creationId xmlns:a16="http://schemas.microsoft.com/office/drawing/2014/main" id="{B2C632B2-1249-45FE-B8C8-62171C4C62CD}"/>
              </a:ext>
            </a:extLst>
          </p:cNvPr>
          <p:cNvSpPr>
            <a:spLocks noGrp="1"/>
          </p:cNvSpPr>
          <p:nvPr/>
        </p:nvSpPr>
        <p:spPr>
          <a:xfrm>
            <a:off x="8543925" y="3381375"/>
            <a:ext cx="190500" cy="190500"/>
          </a:xfrm>
          <a:prstGeom prst="ellipse">
            <a:avLst/>
          </a:prstGeom>
          <a:solidFill>
            <a:srgbClr val="2E6178"/>
          </a:solidFill>
          <a:ln w="9525">
            <a:solidFill>
              <a:srgbClr val="2E6178"/>
            </a:solidFill>
          </a:ln>
        </p:spPr>
      </p:sp>
      <p:sp>
        <p:nvSpPr>
          <p:cNvPr id="25" name="円/楕円 24">
            <a:extLst>
              <a:ext uri="{FF2B5EF4-FFF2-40B4-BE49-F238E27FC236}">
                <a16:creationId xmlns:a16="http://schemas.microsoft.com/office/drawing/2014/main" id="{F493F7DD-141E-4840-8006-6F8C19752F39}"/>
              </a:ext>
            </a:extLst>
          </p:cNvPr>
          <p:cNvSpPr>
            <a:spLocks noGrp="1"/>
          </p:cNvSpPr>
          <p:nvPr/>
        </p:nvSpPr>
        <p:spPr>
          <a:xfrm>
            <a:off x="8829675" y="3381375"/>
            <a:ext cx="190500" cy="190500"/>
          </a:xfrm>
          <a:prstGeom prst="ellipse">
            <a:avLst/>
          </a:prstGeom>
          <a:solidFill>
            <a:srgbClr val="2E6178"/>
          </a:solidFill>
          <a:ln w="9525">
            <a:solidFill>
              <a:srgbClr val="2E6178"/>
            </a:solidFill>
          </a:ln>
        </p:spPr>
      </p:sp>
      <p:sp>
        <p:nvSpPr>
          <p:cNvPr id="26" name="円/楕円 25">
            <a:extLst>
              <a:ext uri="{FF2B5EF4-FFF2-40B4-BE49-F238E27FC236}">
                <a16:creationId xmlns:a16="http://schemas.microsoft.com/office/drawing/2014/main" id="{30E890C6-4ED6-4A62-8505-3F79771B4698}"/>
              </a:ext>
            </a:extLst>
          </p:cNvPr>
          <p:cNvSpPr>
            <a:spLocks noGrp="1"/>
          </p:cNvSpPr>
          <p:nvPr/>
        </p:nvSpPr>
        <p:spPr>
          <a:xfrm>
            <a:off x="9115425" y="3381375"/>
            <a:ext cx="190500" cy="190500"/>
          </a:xfrm>
          <a:prstGeom prst="ellipse">
            <a:avLst/>
          </a:prstGeom>
          <a:solidFill>
            <a:srgbClr val="2E6178"/>
          </a:solidFill>
          <a:ln w="9525">
            <a:solidFill>
              <a:srgbClr val="2E6178"/>
            </a:solidFill>
          </a:ln>
        </p:spPr>
      </p:sp>
      <p:sp>
        <p:nvSpPr>
          <p:cNvPr id="27" name="円/楕円 26">
            <a:extLst>
              <a:ext uri="{FF2B5EF4-FFF2-40B4-BE49-F238E27FC236}">
                <a16:creationId xmlns:a16="http://schemas.microsoft.com/office/drawing/2014/main" id="{2FC38F46-804C-4B76-883A-638DA5516727}"/>
              </a:ext>
            </a:extLst>
          </p:cNvPr>
          <p:cNvSpPr>
            <a:spLocks noGrp="1"/>
          </p:cNvSpPr>
          <p:nvPr/>
        </p:nvSpPr>
        <p:spPr>
          <a:xfrm>
            <a:off x="9401175" y="3381375"/>
            <a:ext cx="190500" cy="190500"/>
          </a:xfrm>
          <a:prstGeom prst="ellipse">
            <a:avLst/>
          </a:prstGeom>
          <a:solidFill>
            <a:srgbClr val="2E6178"/>
          </a:solidFill>
          <a:ln w="9525">
            <a:solidFill>
              <a:srgbClr val="2E6178"/>
            </a:solidFill>
          </a:ln>
        </p:spPr>
      </p:sp>
      <p:sp>
        <p:nvSpPr>
          <p:cNvPr id="28" name="正方形/長方形 27">
            <a:extLst>
              <a:ext uri="{FF2B5EF4-FFF2-40B4-BE49-F238E27FC236}">
                <a16:creationId xmlns:a16="http://schemas.microsoft.com/office/drawing/2014/main" id="{9A408017-09E2-4BBB-997F-D9A6AA1E4C4C}"/>
              </a:ext>
            </a:extLst>
          </p:cNvPr>
          <p:cNvSpPr>
            <a:spLocks noGrp="1"/>
          </p:cNvSpPr>
          <p:nvPr/>
        </p:nvSpPr>
        <p:spPr>
          <a:xfrm>
            <a:off x="9763125" y="33623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正方形/長方形 28">
            <a:extLst>
              <a:ext uri="{FF2B5EF4-FFF2-40B4-BE49-F238E27FC236}">
                <a16:creationId xmlns:a16="http://schemas.microsoft.com/office/drawing/2014/main" id="{5B598391-CDFB-4E2A-BBE0-A6B7CB555EAA}"/>
              </a:ext>
            </a:extLst>
          </p:cNvPr>
          <p:cNvSpPr>
            <a:spLocks noGrp="1"/>
          </p:cNvSpPr>
          <p:nvPr/>
        </p:nvSpPr>
        <p:spPr>
          <a:xfrm>
            <a:off x="6496050" y="392430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円/楕円 29">
            <a:extLst>
              <a:ext uri="{FF2B5EF4-FFF2-40B4-BE49-F238E27FC236}">
                <a16:creationId xmlns:a16="http://schemas.microsoft.com/office/drawing/2014/main" id="{E773592A-2B47-43ED-AE58-893250BCBD3F}"/>
              </a:ext>
            </a:extLst>
          </p:cNvPr>
          <p:cNvSpPr>
            <a:spLocks noGrp="1"/>
          </p:cNvSpPr>
          <p:nvPr/>
        </p:nvSpPr>
        <p:spPr>
          <a:xfrm>
            <a:off x="8258175" y="3933825"/>
            <a:ext cx="190500" cy="190500"/>
          </a:xfrm>
          <a:prstGeom prst="ellipse">
            <a:avLst/>
          </a:prstGeom>
          <a:solidFill>
            <a:srgbClr val="2E6178"/>
          </a:solidFill>
          <a:ln w="9525">
            <a:solidFill>
              <a:srgbClr val="2E6178"/>
            </a:solidFill>
          </a:ln>
        </p:spPr>
      </p:sp>
      <p:sp>
        <p:nvSpPr>
          <p:cNvPr id="31" name="円/楕円 30">
            <a:extLst>
              <a:ext uri="{FF2B5EF4-FFF2-40B4-BE49-F238E27FC236}">
                <a16:creationId xmlns:a16="http://schemas.microsoft.com/office/drawing/2014/main" id="{C9F6F4D2-3742-4A05-AFA2-C4B5F2C6E4DE}"/>
              </a:ext>
            </a:extLst>
          </p:cNvPr>
          <p:cNvSpPr>
            <a:spLocks noGrp="1"/>
          </p:cNvSpPr>
          <p:nvPr/>
        </p:nvSpPr>
        <p:spPr>
          <a:xfrm>
            <a:off x="8543925" y="3933825"/>
            <a:ext cx="190500" cy="190500"/>
          </a:xfrm>
          <a:prstGeom prst="ellipse">
            <a:avLst/>
          </a:prstGeom>
          <a:solidFill>
            <a:srgbClr val="2E6178"/>
          </a:solidFill>
          <a:ln w="9525">
            <a:solidFill>
              <a:srgbClr val="2E6178"/>
            </a:solidFill>
          </a:ln>
        </p:spPr>
      </p:sp>
      <p:sp>
        <p:nvSpPr>
          <p:cNvPr id="32" name="円/楕円 31">
            <a:extLst>
              <a:ext uri="{FF2B5EF4-FFF2-40B4-BE49-F238E27FC236}">
                <a16:creationId xmlns:a16="http://schemas.microsoft.com/office/drawing/2014/main" id="{3AF9F417-F466-4802-8281-9CDCE0942A1F}"/>
              </a:ext>
            </a:extLst>
          </p:cNvPr>
          <p:cNvSpPr>
            <a:spLocks noGrp="1"/>
          </p:cNvSpPr>
          <p:nvPr/>
        </p:nvSpPr>
        <p:spPr>
          <a:xfrm>
            <a:off x="8829675" y="3933825"/>
            <a:ext cx="190500" cy="190500"/>
          </a:xfrm>
          <a:prstGeom prst="ellipse">
            <a:avLst/>
          </a:prstGeom>
          <a:solidFill>
            <a:srgbClr val="2E6178"/>
          </a:solidFill>
          <a:ln w="9525">
            <a:solidFill>
              <a:srgbClr val="2E6178"/>
            </a:solidFill>
          </a:ln>
        </p:spPr>
      </p:sp>
      <p:sp>
        <p:nvSpPr>
          <p:cNvPr id="33" name="円/楕円 32">
            <a:extLst>
              <a:ext uri="{FF2B5EF4-FFF2-40B4-BE49-F238E27FC236}">
                <a16:creationId xmlns:a16="http://schemas.microsoft.com/office/drawing/2014/main" id="{05CA0878-206D-4C77-9B89-15B0BDC3FA18}"/>
              </a:ext>
            </a:extLst>
          </p:cNvPr>
          <p:cNvSpPr>
            <a:spLocks noGrp="1"/>
          </p:cNvSpPr>
          <p:nvPr/>
        </p:nvSpPr>
        <p:spPr>
          <a:xfrm>
            <a:off x="9115425" y="3933825"/>
            <a:ext cx="190500" cy="190500"/>
          </a:xfrm>
          <a:prstGeom prst="ellipse">
            <a:avLst/>
          </a:prstGeom>
          <a:solidFill>
            <a:srgbClr val="2E6178"/>
          </a:solidFill>
          <a:ln w="9525">
            <a:solidFill>
              <a:srgbClr val="2E6178"/>
            </a:solidFill>
          </a:ln>
        </p:spPr>
      </p:sp>
      <p:sp>
        <p:nvSpPr>
          <p:cNvPr id="34" name="円/楕円 33">
            <a:extLst>
              <a:ext uri="{FF2B5EF4-FFF2-40B4-BE49-F238E27FC236}">
                <a16:creationId xmlns:a16="http://schemas.microsoft.com/office/drawing/2014/main" id="{44A8D19F-0612-45B8-88D9-B7BCE6D8273A}"/>
              </a:ext>
            </a:extLst>
          </p:cNvPr>
          <p:cNvSpPr>
            <a:spLocks noGrp="1"/>
          </p:cNvSpPr>
          <p:nvPr/>
        </p:nvSpPr>
        <p:spPr>
          <a:xfrm>
            <a:off x="9401175" y="3933825"/>
            <a:ext cx="190500" cy="190500"/>
          </a:xfrm>
          <a:prstGeom prst="ellipse">
            <a:avLst/>
          </a:prstGeom>
          <a:solidFill>
            <a:srgbClr val="2E6178"/>
          </a:solidFill>
          <a:ln w="9525">
            <a:solidFill>
              <a:srgbClr val="2E6178"/>
            </a:solidFill>
          </a:ln>
        </p:spPr>
      </p:sp>
      <p:sp>
        <p:nvSpPr>
          <p:cNvPr id="35" name="正方形/長方形 34">
            <a:extLst>
              <a:ext uri="{FF2B5EF4-FFF2-40B4-BE49-F238E27FC236}">
                <a16:creationId xmlns:a16="http://schemas.microsoft.com/office/drawing/2014/main" id="{7E0131C2-FFDE-4BE0-9183-F83867712870}"/>
              </a:ext>
            </a:extLst>
          </p:cNvPr>
          <p:cNvSpPr>
            <a:spLocks noGrp="1"/>
          </p:cNvSpPr>
          <p:nvPr/>
        </p:nvSpPr>
        <p:spPr>
          <a:xfrm>
            <a:off x="9763125" y="391477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正方形/長方形 35">
            <a:extLst>
              <a:ext uri="{FF2B5EF4-FFF2-40B4-BE49-F238E27FC236}">
                <a16:creationId xmlns:a16="http://schemas.microsoft.com/office/drawing/2014/main" id="{1D20781D-577F-4FA0-8ADB-0B85A34B1D28}"/>
              </a:ext>
            </a:extLst>
          </p:cNvPr>
          <p:cNvSpPr>
            <a:spLocks noGrp="1"/>
          </p:cNvSpPr>
          <p:nvPr/>
        </p:nvSpPr>
        <p:spPr>
          <a:xfrm>
            <a:off x="6496050" y="4476750"/>
            <a:ext cx="1762125" cy="3048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円/楕円 36">
            <a:extLst>
              <a:ext uri="{FF2B5EF4-FFF2-40B4-BE49-F238E27FC236}">
                <a16:creationId xmlns:a16="http://schemas.microsoft.com/office/drawing/2014/main" id="{0A62B869-1B75-4100-8205-34D2862BBC9D}"/>
              </a:ext>
            </a:extLst>
          </p:cNvPr>
          <p:cNvSpPr>
            <a:spLocks noGrp="1"/>
          </p:cNvSpPr>
          <p:nvPr/>
        </p:nvSpPr>
        <p:spPr>
          <a:xfrm>
            <a:off x="8258175" y="4486275"/>
            <a:ext cx="190500" cy="190500"/>
          </a:xfrm>
          <a:prstGeom prst="ellipse">
            <a:avLst/>
          </a:prstGeom>
          <a:solidFill>
            <a:srgbClr val="2E6178"/>
          </a:solidFill>
          <a:ln w="9525">
            <a:solidFill>
              <a:srgbClr val="2E6178"/>
            </a:solidFill>
          </a:ln>
        </p:spPr>
      </p:sp>
      <p:sp>
        <p:nvSpPr>
          <p:cNvPr id="38" name="円/楕円 37">
            <a:extLst>
              <a:ext uri="{FF2B5EF4-FFF2-40B4-BE49-F238E27FC236}">
                <a16:creationId xmlns:a16="http://schemas.microsoft.com/office/drawing/2014/main" id="{A1C11EEB-A9CA-48E5-9973-9DC835A181C6}"/>
              </a:ext>
            </a:extLst>
          </p:cNvPr>
          <p:cNvSpPr>
            <a:spLocks noGrp="1"/>
          </p:cNvSpPr>
          <p:nvPr/>
        </p:nvSpPr>
        <p:spPr>
          <a:xfrm>
            <a:off x="8543925" y="4486275"/>
            <a:ext cx="190500" cy="190500"/>
          </a:xfrm>
          <a:prstGeom prst="ellipse">
            <a:avLst/>
          </a:prstGeom>
          <a:solidFill>
            <a:srgbClr val="2E6178"/>
          </a:solidFill>
          <a:ln w="9525">
            <a:solidFill>
              <a:srgbClr val="2E6178"/>
            </a:solidFill>
          </a:ln>
        </p:spPr>
      </p:sp>
      <p:sp>
        <p:nvSpPr>
          <p:cNvPr id="39" name="円/楕円 38">
            <a:extLst>
              <a:ext uri="{FF2B5EF4-FFF2-40B4-BE49-F238E27FC236}">
                <a16:creationId xmlns:a16="http://schemas.microsoft.com/office/drawing/2014/main" id="{888141D1-7394-49A2-BBDE-1122E0282E0F}"/>
              </a:ext>
            </a:extLst>
          </p:cNvPr>
          <p:cNvSpPr>
            <a:spLocks noGrp="1"/>
          </p:cNvSpPr>
          <p:nvPr/>
        </p:nvSpPr>
        <p:spPr>
          <a:xfrm>
            <a:off x="8829675" y="4486275"/>
            <a:ext cx="190500" cy="190500"/>
          </a:xfrm>
          <a:prstGeom prst="ellipse">
            <a:avLst/>
          </a:prstGeom>
          <a:solidFill>
            <a:srgbClr val="2E6178"/>
          </a:solidFill>
          <a:ln w="9525">
            <a:solidFill>
              <a:srgbClr val="2E6178"/>
            </a:solidFill>
          </a:ln>
        </p:spPr>
      </p:sp>
      <p:sp>
        <p:nvSpPr>
          <p:cNvPr id="40" name="円/楕円 39">
            <a:extLst>
              <a:ext uri="{FF2B5EF4-FFF2-40B4-BE49-F238E27FC236}">
                <a16:creationId xmlns:a16="http://schemas.microsoft.com/office/drawing/2014/main" id="{B26922CA-C6DC-4152-8DC7-B7F0F0F94080}"/>
              </a:ext>
            </a:extLst>
          </p:cNvPr>
          <p:cNvSpPr>
            <a:spLocks noGrp="1"/>
          </p:cNvSpPr>
          <p:nvPr/>
        </p:nvSpPr>
        <p:spPr>
          <a:xfrm>
            <a:off x="9115425" y="4486275"/>
            <a:ext cx="190500" cy="190500"/>
          </a:xfrm>
          <a:prstGeom prst="ellipse">
            <a:avLst/>
          </a:prstGeom>
          <a:solidFill>
            <a:srgbClr val="2E6178"/>
          </a:solidFill>
          <a:ln w="9525">
            <a:solidFill>
              <a:srgbClr val="2E6178"/>
            </a:solidFill>
          </a:ln>
        </p:spPr>
      </p:sp>
      <p:sp>
        <p:nvSpPr>
          <p:cNvPr id="41" name="円/楕円 40">
            <a:extLst>
              <a:ext uri="{FF2B5EF4-FFF2-40B4-BE49-F238E27FC236}">
                <a16:creationId xmlns:a16="http://schemas.microsoft.com/office/drawing/2014/main" id="{8DA714A7-7300-4A8D-AA0F-77855652E9D3}"/>
              </a:ext>
            </a:extLst>
          </p:cNvPr>
          <p:cNvSpPr>
            <a:spLocks noGrp="1"/>
          </p:cNvSpPr>
          <p:nvPr/>
        </p:nvSpPr>
        <p:spPr>
          <a:xfrm>
            <a:off x="9401175" y="4486275"/>
            <a:ext cx="190500" cy="190500"/>
          </a:xfrm>
          <a:prstGeom prst="ellipse">
            <a:avLst/>
          </a:prstGeom>
          <a:solidFill>
            <a:srgbClr val="FFFFFF"/>
          </a:solidFill>
          <a:ln w="9525">
            <a:solidFill>
              <a:srgbClr val="C7CFD2"/>
            </a:solidFill>
          </a:ln>
        </p:spPr>
      </p:sp>
      <p:sp>
        <p:nvSpPr>
          <p:cNvPr id="42" name="正方形/長方形 41">
            <a:extLst>
              <a:ext uri="{FF2B5EF4-FFF2-40B4-BE49-F238E27FC236}">
                <a16:creationId xmlns:a16="http://schemas.microsoft.com/office/drawing/2014/main" id="{0CD28A87-B887-4021-A86F-99509B5DD27F}"/>
              </a:ext>
            </a:extLst>
          </p:cNvPr>
          <p:cNvSpPr>
            <a:spLocks noGrp="1"/>
          </p:cNvSpPr>
          <p:nvPr/>
        </p:nvSpPr>
        <p:spPr>
          <a:xfrm>
            <a:off x="9763125" y="4467225"/>
            <a:ext cx="304800" cy="304800"/>
          </a:xfrm>
          <a:prstGeom prst="rect">
            <a:avLst/>
          </a:prstGeom>
          <a:noFill/>
          <a:ln w="0">
            <a:noFill/>
          </a:ln>
        </p:spPr>
        <p:txBody>
          <a:bodyPr anchor="t">
            <a:noAutofit/>
          </a:bodyPr>
          <a:lstStyle/>
          <a:p>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正方形/長方形 42">
            <a:extLst>
              <a:ext uri="{FF2B5EF4-FFF2-40B4-BE49-F238E27FC236}">
                <a16:creationId xmlns:a16="http://schemas.microsoft.com/office/drawing/2014/main" id="{81764B3F-DE51-4A1C-8CCF-B0EC3AA8DC65}"/>
              </a:ext>
            </a:extLst>
          </p:cNvPr>
          <p:cNvSpPr>
            <a:spLocks noGrp="1"/>
          </p:cNvSpPr>
          <p:nvPr/>
        </p:nvSpPr>
        <p:spPr>
          <a:xfrm>
            <a:off x="6381750" y="5095875"/>
            <a:ext cx="4953000" cy="9525"/>
          </a:xfrm>
          <a:prstGeom prst="rect">
            <a:avLst/>
          </a:prstGeom>
          <a:solidFill>
            <a:srgbClr val="C7CFD2"/>
          </a:solidFill>
          <a:ln w="0">
            <a:noFill/>
          </a:ln>
        </p:spPr>
      </p:sp>
      <p:sp>
        <p:nvSpPr>
          <p:cNvPr id="44" name="正方形/長方形 43">
            <a:extLst>
              <a:ext uri="{FF2B5EF4-FFF2-40B4-BE49-F238E27FC236}">
                <a16:creationId xmlns:a16="http://schemas.microsoft.com/office/drawing/2014/main" id="{4B418539-9A6C-4FDB-85A2-FB719729F404}"/>
              </a:ext>
            </a:extLst>
          </p:cNvPr>
          <p:cNvSpPr>
            <a:spLocks noGrp="1"/>
          </p:cNvSpPr>
          <p:nvPr/>
        </p:nvSpPr>
        <p:spPr>
          <a:xfrm>
            <a:off x="6496050" y="5314950"/>
            <a:ext cx="2857500" cy="381000"/>
          </a:xfrm>
          <a:prstGeom prst="rect">
            <a:avLst/>
          </a:prstGeom>
          <a:noFill/>
          <a:ln w="0">
            <a:noFill/>
          </a:ln>
        </p:spPr>
        <p:txBody>
          <a:bodyPr anchor="t">
            <a:noAutofit/>
          </a:bodyPr>
          <a:lstStyle/>
          <a:p>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正方形/長方形 44">
            <a:extLst>
              <a:ext uri="{FF2B5EF4-FFF2-40B4-BE49-F238E27FC236}">
                <a16:creationId xmlns:a16="http://schemas.microsoft.com/office/drawing/2014/main" id="{8BABBC8F-FDCD-45EB-BD95-CD87E246012F}"/>
              </a:ext>
            </a:extLst>
          </p:cNvPr>
          <p:cNvSpPr>
            <a:spLocks noGrp="1"/>
          </p:cNvSpPr>
          <p:nvPr/>
        </p:nvSpPr>
        <p:spPr>
          <a:xfrm>
            <a:off x="6496050" y="5715000"/>
            <a:ext cx="4762500" cy="942975"/>
          </a:xfrm>
          <a:prstGeom prst="rect">
            <a:avLst/>
          </a:prstGeom>
          <a:noFill/>
          <a:ln w="0">
            <a:noFill/>
          </a:ln>
        </p:spPr>
        <p:txBody>
          <a:bodyPr anchor="t">
            <a:noAutofit/>
          </a:bodyPr>
          <a:lstStyle/>
          <a:p>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76740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BA7CCE6B-9CBD-46DD-B436-BC4A65E12082}"/>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BDDEE135-AEF1-417C-A553-9C7A691F3AF7}"/>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正方形/長方形 2">
            <a:extLst>
              <a:ext uri="{FF2B5EF4-FFF2-40B4-BE49-F238E27FC236}">
                <a16:creationId xmlns:a16="http://schemas.microsoft.com/office/drawing/2014/main" id="{626D71D2-5074-4EA7-B855-2A41D3748CBA}"/>
              </a:ext>
            </a:extLst>
          </p:cNvPr>
          <p:cNvSpPr>
            <a:spLocks noGrp="1"/>
          </p:cNvSpPr>
          <p:nvPr/>
        </p:nvSpPr>
        <p:spPr>
          <a:xfrm>
            <a:off x="609600" y="1257300"/>
            <a:ext cx="10972800" cy="9525"/>
          </a:xfrm>
          <a:prstGeom prst="rect">
            <a:avLst/>
          </a:prstGeom>
          <a:solidFill>
            <a:srgbClr val="C7CFD2"/>
          </a:solidFill>
          <a:ln w="0">
            <a:noFill/>
          </a:ln>
        </p:spPr>
      </p:sp>
      <p:pic>
        <p:nvPicPr>
          <p:cNvPr id="19" name="図 18"/>
          <p:cNvPicPr>
            <a:picLocks noChangeAspect="1"/>
          </p:cNvPicPr>
          <p:nvPr/>
        </p:nvPicPr>
        <p:blipFill>
          <a:blip r:embed="rId3"/>
          <a:srcRect l="8618" r="8618"/>
          <a:stretch>
            <a:fillRect/>
          </a:stretch>
        </p:blipFill>
        <p:spPr>
          <a:xfrm>
            <a:off x="609600" y="1695450"/>
            <a:ext cx="6191250" cy="4210050"/>
          </a:xfrm>
          <a:prstGeom prst="rect">
            <a:avLst/>
          </a:prstGeom>
        </p:spPr>
      </p:pic>
      <p:sp>
        <p:nvSpPr>
          <p:cNvPr id="5" name="正方形/長方形 4">
            <a:extLst>
              <a:ext uri="{FF2B5EF4-FFF2-40B4-BE49-F238E27FC236}">
                <a16:creationId xmlns:a16="http://schemas.microsoft.com/office/drawing/2014/main" id="{B5907F59-08ED-4638-93B0-BAB6ACC7D3D4}"/>
              </a:ext>
            </a:extLst>
          </p:cNvPr>
          <p:cNvSpPr>
            <a:spLocks noGrp="1"/>
          </p:cNvSpPr>
          <p:nvPr/>
        </p:nvSpPr>
        <p:spPr>
          <a:xfrm>
            <a:off x="7181850" y="1619250"/>
            <a:ext cx="495300" cy="38100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正方形/長方形 5">
            <a:extLst>
              <a:ext uri="{FF2B5EF4-FFF2-40B4-BE49-F238E27FC236}">
                <a16:creationId xmlns:a16="http://schemas.microsoft.com/office/drawing/2014/main" id="{A15B432D-F84C-4D39-B2FB-898467B3676D}"/>
              </a:ext>
            </a:extLst>
          </p:cNvPr>
          <p:cNvSpPr>
            <a:spLocks noGrp="1"/>
          </p:cNvSpPr>
          <p:nvPr/>
        </p:nvSpPr>
        <p:spPr>
          <a:xfrm>
            <a:off x="7829550" y="1619250"/>
            <a:ext cx="3543300" cy="74295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正方形/長方形 6">
            <a:extLst>
              <a:ext uri="{FF2B5EF4-FFF2-40B4-BE49-F238E27FC236}">
                <a16:creationId xmlns:a16="http://schemas.microsoft.com/office/drawing/2014/main" id="{651C970A-EB4A-4E63-B081-EA8191BD87C1}"/>
              </a:ext>
            </a:extLst>
          </p:cNvPr>
          <p:cNvSpPr>
            <a:spLocks noGrp="1"/>
          </p:cNvSpPr>
          <p:nvPr/>
        </p:nvSpPr>
        <p:spPr>
          <a:xfrm>
            <a:off x="7181850" y="2514600"/>
            <a:ext cx="4095750" cy="9525"/>
          </a:xfrm>
          <a:prstGeom prst="rect">
            <a:avLst/>
          </a:prstGeom>
          <a:solidFill>
            <a:srgbClr val="C7CFD2"/>
          </a:solidFill>
          <a:ln w="0">
            <a:noFill/>
          </a:ln>
        </p:spPr>
      </p:sp>
      <p:sp>
        <p:nvSpPr>
          <p:cNvPr id="8" name="正方形/長方形 7">
            <a:extLst>
              <a:ext uri="{FF2B5EF4-FFF2-40B4-BE49-F238E27FC236}">
                <a16:creationId xmlns:a16="http://schemas.microsoft.com/office/drawing/2014/main" id="{56B62B33-0834-49D0-A4FC-80D8D9F062CD}"/>
              </a:ext>
            </a:extLst>
          </p:cNvPr>
          <p:cNvSpPr>
            <a:spLocks noGrp="1"/>
          </p:cNvSpPr>
          <p:nvPr/>
        </p:nvSpPr>
        <p:spPr>
          <a:xfrm>
            <a:off x="7181850" y="2743200"/>
            <a:ext cx="495300" cy="38100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正方形/長方形 8">
            <a:extLst>
              <a:ext uri="{FF2B5EF4-FFF2-40B4-BE49-F238E27FC236}">
                <a16:creationId xmlns:a16="http://schemas.microsoft.com/office/drawing/2014/main" id="{245F1F6B-FF2D-40B2-8C49-C0EB14D7B2FF}"/>
              </a:ext>
            </a:extLst>
          </p:cNvPr>
          <p:cNvSpPr>
            <a:spLocks noGrp="1"/>
          </p:cNvSpPr>
          <p:nvPr/>
        </p:nvSpPr>
        <p:spPr>
          <a:xfrm>
            <a:off x="7829550" y="2743200"/>
            <a:ext cx="3543300" cy="45720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正方形/長方形 9">
            <a:extLst>
              <a:ext uri="{FF2B5EF4-FFF2-40B4-BE49-F238E27FC236}">
                <a16:creationId xmlns:a16="http://schemas.microsoft.com/office/drawing/2014/main" id="{2891B82C-F326-4695-8F6D-AC25628B2693}"/>
              </a:ext>
            </a:extLst>
          </p:cNvPr>
          <p:cNvSpPr>
            <a:spLocks noGrp="1"/>
          </p:cNvSpPr>
          <p:nvPr/>
        </p:nvSpPr>
        <p:spPr>
          <a:xfrm>
            <a:off x="7181850" y="3409950"/>
            <a:ext cx="4095750" cy="9525"/>
          </a:xfrm>
          <a:prstGeom prst="rect">
            <a:avLst/>
          </a:prstGeom>
          <a:solidFill>
            <a:srgbClr val="C7CFD2"/>
          </a:solidFill>
          <a:ln w="0">
            <a:noFill/>
          </a:ln>
        </p:spPr>
      </p:sp>
      <p:sp>
        <p:nvSpPr>
          <p:cNvPr id="11" name="正方形/長方形 10">
            <a:extLst>
              <a:ext uri="{FF2B5EF4-FFF2-40B4-BE49-F238E27FC236}">
                <a16:creationId xmlns:a16="http://schemas.microsoft.com/office/drawing/2014/main" id="{91E0C726-D311-4069-86FC-C95C7C174764}"/>
              </a:ext>
            </a:extLst>
          </p:cNvPr>
          <p:cNvSpPr>
            <a:spLocks noGrp="1"/>
          </p:cNvSpPr>
          <p:nvPr/>
        </p:nvSpPr>
        <p:spPr>
          <a:xfrm>
            <a:off x="7181850" y="3638550"/>
            <a:ext cx="495300" cy="38100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正方形/長方形 11">
            <a:extLst>
              <a:ext uri="{FF2B5EF4-FFF2-40B4-BE49-F238E27FC236}">
                <a16:creationId xmlns:a16="http://schemas.microsoft.com/office/drawing/2014/main" id="{34141B18-A10B-4914-ADE6-E5F1923ADAA7}"/>
              </a:ext>
            </a:extLst>
          </p:cNvPr>
          <p:cNvSpPr>
            <a:spLocks noGrp="1"/>
          </p:cNvSpPr>
          <p:nvPr/>
        </p:nvSpPr>
        <p:spPr>
          <a:xfrm>
            <a:off x="7829550" y="3638550"/>
            <a:ext cx="3543300" cy="74295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正方形/長方形 12">
            <a:extLst>
              <a:ext uri="{FF2B5EF4-FFF2-40B4-BE49-F238E27FC236}">
                <a16:creationId xmlns:a16="http://schemas.microsoft.com/office/drawing/2014/main" id="{35EDC6E1-8616-43F1-9F28-BB029D5F0142}"/>
              </a:ext>
            </a:extLst>
          </p:cNvPr>
          <p:cNvSpPr>
            <a:spLocks noGrp="1"/>
          </p:cNvSpPr>
          <p:nvPr/>
        </p:nvSpPr>
        <p:spPr>
          <a:xfrm>
            <a:off x="7181850" y="4533900"/>
            <a:ext cx="4095750" cy="9525"/>
          </a:xfrm>
          <a:prstGeom prst="rect">
            <a:avLst/>
          </a:prstGeom>
          <a:solidFill>
            <a:srgbClr val="C7CFD2"/>
          </a:solidFill>
          <a:ln w="0">
            <a:noFill/>
          </a:ln>
        </p:spPr>
      </p:sp>
      <p:sp>
        <p:nvSpPr>
          <p:cNvPr id="14" name="正方形/長方形 13">
            <a:extLst>
              <a:ext uri="{FF2B5EF4-FFF2-40B4-BE49-F238E27FC236}">
                <a16:creationId xmlns:a16="http://schemas.microsoft.com/office/drawing/2014/main" id="{4A948167-6340-47D0-BBF8-BD6E536D4039}"/>
              </a:ext>
            </a:extLst>
          </p:cNvPr>
          <p:cNvSpPr>
            <a:spLocks noGrp="1"/>
          </p:cNvSpPr>
          <p:nvPr/>
        </p:nvSpPr>
        <p:spPr>
          <a:xfrm>
            <a:off x="7181850" y="4762500"/>
            <a:ext cx="495300" cy="38100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正方形/長方形 14">
            <a:extLst>
              <a:ext uri="{FF2B5EF4-FFF2-40B4-BE49-F238E27FC236}">
                <a16:creationId xmlns:a16="http://schemas.microsoft.com/office/drawing/2014/main" id="{9B4D6D6E-00E3-42CA-9D78-6D2442E2F742}"/>
              </a:ext>
            </a:extLst>
          </p:cNvPr>
          <p:cNvSpPr>
            <a:spLocks noGrp="1"/>
          </p:cNvSpPr>
          <p:nvPr/>
        </p:nvSpPr>
        <p:spPr>
          <a:xfrm>
            <a:off x="7829550" y="4762500"/>
            <a:ext cx="3543300" cy="742950"/>
          </a:xfrm>
          <a:prstGeom prst="rect">
            <a:avLst/>
          </a:prstGeom>
          <a:noFill/>
          <a:ln w="0">
            <a:noFill/>
          </a:ln>
        </p:spPr>
        <p:txBody>
          <a:bodyPr anchor="t">
            <a:noAutofit/>
          </a:bodyPr>
          <a:lstStyle/>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1144341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358F1CC-F858-4B2D-84A6-FAF5E2B1B760}"/>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9FBBB433-B562-42F4-9059-FFEEA0774585}"/>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正方形/長方形 2">
            <a:extLst>
              <a:ext uri="{FF2B5EF4-FFF2-40B4-BE49-F238E27FC236}">
                <a16:creationId xmlns:a16="http://schemas.microsoft.com/office/drawing/2014/main" id="{70606E67-2A6F-4117-8A8F-D42BFA261F25}"/>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A9D6B5CB-01CA-41BF-A76F-AD48E0352ABC}"/>
              </a:ext>
            </a:extLst>
          </p:cNvPr>
          <p:cNvSpPr>
            <a:spLocks noGrp="1"/>
          </p:cNvSpPr>
          <p:nvPr/>
        </p:nvSpPr>
        <p:spPr>
          <a:xfrm>
            <a:off x="685800" y="1619250"/>
            <a:ext cx="4191000" cy="342900"/>
          </a:xfrm>
          <a:prstGeom prst="rect">
            <a:avLst/>
          </a:prstGeom>
          <a:noFill/>
          <a:ln w="0">
            <a:noFill/>
          </a:ln>
        </p:spPr>
        <p:txBody>
          <a:bodyPr anchor="t">
            <a:noAutofit/>
          </a:bodyPr>
          <a:lstStyle/>
          <a:p>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正方形/長方形 4">
            <a:extLst>
              <a:ext uri="{FF2B5EF4-FFF2-40B4-BE49-F238E27FC236}">
                <a16:creationId xmlns:a16="http://schemas.microsoft.com/office/drawing/2014/main" id="{942A13E9-DFC1-41C0-BEA1-DD5E0582991B}"/>
              </a:ext>
            </a:extLst>
          </p:cNvPr>
          <p:cNvSpPr>
            <a:spLocks noGrp="1"/>
          </p:cNvSpPr>
          <p:nvPr/>
        </p:nvSpPr>
        <p:spPr>
          <a:xfrm>
            <a:off x="685800" y="2085975"/>
            <a:ext cx="5238750" cy="1162050"/>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正方形/長方形 5">
            <a:extLst>
              <a:ext uri="{FF2B5EF4-FFF2-40B4-BE49-F238E27FC236}">
                <a16:creationId xmlns:a16="http://schemas.microsoft.com/office/drawing/2014/main" id="{E1C73C0F-03E6-467B-9535-013D223F6A45}"/>
              </a:ext>
            </a:extLst>
          </p:cNvPr>
          <p:cNvSpPr>
            <a:spLocks noGrp="1"/>
          </p:cNvSpPr>
          <p:nvPr/>
        </p:nvSpPr>
        <p:spPr>
          <a:xfrm>
            <a:off x="685800" y="3524250"/>
            <a:ext cx="4762500" cy="342900"/>
          </a:xfrm>
          <a:prstGeom prst="rect">
            <a:avLst/>
          </a:prstGeom>
          <a:noFill/>
          <a:ln w="0">
            <a:noFill/>
          </a:ln>
        </p:spPr>
        <p:txBody>
          <a:bodyPr anchor="t">
            <a:noAutofit/>
          </a:bodyPr>
          <a:lstStyle/>
          <a:p>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正方形/長方形 6">
            <a:extLst>
              <a:ext uri="{FF2B5EF4-FFF2-40B4-BE49-F238E27FC236}">
                <a16:creationId xmlns:a16="http://schemas.microsoft.com/office/drawing/2014/main" id="{C51DC976-281B-418D-A925-BC32358F69CD}"/>
              </a:ext>
            </a:extLst>
          </p:cNvPr>
          <p:cNvSpPr>
            <a:spLocks noGrp="1"/>
          </p:cNvSpPr>
          <p:nvPr/>
        </p:nvSpPr>
        <p:spPr>
          <a:xfrm>
            <a:off x="685800" y="3990975"/>
            <a:ext cx="5238750" cy="438150"/>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正方形/長方形 7">
            <a:extLst>
              <a:ext uri="{FF2B5EF4-FFF2-40B4-BE49-F238E27FC236}">
                <a16:creationId xmlns:a16="http://schemas.microsoft.com/office/drawing/2014/main" id="{F74B926D-0FFA-47A6-B9C6-4AE4AF670551}"/>
              </a:ext>
            </a:extLst>
          </p:cNvPr>
          <p:cNvSpPr>
            <a:spLocks noGrp="1"/>
          </p:cNvSpPr>
          <p:nvPr/>
        </p:nvSpPr>
        <p:spPr>
          <a:xfrm>
            <a:off x="685800" y="4857750"/>
            <a:ext cx="4191000" cy="342900"/>
          </a:xfrm>
          <a:prstGeom prst="rect">
            <a:avLst/>
          </a:prstGeom>
          <a:noFill/>
          <a:ln w="0">
            <a:noFill/>
          </a:ln>
        </p:spPr>
        <p:txBody>
          <a:bodyPr anchor="t">
            <a:noAutofit/>
          </a:bodyPr>
          <a:lstStyle/>
          <a:p>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正方形/長方形 8">
            <a:extLst>
              <a:ext uri="{FF2B5EF4-FFF2-40B4-BE49-F238E27FC236}">
                <a16:creationId xmlns:a16="http://schemas.microsoft.com/office/drawing/2014/main" id="{D1B677DB-89CE-48E4-8936-E0C758DCC1E0}"/>
              </a:ext>
            </a:extLst>
          </p:cNvPr>
          <p:cNvSpPr>
            <a:spLocks noGrp="1"/>
          </p:cNvSpPr>
          <p:nvPr/>
        </p:nvSpPr>
        <p:spPr>
          <a:xfrm>
            <a:off x="685800" y="5324475"/>
            <a:ext cx="5238750" cy="438150"/>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図 19"/>
          <p:cNvPicPr>
            <a:picLocks noChangeAspect="1"/>
          </p:cNvPicPr>
          <p:nvPr/>
        </p:nvPicPr>
        <p:blipFill>
          <a:blip r:embed="rId3"/>
          <a:srcRect l="15876" r="15876"/>
          <a:stretch>
            <a:fillRect/>
          </a:stretch>
        </p:blipFill>
        <p:spPr>
          <a:xfrm>
            <a:off x="6286500" y="1695450"/>
            <a:ext cx="5105400" cy="4210050"/>
          </a:xfrm>
          <a:prstGeom prst="rect">
            <a:avLst/>
          </a:prstGeom>
        </p:spPr>
      </p:pic>
    </p:spTree>
    <p:extLst>
      <p:ext uri="{BB962C8B-B14F-4D97-AF65-F5344CB8AC3E}">
        <p14:creationId xmlns:p14="http://schemas.microsoft.com/office/powerpoint/2010/main" val="202776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77781EC1-8FBB-4409-98C3-54B6D03FE963}"/>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8EFC53C1-2D88-4F26-90C5-C6D1CA440EA1}"/>
              </a:ext>
            </a:extLst>
          </p:cNvPr>
          <p:cNvSpPr>
            <a:spLocks noGrp="1"/>
          </p:cNvSpPr>
          <p:nvPr/>
        </p:nvSpPr>
        <p:spPr>
          <a:xfrm>
            <a:off x="685800" y="476250"/>
            <a:ext cx="857250" cy="428625"/>
          </a:xfrm>
          <a:prstGeom prst="rect">
            <a:avLst/>
          </a:prstGeom>
          <a:noFill/>
          <a:ln w="0">
            <a:noFill/>
          </a:ln>
        </p:spPr>
        <p:txBody>
          <a:bodyPr anchor="t">
            <a:noAutofit/>
          </a:bodyPr>
          <a:lstStyle/>
          <a:p>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正方形/長方形 2">
            <a:extLst>
              <a:ext uri="{FF2B5EF4-FFF2-40B4-BE49-F238E27FC236}">
                <a16:creationId xmlns:a16="http://schemas.microsoft.com/office/drawing/2014/main" id="{89ABA613-39AD-4942-BB82-78B3B764DC35}"/>
              </a:ext>
            </a:extLst>
          </p:cNvPr>
          <p:cNvSpPr>
            <a:spLocks noGrp="1"/>
          </p:cNvSpPr>
          <p:nvPr/>
        </p:nvSpPr>
        <p:spPr>
          <a:xfrm>
            <a:off x="1619250" y="476250"/>
            <a:ext cx="9105900" cy="428625"/>
          </a:xfrm>
          <a:prstGeom prst="rect">
            <a:avLst/>
          </a:prstGeom>
          <a:noFill/>
          <a:ln w="0">
            <a:noFill/>
          </a:ln>
        </p:spPr>
        <p:txBody>
          <a:bodyPr anchor="t">
            <a:noAutofit/>
          </a:bodyPr>
          <a:lstStyle/>
          <a:p>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正方形/長方形 3">
            <a:extLst>
              <a:ext uri="{FF2B5EF4-FFF2-40B4-BE49-F238E27FC236}">
                <a16:creationId xmlns:a16="http://schemas.microsoft.com/office/drawing/2014/main" id="{7AAF5196-6B2A-4F21-AEF1-895BFF0B138D}"/>
              </a:ext>
            </a:extLst>
          </p:cNvPr>
          <p:cNvSpPr>
            <a:spLocks noGrp="1"/>
          </p:cNvSpPr>
          <p:nvPr/>
        </p:nvSpPr>
        <p:spPr>
          <a:xfrm>
            <a:off x="685800" y="1143000"/>
            <a:ext cx="857250" cy="40005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正方形/長方形 4">
            <a:extLst>
              <a:ext uri="{FF2B5EF4-FFF2-40B4-BE49-F238E27FC236}">
                <a16:creationId xmlns:a16="http://schemas.microsoft.com/office/drawing/2014/main" id="{0B6B37B0-8FA4-4147-9CEE-B5D8B95F6C3B}"/>
              </a:ext>
            </a:extLst>
          </p:cNvPr>
          <p:cNvSpPr>
            <a:spLocks noGrp="1"/>
          </p:cNvSpPr>
          <p:nvPr/>
        </p:nvSpPr>
        <p:spPr>
          <a:xfrm>
            <a:off x="1619250" y="1143000"/>
            <a:ext cx="9677400" cy="600075"/>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正方形/長方形 5">
            <a:extLst>
              <a:ext uri="{FF2B5EF4-FFF2-40B4-BE49-F238E27FC236}">
                <a16:creationId xmlns:a16="http://schemas.microsoft.com/office/drawing/2014/main" id="{3A385612-C53A-49E8-9445-03B1E0D9FAAB}"/>
              </a:ext>
            </a:extLst>
          </p:cNvPr>
          <p:cNvSpPr>
            <a:spLocks noGrp="1"/>
          </p:cNvSpPr>
          <p:nvPr/>
        </p:nvSpPr>
        <p:spPr>
          <a:xfrm>
            <a:off x="685800" y="2009775"/>
            <a:ext cx="10572750" cy="9525"/>
          </a:xfrm>
          <a:prstGeom prst="rect">
            <a:avLst/>
          </a:prstGeom>
          <a:solidFill>
            <a:srgbClr val="C7CFD2"/>
          </a:solidFill>
          <a:ln w="0">
            <a:noFill/>
          </a:ln>
        </p:spPr>
      </p:sp>
      <p:sp>
        <p:nvSpPr>
          <p:cNvPr id="7" name="正方形/長方形 6">
            <a:extLst>
              <a:ext uri="{FF2B5EF4-FFF2-40B4-BE49-F238E27FC236}">
                <a16:creationId xmlns:a16="http://schemas.microsoft.com/office/drawing/2014/main" id="{FA3D6B73-F405-4800-A671-107957A6DFAF}"/>
              </a:ext>
            </a:extLst>
          </p:cNvPr>
          <p:cNvSpPr>
            <a:spLocks noGrp="1"/>
          </p:cNvSpPr>
          <p:nvPr/>
        </p:nvSpPr>
        <p:spPr>
          <a:xfrm>
            <a:off x="685800" y="2266950"/>
            <a:ext cx="857250" cy="428625"/>
          </a:xfrm>
          <a:prstGeom prst="rect">
            <a:avLst/>
          </a:prstGeom>
          <a:noFill/>
          <a:ln w="0">
            <a:noFill/>
          </a:ln>
        </p:spPr>
        <p:txBody>
          <a:bodyPr anchor="t">
            <a:noAutofit/>
          </a:bodyPr>
          <a:lstStyle/>
          <a:p>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正方形/長方形 7">
            <a:extLst>
              <a:ext uri="{FF2B5EF4-FFF2-40B4-BE49-F238E27FC236}">
                <a16:creationId xmlns:a16="http://schemas.microsoft.com/office/drawing/2014/main" id="{A6397048-C2BD-4223-B125-DD5E71666A5D}"/>
              </a:ext>
            </a:extLst>
          </p:cNvPr>
          <p:cNvSpPr>
            <a:spLocks noGrp="1"/>
          </p:cNvSpPr>
          <p:nvPr/>
        </p:nvSpPr>
        <p:spPr>
          <a:xfrm>
            <a:off x="1619250" y="2266950"/>
            <a:ext cx="9105900" cy="428625"/>
          </a:xfrm>
          <a:prstGeom prst="rect">
            <a:avLst/>
          </a:prstGeom>
          <a:noFill/>
          <a:ln w="0">
            <a:noFill/>
          </a:ln>
        </p:spPr>
        <p:txBody>
          <a:bodyPr anchor="t">
            <a:noAutofit/>
          </a:bodyPr>
          <a:lstStyle/>
          <a:p>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正方形/長方形 8">
            <a:extLst>
              <a:ext uri="{FF2B5EF4-FFF2-40B4-BE49-F238E27FC236}">
                <a16:creationId xmlns:a16="http://schemas.microsoft.com/office/drawing/2014/main" id="{373C422D-A1F9-437F-A155-87E816D252AD}"/>
              </a:ext>
            </a:extLst>
          </p:cNvPr>
          <p:cNvSpPr>
            <a:spLocks noGrp="1"/>
          </p:cNvSpPr>
          <p:nvPr/>
        </p:nvSpPr>
        <p:spPr>
          <a:xfrm>
            <a:off x="685800" y="2933700"/>
            <a:ext cx="857250" cy="40005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正方形/長方形 9">
            <a:extLst>
              <a:ext uri="{FF2B5EF4-FFF2-40B4-BE49-F238E27FC236}">
                <a16:creationId xmlns:a16="http://schemas.microsoft.com/office/drawing/2014/main" id="{5DF87993-2764-4D12-B606-12D55BFD11F1}"/>
              </a:ext>
            </a:extLst>
          </p:cNvPr>
          <p:cNvSpPr>
            <a:spLocks noGrp="1"/>
          </p:cNvSpPr>
          <p:nvPr/>
        </p:nvSpPr>
        <p:spPr>
          <a:xfrm>
            <a:off x="1619250" y="2933700"/>
            <a:ext cx="9677400" cy="600075"/>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正方形/長方形 10">
            <a:extLst>
              <a:ext uri="{FF2B5EF4-FFF2-40B4-BE49-F238E27FC236}">
                <a16:creationId xmlns:a16="http://schemas.microsoft.com/office/drawing/2014/main" id="{9947962E-B2EC-417F-925E-3F51DC2714B0}"/>
              </a:ext>
            </a:extLst>
          </p:cNvPr>
          <p:cNvSpPr>
            <a:spLocks noGrp="1"/>
          </p:cNvSpPr>
          <p:nvPr/>
        </p:nvSpPr>
        <p:spPr>
          <a:xfrm>
            <a:off x="685800" y="3800475"/>
            <a:ext cx="10572750" cy="9525"/>
          </a:xfrm>
          <a:prstGeom prst="rect">
            <a:avLst/>
          </a:prstGeom>
          <a:solidFill>
            <a:srgbClr val="C7CFD2"/>
          </a:solidFill>
          <a:ln w="0">
            <a:noFill/>
          </a:ln>
        </p:spPr>
      </p:sp>
      <p:sp>
        <p:nvSpPr>
          <p:cNvPr id="12" name="正方形/長方形 11">
            <a:extLst>
              <a:ext uri="{FF2B5EF4-FFF2-40B4-BE49-F238E27FC236}">
                <a16:creationId xmlns:a16="http://schemas.microsoft.com/office/drawing/2014/main" id="{58CE738D-E49F-4B57-8817-59429696059B}"/>
              </a:ext>
            </a:extLst>
          </p:cNvPr>
          <p:cNvSpPr>
            <a:spLocks noGrp="1"/>
          </p:cNvSpPr>
          <p:nvPr/>
        </p:nvSpPr>
        <p:spPr>
          <a:xfrm>
            <a:off x="685800" y="4057650"/>
            <a:ext cx="857250" cy="428625"/>
          </a:xfrm>
          <a:prstGeom prst="rect">
            <a:avLst/>
          </a:prstGeom>
          <a:noFill/>
          <a:ln w="0">
            <a:noFill/>
          </a:ln>
        </p:spPr>
        <p:txBody>
          <a:bodyPr anchor="t">
            <a:noAutofit/>
          </a:bodyPr>
          <a:lstStyle/>
          <a:p>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正方形/長方形 12">
            <a:extLst>
              <a:ext uri="{FF2B5EF4-FFF2-40B4-BE49-F238E27FC236}">
                <a16:creationId xmlns:a16="http://schemas.microsoft.com/office/drawing/2014/main" id="{5BE3A5F8-299C-45A0-B0AD-BC3DE0FC2F8B}"/>
              </a:ext>
            </a:extLst>
          </p:cNvPr>
          <p:cNvSpPr>
            <a:spLocks noGrp="1"/>
          </p:cNvSpPr>
          <p:nvPr/>
        </p:nvSpPr>
        <p:spPr>
          <a:xfrm>
            <a:off x="1619250" y="4057650"/>
            <a:ext cx="9105900" cy="428625"/>
          </a:xfrm>
          <a:prstGeom prst="rect">
            <a:avLst/>
          </a:prstGeom>
          <a:noFill/>
          <a:ln w="0">
            <a:noFill/>
          </a:ln>
        </p:spPr>
        <p:txBody>
          <a:bodyPr anchor="t">
            <a:noAutofit/>
          </a:bodyPr>
          <a:lstStyle/>
          <a:p>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正方形/長方形 13">
            <a:extLst>
              <a:ext uri="{FF2B5EF4-FFF2-40B4-BE49-F238E27FC236}">
                <a16:creationId xmlns:a16="http://schemas.microsoft.com/office/drawing/2014/main" id="{761A50FD-4669-4755-84E8-B87DD438B005}"/>
              </a:ext>
            </a:extLst>
          </p:cNvPr>
          <p:cNvSpPr>
            <a:spLocks noGrp="1"/>
          </p:cNvSpPr>
          <p:nvPr/>
        </p:nvSpPr>
        <p:spPr>
          <a:xfrm>
            <a:off x="685800" y="4724400"/>
            <a:ext cx="857250" cy="40005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正方形/長方形 14">
            <a:extLst>
              <a:ext uri="{FF2B5EF4-FFF2-40B4-BE49-F238E27FC236}">
                <a16:creationId xmlns:a16="http://schemas.microsoft.com/office/drawing/2014/main" id="{B9B15B4C-8898-4A3E-9C53-3835589F8E58}"/>
              </a:ext>
            </a:extLst>
          </p:cNvPr>
          <p:cNvSpPr>
            <a:spLocks noGrp="1"/>
          </p:cNvSpPr>
          <p:nvPr/>
        </p:nvSpPr>
        <p:spPr>
          <a:xfrm>
            <a:off x="1619250" y="4724400"/>
            <a:ext cx="9677400" cy="1600200"/>
          </a:xfrm>
          <a:prstGeom prst="rect">
            <a:avLst/>
          </a:prstGeom>
          <a:noFill/>
          <a:ln w="0">
            <a:noFill/>
          </a:ln>
        </p:spPr>
        <p:txBody>
          <a:bodyPr anchor="t">
            <a:noAutofit/>
          </a:bodyPr>
          <a:lstStyle/>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70105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B6DBB2B-8197-4D84-B95B-C2A9254CF597}"/>
              </a:ext>
            </a:extLst>
          </p:cNvPr>
          <p:cNvSpPr>
            <a:spLocks noGrp="1"/>
          </p:cNvSpPr>
          <p:nvPr/>
        </p:nvSpPr>
        <p:spPr>
          <a:xfrm>
            <a:off x="0" y="0"/>
            <a:ext cx="114300" cy="6858000"/>
          </a:xfrm>
          <a:prstGeom prst="rect">
            <a:avLst/>
          </a:prstGeom>
          <a:solidFill>
            <a:srgbClr val="4E7661"/>
          </a:solidFill>
          <a:ln w="0">
            <a:noFill/>
          </a:ln>
        </p:spPr>
      </p:sp>
      <p:sp>
        <p:nvSpPr>
          <p:cNvPr id="2" name="正方形/長方形 1">
            <a:extLst>
              <a:ext uri="{FF2B5EF4-FFF2-40B4-BE49-F238E27FC236}">
                <a16:creationId xmlns:a16="http://schemas.microsoft.com/office/drawing/2014/main" id="{3FF9FF88-48C3-4D80-AB4C-0C537B4E0E9E}"/>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正方形/長方形 2">
            <a:extLst>
              <a:ext uri="{FF2B5EF4-FFF2-40B4-BE49-F238E27FC236}">
                <a16:creationId xmlns:a16="http://schemas.microsoft.com/office/drawing/2014/main" id="{954E6FE7-781F-48D7-8E1E-5A8E9FFCF825}"/>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BC291E84-DB9A-4B9F-97C1-A85D29F054BB}"/>
              </a:ext>
            </a:extLst>
          </p:cNvPr>
          <p:cNvSpPr>
            <a:spLocks noGrp="1"/>
          </p:cNvSpPr>
          <p:nvPr/>
        </p:nvSpPr>
        <p:spPr>
          <a:xfrm>
            <a:off x="685800" y="1695450"/>
            <a:ext cx="10572750" cy="609600"/>
          </a:xfrm>
          <a:prstGeom prst="rect">
            <a:avLst/>
          </a:prstGeom>
          <a:noFill/>
          <a:ln w="0">
            <a:noFill/>
          </a:ln>
        </p:spPr>
        <p:txBody>
          <a:bodyPr anchor="t">
            <a:noAutofit/>
          </a:bodyPr>
          <a:lstStyle/>
          <a:p>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現場への還元には、レベニューシェア方式を採用します。</a:t>
            </a:r>
          </a:p>
        </p:txBody>
      </p:sp>
      <p:sp>
        <p:nvSpPr>
          <p:cNvPr id="5" name="正方形/長方形 4">
            <a:extLst>
              <a:ext uri="{FF2B5EF4-FFF2-40B4-BE49-F238E27FC236}">
                <a16:creationId xmlns:a16="http://schemas.microsoft.com/office/drawing/2014/main" id="{C301E0A8-D81A-46E6-AFBE-EA466893B99F}"/>
              </a:ext>
            </a:extLst>
          </p:cNvPr>
          <p:cNvSpPr>
            <a:spLocks noGrp="1"/>
          </p:cNvSpPr>
          <p:nvPr/>
        </p:nvSpPr>
        <p:spPr>
          <a:xfrm>
            <a:off x="685800" y="2505075"/>
            <a:ext cx="10572750" cy="9525"/>
          </a:xfrm>
          <a:prstGeom prst="rect">
            <a:avLst/>
          </a:prstGeom>
          <a:solidFill>
            <a:srgbClr val="C7CFD2"/>
          </a:solidFill>
          <a:ln w="0">
            <a:noFill/>
          </a:ln>
        </p:spPr>
      </p:sp>
      <p:sp>
        <p:nvSpPr>
          <p:cNvPr id="6" name="正方形/長方形 5">
            <a:extLst>
              <a:ext uri="{FF2B5EF4-FFF2-40B4-BE49-F238E27FC236}">
                <a16:creationId xmlns:a16="http://schemas.microsoft.com/office/drawing/2014/main" id="{186D53AB-CF5D-45B1-BE3B-1E7D992DFEE4}"/>
              </a:ext>
            </a:extLst>
          </p:cNvPr>
          <p:cNvSpPr>
            <a:spLocks noGrp="1"/>
          </p:cNvSpPr>
          <p:nvPr/>
        </p:nvSpPr>
        <p:spPr>
          <a:xfrm>
            <a:off x="685800" y="2886075"/>
            <a:ext cx="10572750" cy="1028700"/>
          </a:xfrm>
          <a:prstGeom prst="rect">
            <a:avLst/>
          </a:prstGeom>
          <a:noFill/>
          <a:ln w="0">
            <a:noFill/>
          </a:ln>
        </p:spPr>
        <p:txBody>
          <a:bodyPr anchor="t">
            <a:noAutofit/>
          </a:bodyPr>
          <a:lstStyle/>
          <a:p>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正方形/長方形 6">
            <a:extLst>
              <a:ext uri="{FF2B5EF4-FFF2-40B4-BE49-F238E27FC236}">
                <a16:creationId xmlns:a16="http://schemas.microsoft.com/office/drawing/2014/main" id="{128839E4-E3D6-4C96-8C0D-5946885BCD40}"/>
              </a:ext>
            </a:extLst>
          </p:cNvPr>
          <p:cNvSpPr>
            <a:spLocks noGrp="1"/>
          </p:cNvSpPr>
          <p:nvPr/>
        </p:nvSpPr>
        <p:spPr>
          <a:xfrm>
            <a:off x="685800" y="4152900"/>
            <a:ext cx="10572750" cy="9525"/>
          </a:xfrm>
          <a:prstGeom prst="rect">
            <a:avLst/>
          </a:prstGeom>
          <a:solidFill>
            <a:srgbClr val="C7CFD2"/>
          </a:solidFill>
          <a:ln w="0">
            <a:noFill/>
          </a:ln>
        </p:spPr>
      </p:sp>
      <p:sp>
        <p:nvSpPr>
          <p:cNvPr id="8" name="正方形/長方形 7">
            <a:extLst>
              <a:ext uri="{FF2B5EF4-FFF2-40B4-BE49-F238E27FC236}">
                <a16:creationId xmlns:a16="http://schemas.microsoft.com/office/drawing/2014/main" id="{1FAF13FD-73A2-4A01-9E21-2A499CE9AC2F}"/>
              </a:ext>
            </a:extLst>
          </p:cNvPr>
          <p:cNvSpPr>
            <a:spLocks noGrp="1"/>
          </p:cNvSpPr>
          <p:nvPr/>
        </p:nvSpPr>
        <p:spPr>
          <a:xfrm>
            <a:off x="685800" y="4524375"/>
            <a:ext cx="10572750" cy="628650"/>
          </a:xfrm>
          <a:prstGeom prst="rect">
            <a:avLst/>
          </a:prstGeom>
          <a:noFill/>
          <a:ln w="0">
            <a:noFill/>
          </a:ln>
        </p:spPr>
        <p:txBody>
          <a:bodyPr anchor="t">
            <a:noAutofit/>
          </a:bodyPr>
          <a:lstStyle/>
          <a:p>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正方形/長方形 8">
            <a:extLst>
              <a:ext uri="{FF2B5EF4-FFF2-40B4-BE49-F238E27FC236}">
                <a16:creationId xmlns:a16="http://schemas.microsoft.com/office/drawing/2014/main" id="{8C644621-9326-4A7B-9328-3F5C196054D9}"/>
              </a:ext>
            </a:extLst>
          </p:cNvPr>
          <p:cNvSpPr>
            <a:spLocks noGrp="1"/>
          </p:cNvSpPr>
          <p:nvPr/>
        </p:nvSpPr>
        <p:spPr>
          <a:xfrm>
            <a:off x="685800" y="5524500"/>
            <a:ext cx="10572750" cy="495300"/>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817702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9287CED-BBEC-4920-8808-E45621ED3835}"/>
              </a:ext>
            </a:extLst>
          </p:cNvPr>
          <p:cNvSpPr>
            <a:spLocks noGrp="1"/>
          </p:cNvSpPr>
          <p:nvPr/>
        </p:nvSpPr>
        <p:spPr>
          <a:xfrm>
            <a:off x="0" y="0"/>
            <a:ext cx="114300" cy="6858000"/>
          </a:xfrm>
          <a:prstGeom prst="rect">
            <a:avLst/>
          </a:prstGeom>
          <a:solidFill>
            <a:srgbClr val="D67A4A"/>
          </a:solidFill>
          <a:ln w="0">
            <a:noFill/>
          </a:ln>
        </p:spPr>
      </p:sp>
      <p:sp>
        <p:nvSpPr>
          <p:cNvPr id="2" name="正方形/長方形 1">
            <a:extLst>
              <a:ext uri="{FF2B5EF4-FFF2-40B4-BE49-F238E27FC236}">
                <a16:creationId xmlns:a16="http://schemas.microsoft.com/office/drawing/2014/main" id="{26E44C81-1708-40E9-8EFF-D444CC80E8A5}"/>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正方形/長方形 2">
            <a:extLst>
              <a:ext uri="{FF2B5EF4-FFF2-40B4-BE49-F238E27FC236}">
                <a16:creationId xmlns:a16="http://schemas.microsoft.com/office/drawing/2014/main" id="{0B283DFA-0A65-474B-8C01-C6F2C6331910}"/>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610D647D-5F93-4550-A069-846A1F4FFE88}"/>
              </a:ext>
            </a:extLst>
          </p:cNvPr>
          <p:cNvSpPr>
            <a:spLocks noGrp="1"/>
          </p:cNvSpPr>
          <p:nvPr/>
        </p:nvSpPr>
        <p:spPr>
          <a:xfrm>
            <a:off x="704850" y="1438275"/>
            <a:ext cx="7905750" cy="504825"/>
          </a:xfrm>
          <a:prstGeom prst="rect">
            <a:avLst/>
          </a:prstGeom>
          <a:noFill/>
          <a:ln w="0">
            <a:noFill/>
          </a:ln>
        </p:spPr>
        <p:txBody>
          <a:bodyPr anchor="t">
            <a:noAutofit/>
          </a:bodyPr>
          <a:lstStyle/>
          <a:p>
            <a:pPr algn="l">
              <a:defRPr sz="2800" b="1">
                <a:solidFill>
                  <a:srgbClr val="D67A4A"/>
                </a:solidFill>
                <a:latin typeface="Hiragino Sans"/>
                <a:ea typeface="Hiragino Sans"/>
                <a:cs typeface="Hiragino Sans"/>
              </a:defRPr>
            </a:pPr>
            <a:r>
              <a:rPr sz="2800" b="1">
                <a:solidFill>
                  <a:srgbClr val="D67A4A"/>
                </a:solidFill>
                <a:latin typeface="Hiragino Sans"/>
                <a:ea typeface="Hiragino Sans"/>
                <a:cs typeface="Hiragino Sans"/>
              </a:rPr>
              <a:t>ベーカリー：サトウカエデ</a:t>
            </a:r>
          </a:p>
        </p:txBody>
      </p:sp>
      <p:sp>
        <p:nvSpPr>
          <p:cNvPr id="5" name="正方形/長方形 4">
            <a:extLst>
              <a:ext uri="{FF2B5EF4-FFF2-40B4-BE49-F238E27FC236}">
                <a16:creationId xmlns:a16="http://schemas.microsoft.com/office/drawing/2014/main" id="{D821E3B3-CCE4-44A5-9768-A11824DFA876}"/>
              </a:ext>
            </a:extLst>
          </p:cNvPr>
          <p:cNvSpPr>
            <a:spLocks noGrp="1"/>
          </p:cNvSpPr>
          <p:nvPr/>
        </p:nvSpPr>
        <p:spPr>
          <a:xfrm>
            <a:off x="742950" y="2000250"/>
            <a:ext cx="4953000" cy="32385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カメラ映像</a:t>
            </a:r>
          </a:p>
        </p:txBody>
      </p:sp>
      <p:sp>
        <p:nvSpPr>
          <p:cNvPr id="6" name="正方形/長方形 5">
            <a:extLst>
              <a:ext uri="{FF2B5EF4-FFF2-40B4-BE49-F238E27FC236}">
                <a16:creationId xmlns:a16="http://schemas.microsoft.com/office/drawing/2014/main" id="{DE8D49E0-B1DE-4095-BC15-BC4ED64E302E}"/>
              </a:ext>
            </a:extLst>
          </p:cNvPr>
          <p:cNvSpPr>
            <a:spLocks noGrp="1"/>
          </p:cNvSpPr>
          <p:nvPr/>
        </p:nvSpPr>
        <p:spPr>
          <a:xfrm>
            <a:off x="6134100" y="2000250"/>
            <a:ext cx="4953000" cy="323850"/>
          </a:xfrm>
          <a:prstGeom prst="rect">
            <a:avLst/>
          </a:prstGeom>
          <a:noFill/>
          <a:ln w="0">
            <a:noFill/>
          </a:ln>
        </p:spPr>
        <p:txBody>
          <a:bodyPr anchor="t">
            <a:noAutofit/>
          </a:bodyPr>
          <a:lstStyle/>
          <a:p>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LiDAR深度</a:t>
            </a:r>
          </a:p>
        </p:txBody>
      </p:sp>
      <p:pic>
        <p:nvPicPr>
          <p:cNvPr id="14" name="iPhone Pro bakery demo" descr="ベーカリーのカメラ映像とLiDAR深度の撮影サンプル">
            <a:hlinkClick r:id="rId2"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704850" y="2400300"/>
            <a:ext cx="10782300" cy="4043363"/>
          </a:xfrm>
          <a:prstGeom prst="rect">
            <a:avLst/>
          </a:prstGeom>
        </p:spPr>
      </p:pic>
    </p:spTree>
    <p:extLst>
      <p:ext uri="{BB962C8B-B14F-4D97-AF65-F5344CB8AC3E}">
        <p14:creationId xmlns:p14="http://schemas.microsoft.com/office/powerpoint/2010/main" val="117724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0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0A6C71A2-9B11-445F-AB7B-50E4BBAB24EA}"/>
              </a:ext>
            </a:extLst>
          </p:cNvPr>
          <p:cNvSpPr>
            <a:spLocks noGrp="1"/>
          </p:cNvSpPr>
          <p:nvPr/>
        </p:nvSpPr>
        <p:spPr>
          <a:xfrm>
            <a:off x="0" y="0"/>
            <a:ext cx="114300" cy="6858000"/>
          </a:xfrm>
          <a:prstGeom prst="rect">
            <a:avLst/>
          </a:prstGeom>
          <a:solidFill>
            <a:srgbClr val="2E6178"/>
          </a:solidFill>
          <a:ln w="0">
            <a:noFill/>
          </a:ln>
        </p:spPr>
      </p:sp>
      <p:sp>
        <p:nvSpPr>
          <p:cNvPr id="2" name="正方形/長方形 1">
            <a:extLst>
              <a:ext uri="{FF2B5EF4-FFF2-40B4-BE49-F238E27FC236}">
                <a16:creationId xmlns:a16="http://schemas.microsoft.com/office/drawing/2014/main" id="{60B5389C-B9B9-414F-BBFA-212B14CBDE95}"/>
              </a:ext>
            </a:extLst>
          </p:cNvPr>
          <p:cNvSpPr>
            <a:spLocks noGrp="1"/>
          </p:cNvSpPr>
          <p:nvPr/>
        </p:nvSpPr>
        <p:spPr>
          <a:xfrm>
            <a:off x="609600" y="457200"/>
            <a:ext cx="10668000" cy="609600"/>
          </a:xfrm>
          <a:prstGeom prst="rect">
            <a:avLst/>
          </a:prstGeom>
          <a:noFill/>
          <a:ln w="0">
            <a:noFill/>
          </a:ln>
        </p:spPr>
        <p:txBody>
          <a:bodyPr anchor="t">
            <a:noAutofit/>
          </a:bodyPr>
          <a:lstStyle/>
          <a:p>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正方形/長方形 2">
            <a:extLst>
              <a:ext uri="{FF2B5EF4-FFF2-40B4-BE49-F238E27FC236}">
                <a16:creationId xmlns:a16="http://schemas.microsoft.com/office/drawing/2014/main" id="{AFAE06BB-301C-4B05-AE9C-F91BABC258BF}"/>
              </a:ext>
            </a:extLst>
          </p:cNvPr>
          <p:cNvSpPr>
            <a:spLocks noGrp="1"/>
          </p:cNvSpPr>
          <p:nvPr/>
        </p:nvSpPr>
        <p:spPr>
          <a:xfrm>
            <a:off x="609600" y="1257300"/>
            <a:ext cx="10972800" cy="9525"/>
          </a:xfrm>
          <a:prstGeom prst="rect">
            <a:avLst/>
          </a:prstGeom>
          <a:solidFill>
            <a:srgbClr val="C7CFD2"/>
          </a:solidFill>
          <a:ln w="0">
            <a:noFill/>
          </a:ln>
        </p:spPr>
      </p:sp>
      <p:sp>
        <p:nvSpPr>
          <p:cNvPr id="4" name="正方形/長方形 3">
            <a:extLst>
              <a:ext uri="{FF2B5EF4-FFF2-40B4-BE49-F238E27FC236}">
                <a16:creationId xmlns:a16="http://schemas.microsoft.com/office/drawing/2014/main" id="{DEA2B67D-2639-4210-AEE7-2C6236506885}"/>
              </a:ext>
            </a:extLst>
          </p:cNvPr>
          <p:cNvSpPr>
            <a:spLocks noGrp="1"/>
          </p:cNvSpPr>
          <p:nvPr/>
        </p:nvSpPr>
        <p:spPr>
          <a:xfrm>
            <a:off x="704850" y="1676400"/>
            <a:ext cx="2381250" cy="438150"/>
          </a:xfrm>
          <a:prstGeom prst="rect">
            <a:avLst/>
          </a:prstGeom>
          <a:noFill/>
          <a:ln w="0">
            <a:noFill/>
          </a:ln>
        </p:spPr>
        <p:txBody>
          <a:bodyPr anchor="t">
            <a:noAutofit/>
          </a:bodyPr>
          <a:lstStyle/>
          <a:p>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正方形/長方形 4">
            <a:extLst>
              <a:ext uri="{FF2B5EF4-FFF2-40B4-BE49-F238E27FC236}">
                <a16:creationId xmlns:a16="http://schemas.microsoft.com/office/drawing/2014/main" id="{DA140A5E-4311-4510-B269-AA3016990EC2}"/>
              </a:ext>
            </a:extLst>
          </p:cNvPr>
          <p:cNvSpPr>
            <a:spLocks noGrp="1"/>
          </p:cNvSpPr>
          <p:nvPr/>
        </p:nvSpPr>
        <p:spPr>
          <a:xfrm>
            <a:off x="704850" y="2105025"/>
            <a:ext cx="2381250" cy="361950"/>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正方形/長方形 5">
            <a:extLst>
              <a:ext uri="{FF2B5EF4-FFF2-40B4-BE49-F238E27FC236}">
                <a16:creationId xmlns:a16="http://schemas.microsoft.com/office/drawing/2014/main" id="{67566AD1-936C-4B1D-BB82-58CCF9E19B3E}"/>
              </a:ext>
            </a:extLst>
          </p:cNvPr>
          <p:cNvSpPr>
            <a:spLocks noGrp="1"/>
          </p:cNvSpPr>
          <p:nvPr/>
        </p:nvSpPr>
        <p:spPr>
          <a:xfrm>
            <a:off x="3476625" y="1752600"/>
            <a:ext cx="7620000" cy="714375"/>
          </a:xfrm>
          <a:prstGeom prst="rect">
            <a:avLst/>
          </a:prstGeom>
          <a:noFill/>
          <a:ln w="0">
            <a:noFill/>
          </a:ln>
        </p:spPr>
        <p:txBody>
          <a:bodyPr anchor="t">
            <a:noAutofit/>
          </a:bodyPr>
          <a:lstStyle/>
          <a:p>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正方形/長方形 6">
            <a:extLst>
              <a:ext uri="{FF2B5EF4-FFF2-40B4-BE49-F238E27FC236}">
                <a16:creationId xmlns:a16="http://schemas.microsoft.com/office/drawing/2014/main" id="{B894101E-FAFA-4FD9-B9A9-2C058FE45A61}"/>
              </a:ext>
            </a:extLst>
          </p:cNvPr>
          <p:cNvSpPr>
            <a:spLocks noGrp="1"/>
          </p:cNvSpPr>
          <p:nvPr/>
        </p:nvSpPr>
        <p:spPr>
          <a:xfrm>
            <a:off x="685800" y="2657475"/>
            <a:ext cx="10553700" cy="9525"/>
          </a:xfrm>
          <a:prstGeom prst="rect">
            <a:avLst/>
          </a:prstGeom>
          <a:solidFill>
            <a:srgbClr val="C7CFD2"/>
          </a:solidFill>
          <a:ln w="0">
            <a:noFill/>
          </a:ln>
        </p:spPr>
      </p:sp>
      <p:sp>
        <p:nvSpPr>
          <p:cNvPr id="8" name="正方形/長方形 7">
            <a:extLst>
              <a:ext uri="{FF2B5EF4-FFF2-40B4-BE49-F238E27FC236}">
                <a16:creationId xmlns:a16="http://schemas.microsoft.com/office/drawing/2014/main" id="{E8B6E4A8-00D5-40EF-8577-37B244F804A8}"/>
              </a:ext>
            </a:extLst>
          </p:cNvPr>
          <p:cNvSpPr>
            <a:spLocks noGrp="1"/>
          </p:cNvSpPr>
          <p:nvPr/>
        </p:nvSpPr>
        <p:spPr>
          <a:xfrm>
            <a:off x="704850" y="2819400"/>
            <a:ext cx="2381250" cy="438150"/>
          </a:xfrm>
          <a:prstGeom prst="rect">
            <a:avLst/>
          </a:prstGeom>
          <a:noFill/>
          <a:ln w="0">
            <a:noFill/>
          </a:ln>
        </p:spPr>
        <p:txBody>
          <a:bodyPr anchor="t">
            <a:noAutofit/>
          </a:bodyPr>
          <a:lstStyle/>
          <a:p>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正方形/長方形 8">
            <a:extLst>
              <a:ext uri="{FF2B5EF4-FFF2-40B4-BE49-F238E27FC236}">
                <a16:creationId xmlns:a16="http://schemas.microsoft.com/office/drawing/2014/main" id="{95549194-7689-4CC9-8C80-61EF9312FA71}"/>
              </a:ext>
            </a:extLst>
          </p:cNvPr>
          <p:cNvSpPr>
            <a:spLocks noGrp="1"/>
          </p:cNvSpPr>
          <p:nvPr/>
        </p:nvSpPr>
        <p:spPr>
          <a:xfrm>
            <a:off x="704850" y="3248025"/>
            <a:ext cx="2381250" cy="361950"/>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正方形/長方形 9">
            <a:extLst>
              <a:ext uri="{FF2B5EF4-FFF2-40B4-BE49-F238E27FC236}">
                <a16:creationId xmlns:a16="http://schemas.microsoft.com/office/drawing/2014/main" id="{06C0182C-3B50-459F-8BF1-81F153A110AB}"/>
              </a:ext>
            </a:extLst>
          </p:cNvPr>
          <p:cNvSpPr>
            <a:spLocks noGrp="1"/>
          </p:cNvSpPr>
          <p:nvPr/>
        </p:nvSpPr>
        <p:spPr>
          <a:xfrm>
            <a:off x="3476625" y="2895600"/>
            <a:ext cx="7620000" cy="714375"/>
          </a:xfrm>
          <a:prstGeom prst="rect">
            <a:avLst/>
          </a:prstGeom>
          <a:noFill/>
          <a:ln w="0">
            <a:noFill/>
          </a:ln>
        </p:spPr>
        <p:txBody>
          <a:bodyPr anchor="t">
            <a:noAutofit/>
          </a:bodyPr>
          <a:lstStyle/>
          <a:p>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正方形/長方形 10">
            <a:extLst>
              <a:ext uri="{FF2B5EF4-FFF2-40B4-BE49-F238E27FC236}">
                <a16:creationId xmlns:a16="http://schemas.microsoft.com/office/drawing/2014/main" id="{F42D43D7-53C6-4F89-98FD-14110D508D7E}"/>
              </a:ext>
            </a:extLst>
          </p:cNvPr>
          <p:cNvSpPr>
            <a:spLocks noGrp="1"/>
          </p:cNvSpPr>
          <p:nvPr/>
        </p:nvSpPr>
        <p:spPr>
          <a:xfrm>
            <a:off x="685800" y="3800475"/>
            <a:ext cx="10553700" cy="9525"/>
          </a:xfrm>
          <a:prstGeom prst="rect">
            <a:avLst/>
          </a:prstGeom>
          <a:solidFill>
            <a:srgbClr val="C7CFD2"/>
          </a:solidFill>
          <a:ln w="0">
            <a:noFill/>
          </a:ln>
        </p:spPr>
      </p:sp>
      <p:sp>
        <p:nvSpPr>
          <p:cNvPr id="12" name="正方形/長方形 11">
            <a:extLst>
              <a:ext uri="{FF2B5EF4-FFF2-40B4-BE49-F238E27FC236}">
                <a16:creationId xmlns:a16="http://schemas.microsoft.com/office/drawing/2014/main" id="{8D23D792-8828-48C3-A99F-9EB4BD14A9F1}"/>
              </a:ext>
            </a:extLst>
          </p:cNvPr>
          <p:cNvSpPr>
            <a:spLocks noGrp="1"/>
          </p:cNvSpPr>
          <p:nvPr/>
        </p:nvSpPr>
        <p:spPr>
          <a:xfrm>
            <a:off x="704850" y="3962400"/>
            <a:ext cx="2381250" cy="438150"/>
          </a:xfrm>
          <a:prstGeom prst="rect">
            <a:avLst/>
          </a:prstGeom>
          <a:noFill/>
          <a:ln w="0">
            <a:noFill/>
          </a:ln>
        </p:spPr>
        <p:txBody>
          <a:bodyPr anchor="t">
            <a:noAutofit/>
          </a:bodyPr>
          <a:lstStyle/>
          <a:p>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正方形/長方形 12">
            <a:extLst>
              <a:ext uri="{FF2B5EF4-FFF2-40B4-BE49-F238E27FC236}">
                <a16:creationId xmlns:a16="http://schemas.microsoft.com/office/drawing/2014/main" id="{EED4FE35-7D23-498D-BF29-33FF4505B27F}"/>
              </a:ext>
            </a:extLst>
          </p:cNvPr>
          <p:cNvSpPr>
            <a:spLocks noGrp="1"/>
          </p:cNvSpPr>
          <p:nvPr/>
        </p:nvSpPr>
        <p:spPr>
          <a:xfrm>
            <a:off x="704850" y="4391025"/>
            <a:ext cx="2381250" cy="361950"/>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正方形/長方形 13">
            <a:extLst>
              <a:ext uri="{FF2B5EF4-FFF2-40B4-BE49-F238E27FC236}">
                <a16:creationId xmlns:a16="http://schemas.microsoft.com/office/drawing/2014/main" id="{95077C06-A4EC-4F44-96DC-A90F3471A766}"/>
              </a:ext>
            </a:extLst>
          </p:cNvPr>
          <p:cNvSpPr>
            <a:spLocks noGrp="1"/>
          </p:cNvSpPr>
          <p:nvPr/>
        </p:nvSpPr>
        <p:spPr>
          <a:xfrm>
            <a:off x="3476625" y="4038600"/>
            <a:ext cx="7620000" cy="714375"/>
          </a:xfrm>
          <a:prstGeom prst="rect">
            <a:avLst/>
          </a:prstGeom>
          <a:noFill/>
          <a:ln w="0">
            <a:noFill/>
          </a:ln>
        </p:spPr>
        <p:txBody>
          <a:bodyPr anchor="t">
            <a:noAutofit/>
          </a:bodyPr>
          <a:lstStyle/>
          <a:p>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正方形/長方形 14">
            <a:extLst>
              <a:ext uri="{FF2B5EF4-FFF2-40B4-BE49-F238E27FC236}">
                <a16:creationId xmlns:a16="http://schemas.microsoft.com/office/drawing/2014/main" id="{26619D86-7E08-4D02-A92F-5C907F8C544A}"/>
              </a:ext>
            </a:extLst>
          </p:cNvPr>
          <p:cNvSpPr>
            <a:spLocks noGrp="1"/>
          </p:cNvSpPr>
          <p:nvPr/>
        </p:nvSpPr>
        <p:spPr>
          <a:xfrm>
            <a:off x="685800" y="4943475"/>
            <a:ext cx="10553700" cy="9525"/>
          </a:xfrm>
          <a:prstGeom prst="rect">
            <a:avLst/>
          </a:prstGeom>
          <a:solidFill>
            <a:srgbClr val="C7CFD2"/>
          </a:solidFill>
          <a:ln w="0">
            <a:noFill/>
          </a:ln>
        </p:spPr>
      </p:sp>
      <p:sp>
        <p:nvSpPr>
          <p:cNvPr id="16" name="正方形/長方形 15">
            <a:extLst>
              <a:ext uri="{FF2B5EF4-FFF2-40B4-BE49-F238E27FC236}">
                <a16:creationId xmlns:a16="http://schemas.microsoft.com/office/drawing/2014/main" id="{CF6F1161-EEC7-4DF2-BBC3-0B044991F7A1}"/>
              </a:ext>
            </a:extLst>
          </p:cNvPr>
          <p:cNvSpPr>
            <a:spLocks noGrp="1"/>
          </p:cNvSpPr>
          <p:nvPr/>
        </p:nvSpPr>
        <p:spPr>
          <a:xfrm>
            <a:off x="704850" y="5105400"/>
            <a:ext cx="2381250" cy="438150"/>
          </a:xfrm>
          <a:prstGeom prst="rect">
            <a:avLst/>
          </a:prstGeom>
          <a:noFill/>
          <a:ln w="0">
            <a:noFill/>
          </a:ln>
        </p:spPr>
        <p:txBody>
          <a:bodyPr anchor="t">
            <a:noAutofit/>
          </a:bodyPr>
          <a:lstStyle/>
          <a:p>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正方形/長方形 16">
            <a:extLst>
              <a:ext uri="{FF2B5EF4-FFF2-40B4-BE49-F238E27FC236}">
                <a16:creationId xmlns:a16="http://schemas.microsoft.com/office/drawing/2014/main" id="{0D37E3CF-6C1E-43CB-9F3F-2EB9D9A186B7}"/>
              </a:ext>
            </a:extLst>
          </p:cNvPr>
          <p:cNvSpPr>
            <a:spLocks noGrp="1"/>
          </p:cNvSpPr>
          <p:nvPr/>
        </p:nvSpPr>
        <p:spPr>
          <a:xfrm>
            <a:off x="704850" y="5534025"/>
            <a:ext cx="2381250" cy="361950"/>
          </a:xfrm>
          <a:prstGeom prst="rect">
            <a:avLst/>
          </a:prstGeom>
          <a:noFill/>
          <a:ln w="0">
            <a:noFill/>
          </a:ln>
        </p:spPr>
        <p:txBody>
          <a:bodyPr anchor="t">
            <a:noAutofit/>
          </a:bodyPr>
          <a:lstStyle/>
          <a:p>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正方形/長方形 17">
            <a:extLst>
              <a:ext uri="{FF2B5EF4-FFF2-40B4-BE49-F238E27FC236}">
                <a16:creationId xmlns:a16="http://schemas.microsoft.com/office/drawing/2014/main" id="{5858A4DA-3B16-4235-912B-33EC242DF139}"/>
              </a:ext>
            </a:extLst>
          </p:cNvPr>
          <p:cNvSpPr>
            <a:spLocks noGrp="1"/>
          </p:cNvSpPr>
          <p:nvPr/>
        </p:nvSpPr>
        <p:spPr>
          <a:xfrm>
            <a:off x="3476625" y="5181600"/>
            <a:ext cx="7620000" cy="714375"/>
          </a:xfrm>
          <a:prstGeom prst="rect">
            <a:avLst/>
          </a:prstGeom>
          <a:noFill/>
          <a:ln w="0">
            <a:noFill/>
          </a:ln>
        </p:spPr>
        <p:txBody>
          <a:bodyPr anchor="t">
            <a:noAutofit/>
          </a:bodyPr>
          <a:lstStyle/>
          <a:p>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795601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3EF"/>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B3B1E396-D942-4D59-9D5C-EBE93555F837}"/>
              </a:ext>
            </a:extLst>
          </p:cNvPr>
          <p:cNvSpPr>
            <a:spLocks noGrp="1"/>
          </p:cNvSpPr>
          <p:nvPr/>
        </p:nvSpPr>
        <p:spPr>
          <a:xfrm>
            <a:off x="0" y="0"/>
            <a:ext cx="114300" cy="6858000"/>
          </a:xfrm>
          <a:prstGeom prst="rect">
            <a:avLst/>
          </a:prstGeom>
          <a:solidFill>
            <a:srgbClr val="4E7661"/>
          </a:solidFill>
          <a:ln w="0">
            <a:noFill/>
          </a:ln>
        </p:spPr>
      </p:sp>
      <p:sp>
        <p:nvSpPr>
          <p:cNvPr id="2" name="正方形/長方形 1">
            <a:extLst>
              <a:ext uri="{FF2B5EF4-FFF2-40B4-BE49-F238E27FC236}">
                <a16:creationId xmlns:a16="http://schemas.microsoft.com/office/drawing/2014/main" id="{B3E6A9BA-4D05-4AAE-9D15-F81725ACE85F}"/>
              </a:ext>
            </a:extLst>
          </p:cNvPr>
          <p:cNvSpPr>
            <a:spLocks noGrp="1"/>
          </p:cNvSpPr>
          <p:nvPr/>
        </p:nvSpPr>
        <p:spPr>
          <a:xfrm>
            <a:off x="619125" y="457200"/>
            <a:ext cx="4286250" cy="590550"/>
          </a:xfrm>
          <a:prstGeom prst="rect">
            <a:avLst/>
          </a:prstGeom>
          <a:noFill/>
          <a:ln w="0">
            <a:noFill/>
          </a:ln>
        </p:spPr>
        <p:txBody>
          <a:bodyPr anchor="t">
            <a:noAutofit/>
          </a:bodyPr>
          <a:lstStyle/>
          <a:p>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図 6"/>
          <p:cNvPicPr>
            <a:picLocks noChangeAspect="1"/>
          </p:cNvPicPr>
          <p:nvPr/>
        </p:nvPicPr>
        <p:blipFill>
          <a:blip r:embed="rId3"/>
          <a:stretch/>
        </p:blipFill>
        <p:spPr>
          <a:xfrm>
            <a:off x="2634973" y="1238250"/>
            <a:ext cx="6922053" cy="3895725"/>
          </a:xfrm>
          <a:prstGeom prst="rect">
            <a:avLst/>
          </a:prstGeom>
        </p:spPr>
      </p:pic>
      <p:sp>
        <p:nvSpPr>
          <p:cNvPr id="4" name="正方形/長方形 3">
            <a:extLst>
              <a:ext uri="{FF2B5EF4-FFF2-40B4-BE49-F238E27FC236}">
                <a16:creationId xmlns:a16="http://schemas.microsoft.com/office/drawing/2014/main" id="{D280CE5E-7B85-4423-BFF5-8C036CE4A5D6}"/>
              </a:ext>
            </a:extLst>
          </p:cNvPr>
          <p:cNvSpPr>
            <a:spLocks noGrp="1"/>
          </p:cNvSpPr>
          <p:nvPr/>
        </p:nvSpPr>
        <p:spPr>
          <a:xfrm>
            <a:off x="704850" y="5257800"/>
            <a:ext cx="10477500" cy="1333500"/>
          </a:xfrm>
          <a:prstGeom prst="rect">
            <a:avLst/>
          </a:prstGeom>
          <a:noFill/>
          <a:ln w="0">
            <a:noFill/>
          </a:ln>
        </p:spPr>
        <p:txBody>
          <a:bodyPr anchor="t">
            <a:noAutofit/>
          </a:bodyPr>
          <a:lstStyle/>
          <a:p>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現場のデータをロボットに、</a:t>
            </a:r>
          </a:p>
          <a:p>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データの販売利益を現場に。</a:t>
            </a:r>
          </a:p>
          <a:p>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この新しい循環を構築する企業です。</a:t>
            </a:r>
          </a:p>
        </p:txBody>
      </p:sp>
    </p:spTree>
    <p:extLst>
      <p:ext uri="{BB962C8B-B14F-4D97-AF65-F5344CB8AC3E}">
        <p14:creationId xmlns:p14="http://schemas.microsoft.com/office/powerpoint/2010/main" val="7252408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1029</Words>
  <Application>Microsoft Macintosh PowerPoint</Application>
  <DocSecurity>0</DocSecurity>
  <PresentationFormat>ワイド画面</PresentationFormat>
  <Paragraphs>230</Paragraphs>
  <Slides>17</Slides>
  <Notes>17</Notes>
  <HiddenSlides>0</HiddenSlides>
  <MMClips>1</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Hiragino Sans</vt:lpstr>
      <vt:lpstr>Calibri</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森 雄大</cp:lastModifiedBy>
  <cp:revision>1</cp:revision>
  <dcterms:created xsi:type="dcterms:W3CDTF">2026-09-16T08:17:56Z</dcterms:created>
  <dcterms:modified xsi:type="dcterms:W3CDTF">2026-09-16T08:24:56Z</dcterms:modified>
</cp:coreProperties>
</file>