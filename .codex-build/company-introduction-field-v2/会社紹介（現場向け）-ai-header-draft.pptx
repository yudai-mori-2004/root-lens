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00ba61a3b44e92" /><Relationship Type="http://schemas.openxmlformats.org/officeDocument/2006/relationships/extended-properties" Target="/docProps/app.xml" Id="Rc482c06afd2b4f85" /><Relationship Type="http://schemas.openxmlformats.org/officeDocument/2006/relationships/officeDocument" Target="/ppt/presentation.xml" Id="Ra58e75854e07433b" /></Relationships>
</file>

<file path=ppt/presentation.xml><?xml version="1.0" encoding="utf-8"?>
<p:presentation xmlns:p="http://schemas.openxmlformats.org/presentationml/2006/main">
  <p:sldMasterIdLst>
    <p:sldMasterId xmlns:r="http://schemas.openxmlformats.org/officeDocument/2006/relationships" id="2147483648" r:id="Rccba829800d34f81"/>
  </p:sldMasterIdLst>
  <p:notesMasterIdLst>
    <p:notesMasterId xmlns:r="http://schemas.openxmlformats.org/officeDocument/2006/relationships" r:id="Ref3eb3f241fc4fb0"/>
  </p:notesMasterIdLst>
  <p:sldIdLst>
    <p:sldId xmlns:r="http://schemas.openxmlformats.org/officeDocument/2006/relationships" id="256" r:id="Rf3a02c406c1b4d54"/>
    <p:sldId xmlns:r="http://schemas.openxmlformats.org/officeDocument/2006/relationships" id="257" r:id="R3ec5951e8a8e4dfd"/>
    <p:sldId xmlns:r="http://schemas.openxmlformats.org/officeDocument/2006/relationships" id="258" r:id="R193f07c40bee4403"/>
    <p:sldId xmlns:r="http://schemas.openxmlformats.org/officeDocument/2006/relationships" id="259" r:id="Rf30518229b2e4d49"/>
    <p:sldId xmlns:r="http://schemas.openxmlformats.org/officeDocument/2006/relationships" id="260" r:id="R2b20af4b21274fc6"/>
    <p:sldId xmlns:r="http://schemas.openxmlformats.org/officeDocument/2006/relationships" id="261" r:id="Rdfdea9467c6a45b0"/>
    <p:sldId xmlns:r="http://schemas.openxmlformats.org/officeDocument/2006/relationships" id="262" r:id="R2b078bf1e4184c26"/>
    <p:sldId xmlns:r="http://schemas.openxmlformats.org/officeDocument/2006/relationships" id="263" r:id="R9fd237f7b7b6495e"/>
    <p:sldId xmlns:r="http://schemas.openxmlformats.org/officeDocument/2006/relationships" id="264" r:id="R0b82cc0aefa14dbb"/>
    <p:sldId xmlns:r="http://schemas.openxmlformats.org/officeDocument/2006/relationships" id="265" r:id="R3d63951db39a43b3"/>
    <p:sldId xmlns:r="http://schemas.openxmlformats.org/officeDocument/2006/relationships" id="266" r:id="R50edb714e22444a6"/>
    <p:sldId xmlns:r="http://schemas.openxmlformats.org/officeDocument/2006/relationships" id="267" r:id="R6584c3de9dbb497a"/>
    <p:sldId xmlns:r="http://schemas.openxmlformats.org/officeDocument/2006/relationships" id="268" r:id="R72889ded16124b89"/>
    <p:sldId xmlns:r="http://schemas.openxmlformats.org/officeDocument/2006/relationships" id="269" r:id="Rd30126ad969a4082"/>
    <p:sldId xmlns:r="http://schemas.openxmlformats.org/officeDocument/2006/relationships" id="270" r:id="R67fba08c853e46b0"/>
    <p:sldId xmlns:r="http://schemas.openxmlformats.org/officeDocument/2006/relationships" id="271" r:id="R33c5f1c8bec64ef6"/>
    <p:sldId xmlns:r="http://schemas.openxmlformats.org/officeDocument/2006/relationships" id="272" r:id="Rd14b11ed724a42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49ec176c9c468a" /><Relationship Type="http://schemas.openxmlformats.org/officeDocument/2006/relationships/slideMaster" Target="/ppt/slideMasters/slideMaster1.xml" Id="Rccba829800d34f81" /><Relationship Type="http://schemas.openxmlformats.org/officeDocument/2006/relationships/notesMaster" Target="/ppt/notesMasters/notesMaster1.xml" Id="Ref3eb3f241fc4fb0" /><Relationship Type="http://schemas.openxmlformats.org/officeDocument/2006/relationships/presProps" Target="/ppt/presProps.xml" Id="Rb32a755099844367" /><Relationship Type="http://schemas.openxmlformats.org/officeDocument/2006/relationships/tableStyles" Target="/ppt/tableStyles.xml" Id="R1b28eb5cff224d9b" /><Relationship Type="http://schemas.openxmlformats.org/officeDocument/2006/relationships/slide" Target="/ppt/slides/slide1.xml" Id="Rf3a02c406c1b4d54" /><Relationship Type="http://schemas.openxmlformats.org/officeDocument/2006/relationships/slide" Target="/ppt/slides/slide2.xml" Id="R3ec5951e8a8e4dfd" /><Relationship Type="http://schemas.openxmlformats.org/officeDocument/2006/relationships/slide" Target="/ppt/slides/slide3.xml" Id="R193f07c40bee4403" /><Relationship Type="http://schemas.openxmlformats.org/officeDocument/2006/relationships/slide" Target="/ppt/slides/slide4.xml" Id="Rf30518229b2e4d49" /><Relationship Type="http://schemas.openxmlformats.org/officeDocument/2006/relationships/slide" Target="/ppt/slides/slide5.xml" Id="R2b20af4b21274fc6" /><Relationship Type="http://schemas.openxmlformats.org/officeDocument/2006/relationships/slide" Target="/ppt/slides/slide6.xml" Id="Rdfdea9467c6a45b0" /><Relationship Type="http://schemas.openxmlformats.org/officeDocument/2006/relationships/slide" Target="/ppt/slides/slide7.xml" Id="R2b078bf1e4184c26" /><Relationship Type="http://schemas.openxmlformats.org/officeDocument/2006/relationships/slide" Target="/ppt/slides/slide8.xml" Id="R9fd237f7b7b6495e" /><Relationship Type="http://schemas.openxmlformats.org/officeDocument/2006/relationships/slide" Target="/ppt/slides/slide9.xml" Id="R0b82cc0aefa14dbb" /><Relationship Type="http://schemas.openxmlformats.org/officeDocument/2006/relationships/slide" Target="/ppt/slides/slide10.xml" Id="R3d63951db39a43b3" /><Relationship Type="http://schemas.openxmlformats.org/officeDocument/2006/relationships/slide" Target="/ppt/slides/slide11.xml" Id="R50edb714e22444a6" /><Relationship Type="http://schemas.openxmlformats.org/officeDocument/2006/relationships/slide" Target="/ppt/slides/slide12.xml" Id="R6584c3de9dbb497a" /><Relationship Type="http://schemas.openxmlformats.org/officeDocument/2006/relationships/slide" Target="/ppt/slides/slide13.xml" Id="R72889ded16124b89" /><Relationship Type="http://schemas.openxmlformats.org/officeDocument/2006/relationships/slide" Target="/ppt/slides/slide14.xml" Id="Rd30126ad969a4082" /><Relationship Type="http://schemas.openxmlformats.org/officeDocument/2006/relationships/slide" Target="/ppt/slides/slide15.xml" Id="R67fba08c853e46b0" /><Relationship Type="http://schemas.openxmlformats.org/officeDocument/2006/relationships/slide" Target="/ppt/slides/slide16.xml" Id="R33c5f1c8bec64ef6" /><Relationship Type="http://schemas.openxmlformats.org/officeDocument/2006/relationships/slide" Target="/ppt/slides/slide17.xml" Id="Rd14b11ed724a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ae2afea5624b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d862112e6242a7" /><Relationship Type="http://schemas.openxmlformats.org/officeDocument/2006/relationships/notesMaster" Target="/ppt/notesMasters/notesMaster1.xml" Id="R335ae7d148244b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cb9364a5024e88" /><Relationship Type="http://schemas.openxmlformats.org/officeDocument/2006/relationships/notesMaster" Target="/ppt/notesMasters/notesMaster1.xml" Id="R92474ccdcda1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b55d69c00349c0" /><Relationship Type="http://schemas.openxmlformats.org/officeDocument/2006/relationships/notesMaster" Target="/ppt/notesMasters/notesMaster1.xml" Id="Rbb1ed406477040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bdbab58dc249df" /><Relationship Type="http://schemas.openxmlformats.org/officeDocument/2006/relationships/notesMaster" Target="/ppt/notesMasters/notesMaster1.xml" Id="R7902f05ebf0240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5ded7b1faf4862" /><Relationship Type="http://schemas.openxmlformats.org/officeDocument/2006/relationships/notesMaster" Target="/ppt/notesMasters/notesMaster1.xml" Id="R711e6a54ad4e4f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248126a44c4d27" /><Relationship Type="http://schemas.openxmlformats.org/officeDocument/2006/relationships/notesMaster" Target="/ppt/notesMasters/notesMaster1.xml" Id="R12bac8a1c4ee4b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709696a3a34458" /><Relationship Type="http://schemas.openxmlformats.org/officeDocument/2006/relationships/notesMaster" Target="/ppt/notesMasters/notesMaster1.xml" Id="Rc68f3e6ba45248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3fc2b3cdc04b1f" /><Relationship Type="http://schemas.openxmlformats.org/officeDocument/2006/relationships/notesMaster" Target="/ppt/notesMasters/notesMaster1.xml" Id="Rbda185b7082b4f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f068fce47349c5" /><Relationship Type="http://schemas.openxmlformats.org/officeDocument/2006/relationships/notesMaster" Target="/ppt/notesMasters/notesMaster1.xml" Id="R3981b78da86240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0ee04d06b7411a" /><Relationship Type="http://schemas.openxmlformats.org/officeDocument/2006/relationships/notesMaster" Target="/ppt/notesMasters/notesMaster1.xml" Id="R85225a480b564f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f768d0933745af" /><Relationship Type="http://schemas.openxmlformats.org/officeDocument/2006/relationships/notesMaster" Target="/ppt/notesMasters/notesMaster1.xml" Id="Rb2cd7952db4944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ac9cec52224d56" /><Relationship Type="http://schemas.openxmlformats.org/officeDocument/2006/relationships/notesMaster" Target="/ppt/notesMasters/notesMaster1.xml" Id="R1163ec05831241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e2b6cdbd604522" /><Relationship Type="http://schemas.openxmlformats.org/officeDocument/2006/relationships/notesMaster" Target="/ppt/notesMasters/notesMaster1.xml" Id="Rf8a458d3506f4d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d531a3576f4450" /><Relationship Type="http://schemas.openxmlformats.org/officeDocument/2006/relationships/notesMaster" Target="/ppt/notesMasters/notesMaster1.xml" Id="Re6f6cb4e90dd4e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ebae4ffdb44dd5" /><Relationship Type="http://schemas.openxmlformats.org/officeDocument/2006/relationships/notesMaster" Target="/ppt/notesMasters/notesMaster1.xml" Id="R2b0c134a67c849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a2904d49c34786" /><Relationship Type="http://schemas.openxmlformats.org/officeDocument/2006/relationships/notesMaster" Target="/ppt/notesMasters/notesMaster1.xml" Id="R38ceb4f84fe44a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5055a8796464388" /><Relationship Type="http://schemas.openxmlformats.org/officeDocument/2006/relationships/notesMaster" Target="/ppt/notesMasters/notesMaster1.xml" Id="Radbaa9ecf69943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ロボティクス・フィジカルAIでは、現実世界で作業するロボットと、物理世界でどう動くかを判断するAIを組み合わせます。目指しているのは、状況に応じてロボットが自ら動き、作業できる状態です。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ベーカリー『サトウカエデ』での撮影検証です。右上の写真は、作業者がヘルメット型の撮影機材を装着して、実際のベーカリー業務を行っている様子です。下の動画は、LPで公開しているiPhone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写真：RootLens提供、document/business/assets/photo_satokaede.jpg</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の2名を中心に進めています。森が販売先開拓と撮影機材の開発、河野がシミュレーション領域と現場開拓を担います。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7e3b4ff4b947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52710dcb4d4028" /><Relationship Type="http://schemas.openxmlformats.org/officeDocument/2006/relationships/slideLayout" Target="/ppt/slideLayouts/slideLayout1.xml" Id="R54096e9eb8eb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096e9eb8eb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362fec87ac4099" /><Relationship Type="http://schemas.openxmlformats.org/officeDocument/2006/relationships/image" Target="/ppt/media/image.png" Id="R513aa7eff0de4857" /><Relationship Type="http://schemas.openxmlformats.org/officeDocument/2006/relationships/notesSlide" Target="/ppt/notesSlides/notesSlide1.xml" Id="R484d131ea1cf4d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72ccaa2cf44417" /><Relationship Type="http://schemas.openxmlformats.org/officeDocument/2006/relationships/notesSlide" Target="/ppt/notesSlides/notesSlide2.xml" Id="R6ec5b1e5647449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ed9792e9b249da" /><Relationship Type="http://schemas.openxmlformats.org/officeDocument/2006/relationships/image" Target="/ppt/media/image2.png" Id="R68fcd8416b4d46a7" /><Relationship Type="http://schemas.openxmlformats.org/officeDocument/2006/relationships/notesSlide" Target="/ppt/notesSlides/notesSlide3.xml" Id="Reb20e0f11cee45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1267e16c154d29" /><Relationship Type="http://schemas.openxmlformats.org/officeDocument/2006/relationships/notesSlide" Target="/ppt/notesSlides/notesSlide4.xml" Id="R18355cba867749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8a4fc2c3014f7e" /><Relationship Type="http://schemas.openxmlformats.org/officeDocument/2006/relationships/image" Target="/ppt/media/image.jpeg" Id="R04de9be470e1407a" /><Relationship Type="http://schemas.openxmlformats.org/officeDocument/2006/relationships/notesSlide" Target="/ppt/notesSlides/notesSlide5.xml" Id="R2de469d301f94f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bc03b21c4f47a3" /><Relationship Type="http://schemas.openxmlformats.org/officeDocument/2006/relationships/image" Target="/ppt/media/image3.png" Id="Rab0759f9a51442c7" /><Relationship Type="http://schemas.openxmlformats.org/officeDocument/2006/relationships/notesSlide" Target="/ppt/notesSlides/notesSlide6.xml" Id="R696ca0706d9b40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86e894e858447f" /><Relationship Type="http://schemas.openxmlformats.org/officeDocument/2006/relationships/image" Target="/ppt/media/image4.png" Id="R2a8e1e5128eb4512" /><Relationship Type="http://schemas.openxmlformats.org/officeDocument/2006/relationships/notesSlide" Target="/ppt/notesSlides/notesSlide7.xml" Id="R4e8d511261634b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79dcc0252a4ded" /><Relationship Type="http://schemas.openxmlformats.org/officeDocument/2006/relationships/image" Target="/ppt/media/image2.jpeg" Id="R9671bfb56e494f22" /><Relationship Type="http://schemas.openxmlformats.org/officeDocument/2006/relationships/notesSlide" Target="/ppt/notesSlides/notesSlide8.xml" Id="R58d16ff4b7754e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151ae708f2457a" /><Relationship Type="http://schemas.openxmlformats.org/officeDocument/2006/relationships/image" Target="/ppt/media/image5.png" Id="R7396018a07dc4679" /><Relationship Type="http://schemas.openxmlformats.org/officeDocument/2006/relationships/notesSlide" Target="/ppt/notesSlides/notesSlide9.xml" Id="Rde2ea2fd933743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c5bf97c9ee45c4" /><Relationship Type="http://schemas.openxmlformats.org/officeDocument/2006/relationships/notesSlide" Target="/ppt/notesSlides/notesSlide10.xml" Id="R62640e1c0ae345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49889bef8f4c1e" /><Relationship Type="http://schemas.openxmlformats.org/officeDocument/2006/relationships/image" Target="/ppt/media/image6.png" Id="R73d4cf3d02874265" /><Relationship Type="http://schemas.openxmlformats.org/officeDocument/2006/relationships/notesSlide" Target="/ppt/notesSlides/notesSlide11.xml" Id="Ra23abb00452844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54e2ffb40047c5" /><Relationship Type="http://schemas.openxmlformats.org/officeDocument/2006/relationships/image" Target="/ppt/media/image7.png" Id="Rb3fd71935aaf414e" /><Relationship Type="http://schemas.openxmlformats.org/officeDocument/2006/relationships/notesSlide" Target="/ppt/notesSlides/notesSlide12.xml" Id="R4f32a543fadc43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b5481962cb14ae2" /><Relationship Type="http://schemas.openxmlformats.org/officeDocument/2006/relationships/notesSlide" Target="/ppt/notesSlides/notesSlide13.xml" Id="R9fa29a61e1a44f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0105f7b0054ad2" /><Relationship Type="http://schemas.openxmlformats.org/officeDocument/2006/relationships/notesSlide" Target="/ppt/notesSlides/notesSlide14.xml" Id="R9b0942cbe13346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ed849cdcb642f3" /><Relationship Type="http://schemas.openxmlformats.org/officeDocument/2006/relationships/image" Target="/ppt/media/image3.jpeg" Id="R027e7b760b7f4ff0" /><Relationship Type="http://schemas.openxmlformats.org/officeDocument/2006/relationships/image" Target="/ppt/media/image4.jpeg" Id="R73f763992a004f13" /><Relationship Type="http://schemas.openxmlformats.org/officeDocument/2006/relationships/notesSlide" Target="/ppt/notesSlides/notesSlide15.xml" Id="R4eb44623074343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aea66ce1f04d6f" /><Relationship Type="http://schemas.openxmlformats.org/officeDocument/2006/relationships/notesSlide" Target="/ppt/notesSlides/notesSlide16.xml" Id="R06caa2955c1c4d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8c5a8c3bc5424a" /><Relationship Type="http://schemas.openxmlformats.org/officeDocument/2006/relationships/image" Target="/ppt/media/image8.png" Id="Rb354431846c64587" /><Relationship Type="http://schemas.openxmlformats.org/officeDocument/2006/relationships/notesSlide" Target="/ppt/notesSlides/notesSlide17.xml" Id="R2bc9c0cae2df46a0"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3aa7eff0de485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E69C08-1E5F-4C69-82FF-B30FC068B6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D0535F-C4ED-4A5D-9268-7932FA8956BF}"/>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D62F8762-86FB-453B-8F3A-D30F3003E70A}"/>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535EB9B8-2FC3-47E7-AA8E-55EC29CDC83E}"/>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7D47C7AA-CD4B-4F43-9D1F-4C51B63F4130}"/>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4D4FC5-2D0E-4EC7-8E5E-7FE5D27323C1}"/>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9B620F0D-CA34-4B60-A794-9CE598821700}"/>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880297477"/>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2CFED4-9654-4A24-99D3-92AB7F3230B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8832AA-570E-4A0B-B1B3-84339E8724C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87F99B54-A15A-4025-B648-AF059E44F62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5BE9F9-76A3-4813-91D8-11364C97668F}"/>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F3041806-83AE-434C-9FE6-4217B71B96BB}"/>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39FCFB98-CBE6-4DD3-A71C-666A49579510}"/>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9F8C84-FCC4-4D89-8CF6-9580D39EC40E}"/>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47CA17BA-C1B7-4192-9E24-66E84BA252ED}"/>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A6E825-A2D3-47FC-801A-A194AB9B0665}"/>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4371CBB1-1108-4A3D-991B-75D5E9720775}"/>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D08A2C-DED1-43E6-806B-F6C8B254B791}"/>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2DB58723-F25F-4975-A7BB-42CD3FF13497}"/>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DF4B53-05BD-4174-9659-C29745E32DB1}"/>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742567013"/>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5BD28D-8A9C-4EA2-960E-E56C206440A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ED9DB8-850A-4DAC-8C06-FC74CA47417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5836F1F5-D955-4922-AE11-3D418951E96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3CDA3A-36C9-4F15-9924-CAFF9B927236}"/>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72000A7B-03A7-4767-8D65-12BCAB9045FE}"/>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物理世界でどう動くかを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8fcd8416b4d46a7"/>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6B77B7E-490C-4E9A-97E9-FB4AC9E41D5B}"/>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84805690"/>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FD79C3-5293-4685-838E-041111B45B7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DE95E2-46B7-4B29-BAE2-7E18245A0DA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EB094864-6859-40A3-91E3-E7A531FEC4A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4B9F60-C7CD-44BC-8E0C-6EAF762484D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1CA0DD97-B8D7-493E-882D-DDAD7CB1E705}"/>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6C1ABCF8-EB15-4E08-B2A8-390877FC939F}"/>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75FDA8-ADD9-4C7E-BE5D-2EDB47DE5148}"/>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793714B6-CEFB-4B7A-8657-65B98346243F}"/>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D56E9F4C-3A2F-46C0-AE48-54D6A4AD912B}"/>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98EC91-1575-4B75-A6CF-D1345B72EC8C}"/>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D9E6142F-8A48-4EBF-B79F-EE91EB9F3646}"/>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3C9B5F89-CE4B-43CE-ACBD-4511B2832C05}"/>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D66358C-83B9-4061-846E-DC508C79B164}"/>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1BB71855-1F69-4F90-944D-265B82F4D860}"/>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EBE69B-8E50-4219-925E-7D036638F647}"/>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458254846"/>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886B29-6554-47B5-8AF7-DD033760CEE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0E8A08-65BA-4DC6-8B36-417C02DE08E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CA6D6722-0E19-49DD-A947-DF10FF33FBB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de9be470e1407a"/>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FC945E-02FD-4EF4-BABD-2E2A42F6EEFF}"/>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AFFAE282-53A8-408A-B137-37F5ECDEE42D}"/>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44002706"/>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712BCC-1364-451A-97CF-49FC662C2AA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F97688-6149-4A44-93B9-0646989A9905}"/>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2D521569-1807-404C-858F-9BA8DF0C0B98}"/>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A45A9167-B957-43CE-83EA-E998620CA38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3730EA-8BBA-4B10-89ED-98FA345D0D1E}"/>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A2DDCB6-58F9-4C82-AA5A-951EDABF7B63}"/>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b0759f9a51442c7"/>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FE52C37-DCA2-4E9D-97AE-40322199CEAF}"/>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502043554"/>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57CB15F-832D-4039-B46D-466C61AB04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33FF29-545D-4FBA-91D4-DA9E8904548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9867831A-988A-488C-ABA8-C80DAA51A55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540810-0D1F-4019-BDB6-CA2D954D1C90}"/>
              </a:ext>
            </a:extLst>
          </p:cNvPr>
          <p:cNvSpPr>
            <a:spLocks xmlns:a="http://schemas.openxmlformats.org/drawingml/2006/main" noGrp="1"/>
          </p:cNvSpPr>
          <p:nvPr/>
        </p:nvSpPr>
        <p:spPr>
          <a:xfrm xmlns:a="http://schemas.openxmlformats.org/drawingml/2006/main">
            <a:off x="5143500" y="7239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現場検証済み</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a8e1e5128eb4512"/>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518C661-19B8-44B0-A15A-4B19A65456BA}"/>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7" name="">
            <a:extLst xmlns:a="http://schemas.openxmlformats.org/drawingml/2006/main">
              <a:ext uri="{FF2B5EF4-FFF2-40B4-BE49-F238E27FC236}">
                <a16:creationId xmlns:a16="http://schemas.microsoft.com/office/drawing/2014/main" id="{70CE8548-152B-4A93-B6F0-602457D02ED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8" name="">
            <a:extLst xmlns:a="http://schemas.openxmlformats.org/drawingml/2006/main">
              <a:ext uri="{FF2B5EF4-FFF2-40B4-BE49-F238E27FC236}">
                <a16:creationId xmlns:a16="http://schemas.microsoft.com/office/drawing/2014/main" id="{A47D57D3-4200-4559-831A-28F71925C21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9" name="">
            <a:extLst xmlns:a="http://schemas.openxmlformats.org/drawingml/2006/main">
              <a:ext uri="{FF2B5EF4-FFF2-40B4-BE49-F238E27FC236}">
                <a16:creationId xmlns:a16="http://schemas.microsoft.com/office/drawing/2014/main" id="{20BB02B5-6C3F-4767-8A2F-4B53D99BA00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262D2F70-D3E0-4EF6-B993-804FF8A524B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834DDCD4-B59C-42B2-8C3F-D1B8503B6ED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834C670D-6678-403B-8192-BB9BB2E4C8B5}"/>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3" name="">
            <a:extLst xmlns:a="http://schemas.openxmlformats.org/drawingml/2006/main">
              <a:ext uri="{FF2B5EF4-FFF2-40B4-BE49-F238E27FC236}">
                <a16:creationId xmlns:a16="http://schemas.microsoft.com/office/drawing/2014/main" id="{65DD67CA-2D2E-4274-86C4-44EF258CCF2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4" name="">
            <a:extLst xmlns:a="http://schemas.openxmlformats.org/drawingml/2006/main">
              <a:ext uri="{FF2B5EF4-FFF2-40B4-BE49-F238E27FC236}">
                <a16:creationId xmlns:a16="http://schemas.microsoft.com/office/drawing/2014/main" id="{73B58C6E-D2A6-4C0B-9F70-1A90362262AE}"/>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5" name="">
            <a:extLst xmlns:a="http://schemas.openxmlformats.org/drawingml/2006/main">
              <a:ext uri="{FF2B5EF4-FFF2-40B4-BE49-F238E27FC236}">
                <a16:creationId xmlns:a16="http://schemas.microsoft.com/office/drawing/2014/main" id="{51622520-C4BC-4A84-8836-B23707826DA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0CED8FBE-C5A8-439D-84B8-144811990C65}"/>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7" name="">
            <a:extLst xmlns:a="http://schemas.openxmlformats.org/drawingml/2006/main">
              <a:ext uri="{FF2B5EF4-FFF2-40B4-BE49-F238E27FC236}">
                <a16:creationId xmlns:a16="http://schemas.microsoft.com/office/drawing/2014/main" id="{FE208668-D7CB-47A4-8B9D-46E31D98FF77}"/>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688CF76A-F940-45AB-9AF7-52DFE390F3AF}"/>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20A78F9-C47C-4576-B629-6D2A0C03F456}"/>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0" name="">
            <a:extLst xmlns:a="http://schemas.openxmlformats.org/drawingml/2006/main">
              <a:ext uri="{FF2B5EF4-FFF2-40B4-BE49-F238E27FC236}">
                <a16:creationId xmlns:a16="http://schemas.microsoft.com/office/drawing/2014/main" id="{07520A4F-5378-4544-B691-6C05B8FF4CEE}"/>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1" name="">
            <a:extLst xmlns:a="http://schemas.openxmlformats.org/drawingml/2006/main">
              <a:ext uri="{FF2B5EF4-FFF2-40B4-BE49-F238E27FC236}">
                <a16:creationId xmlns:a16="http://schemas.microsoft.com/office/drawing/2014/main" id="{2F0B8671-5BFF-4CAE-8271-F27D8D17F010}"/>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2" name="">
            <a:extLst xmlns:a="http://schemas.openxmlformats.org/drawingml/2006/main">
              <a:ext uri="{FF2B5EF4-FFF2-40B4-BE49-F238E27FC236}">
                <a16:creationId xmlns:a16="http://schemas.microsoft.com/office/drawing/2014/main" id="{AE87A244-91B2-41C4-B46D-D0C0C91AF6E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343A5F58-AE41-480B-8731-6AC6B8494CDC}"/>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DAB8A263-FADD-4BF8-8669-9C6E08CB495A}"/>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AF5D3562-57F7-473B-AF14-26BFB87F6FE6}"/>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A95ADE6C-484F-4F50-9A5C-B37D6242838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7" name="">
            <a:extLst xmlns:a="http://schemas.openxmlformats.org/drawingml/2006/main">
              <a:ext uri="{FF2B5EF4-FFF2-40B4-BE49-F238E27FC236}">
                <a16:creationId xmlns:a16="http://schemas.microsoft.com/office/drawing/2014/main" id="{5B07DE73-0C3D-455D-B51D-DDE5E5002FD2}"/>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8" name="">
            <a:extLst xmlns:a="http://schemas.openxmlformats.org/drawingml/2006/main">
              <a:ext uri="{FF2B5EF4-FFF2-40B4-BE49-F238E27FC236}">
                <a16:creationId xmlns:a16="http://schemas.microsoft.com/office/drawing/2014/main" id="{61A119DB-B1C4-45F7-A1BB-2A0B14FD68A2}"/>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9" name="">
            <a:extLst xmlns:a="http://schemas.openxmlformats.org/drawingml/2006/main">
              <a:ext uri="{FF2B5EF4-FFF2-40B4-BE49-F238E27FC236}">
                <a16:creationId xmlns:a16="http://schemas.microsoft.com/office/drawing/2014/main" id="{AA322CAF-BAD0-4FFE-A4A8-61F2F5A662F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F5956211-5E27-4304-90ED-98C49ECE3683}"/>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42688A3B-BEA4-41BF-8C90-0B093E8B923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2121A79-F460-4D13-98F5-187648EEA5C4}"/>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3E4546F-81F6-4621-9D0D-8387BA1884B1}"/>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13E9523F-FD99-45E3-9B11-16C9D802720E}"/>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5" name="">
            <a:extLst xmlns:a="http://schemas.openxmlformats.org/drawingml/2006/main">
              <a:ext uri="{FF2B5EF4-FFF2-40B4-BE49-F238E27FC236}">
                <a16:creationId xmlns:a16="http://schemas.microsoft.com/office/drawing/2014/main" id="{FC49E2C9-E292-458D-93E7-440E902DED03}"/>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6" name="">
            <a:extLst xmlns:a="http://schemas.openxmlformats.org/drawingml/2006/main">
              <a:ext uri="{FF2B5EF4-FFF2-40B4-BE49-F238E27FC236}">
                <a16:creationId xmlns:a16="http://schemas.microsoft.com/office/drawing/2014/main" id="{8F2CFE38-ADE3-4B69-9700-6C2588A1920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11E26825-1159-42ED-BEBA-0E9022E1EE3C}"/>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8" name="">
            <a:extLst xmlns:a="http://schemas.openxmlformats.org/drawingml/2006/main">
              <a:ext uri="{FF2B5EF4-FFF2-40B4-BE49-F238E27FC236}">
                <a16:creationId xmlns:a16="http://schemas.microsoft.com/office/drawing/2014/main" id="{F9E287F6-2B04-47D4-93D7-1D595E7008D8}"/>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FB9517D1-7662-435B-A1F1-003A06AE2A8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A2C9D0BF-EEAD-47E7-8526-6054E35F9F5F}"/>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1" name="">
            <a:extLst xmlns:a="http://schemas.openxmlformats.org/drawingml/2006/main">
              <a:ext uri="{FF2B5EF4-FFF2-40B4-BE49-F238E27FC236}">
                <a16:creationId xmlns:a16="http://schemas.microsoft.com/office/drawing/2014/main" id="{EC323394-AEE5-4096-91DB-8C8A6692366C}"/>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2" name="">
            <a:extLst xmlns:a="http://schemas.openxmlformats.org/drawingml/2006/main">
              <a:ext uri="{FF2B5EF4-FFF2-40B4-BE49-F238E27FC236}">
                <a16:creationId xmlns:a16="http://schemas.microsoft.com/office/drawing/2014/main" id="{7752AD4B-F7BE-4535-B801-DAE64F89B6F9}"/>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AB1BC05-1659-4EE7-8582-0A7C421007C1}"/>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4" name="">
            <a:extLst xmlns:a="http://schemas.openxmlformats.org/drawingml/2006/main">
              <a:ext uri="{FF2B5EF4-FFF2-40B4-BE49-F238E27FC236}">
                <a16:creationId xmlns:a16="http://schemas.microsoft.com/office/drawing/2014/main" id="{539D2E6C-7EE2-43C5-8D7F-CBEC902E8607}"/>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09278043"/>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91D784A-A4DB-4456-A118-73A894B3990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D2B6B6-16FA-4B99-BC07-97C768ACBF7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5D335A04-0B7D-44E5-8FA1-DD78034E9E6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929FD4-6ABA-409D-AC89-D5D42056AB3E}"/>
              </a:ext>
            </a:extLst>
          </p:cNvPr>
          <p:cNvSpPr>
            <a:spLocks xmlns:a="http://schemas.openxmlformats.org/drawingml/2006/main" noGrp="1"/>
          </p:cNvSpPr>
          <p:nvPr/>
        </p:nvSpPr>
        <p:spPr>
          <a:xfrm xmlns:a="http://schemas.openxmlformats.org/drawingml/2006/main">
            <a:off x="5143500" y="7239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現場検証済み</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671bfb56e494f22"/>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849B29-ECD3-4066-8ABB-BAA196CEB2DA}"/>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7" name="">
            <a:extLst xmlns:a="http://schemas.openxmlformats.org/drawingml/2006/main">
              <a:ext uri="{FF2B5EF4-FFF2-40B4-BE49-F238E27FC236}">
                <a16:creationId xmlns:a16="http://schemas.microsoft.com/office/drawing/2014/main" id="{18B0B4FB-1E89-45BD-992C-64A251EF2816}"/>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8" name="">
            <a:extLst xmlns:a="http://schemas.openxmlformats.org/drawingml/2006/main">
              <a:ext uri="{FF2B5EF4-FFF2-40B4-BE49-F238E27FC236}">
                <a16:creationId xmlns:a16="http://schemas.microsoft.com/office/drawing/2014/main" id="{096AC9D6-DF8B-4DDE-96CA-3BF4251E64CA}"/>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F908F5D5-B088-4C08-A7A9-732ECE05DBD2}"/>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FA4CD15A-4756-4C74-A2B1-DAABBE5E0042}"/>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9C9A4B04-10C6-4027-A64A-92FB93B270F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B27CDF7C-CF97-47DF-8AEB-6602E523B1CC}"/>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BF6A450A-8BA9-458E-A4F3-F94AAAB9000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4" name="">
            <a:extLst xmlns:a="http://schemas.openxmlformats.org/drawingml/2006/main">
              <a:ext uri="{FF2B5EF4-FFF2-40B4-BE49-F238E27FC236}">
                <a16:creationId xmlns:a16="http://schemas.microsoft.com/office/drawing/2014/main" id="{9D27B14E-590E-446C-A700-64F7C24A0235}"/>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5" name="">
            <a:extLst xmlns:a="http://schemas.openxmlformats.org/drawingml/2006/main">
              <a:ext uri="{FF2B5EF4-FFF2-40B4-BE49-F238E27FC236}">
                <a16:creationId xmlns:a16="http://schemas.microsoft.com/office/drawing/2014/main" id="{85D0118E-F113-40A3-A003-95881520B98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B3732E8E-D987-44DB-AD12-8AE7336550C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AE22CF60-EC2B-4F3F-9709-74EE3882F25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6434B3C2-6A9F-459F-8468-4944BDBD95A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E68746B9-0548-4A34-BE1F-5B6BE8D2A8E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421C7D92-B1AC-47D5-A806-8814FF892CA1}"/>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1" name="">
            <a:extLst xmlns:a="http://schemas.openxmlformats.org/drawingml/2006/main">
              <a:ext uri="{FF2B5EF4-FFF2-40B4-BE49-F238E27FC236}">
                <a16:creationId xmlns:a16="http://schemas.microsoft.com/office/drawing/2014/main" id="{D5214C3E-4F95-45E7-89A2-8A774019598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2" name="">
            <a:extLst xmlns:a="http://schemas.openxmlformats.org/drawingml/2006/main">
              <a:ext uri="{FF2B5EF4-FFF2-40B4-BE49-F238E27FC236}">
                <a16:creationId xmlns:a16="http://schemas.microsoft.com/office/drawing/2014/main" id="{E73E8E3D-B5B4-4F29-BDAE-014DF993F51E}"/>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B8480A3A-6569-4CFE-8C3A-8B4D43D4D32A}"/>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C3D5FCDC-C066-4D03-A8B7-6AFD204831B0}"/>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635F4EFC-B2C1-48BF-85CB-EAC9048936CA}"/>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B41F40F4-9EE0-4335-9956-6F1082511B5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9C761CA-4A8D-4366-9A57-F47893E833E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8" name="">
            <a:extLst xmlns:a="http://schemas.openxmlformats.org/drawingml/2006/main">
              <a:ext uri="{FF2B5EF4-FFF2-40B4-BE49-F238E27FC236}">
                <a16:creationId xmlns:a16="http://schemas.microsoft.com/office/drawing/2014/main" id="{99F7A8D5-4B6C-4349-A7F4-61D5472179C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9" name="">
            <a:extLst xmlns:a="http://schemas.openxmlformats.org/drawingml/2006/main">
              <a:ext uri="{FF2B5EF4-FFF2-40B4-BE49-F238E27FC236}">
                <a16:creationId xmlns:a16="http://schemas.microsoft.com/office/drawing/2014/main" id="{45C9A761-D95E-45D6-92CE-6639B69E9483}"/>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C8953534-FAC9-4E53-B38D-DDE401FFE2A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1" name="">
            <a:extLst xmlns:a="http://schemas.openxmlformats.org/drawingml/2006/main">
              <a:ext uri="{FF2B5EF4-FFF2-40B4-BE49-F238E27FC236}">
                <a16:creationId xmlns:a16="http://schemas.microsoft.com/office/drawing/2014/main" id="{B98150CB-D59C-429F-B4AA-31B248BAB6AD}"/>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61041F95-60F5-4BC3-B2DC-78E382804A8D}"/>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C9333854-5846-4C19-B8AB-3AD69C8F0180}"/>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4" name="">
            <a:extLst xmlns:a="http://schemas.openxmlformats.org/drawingml/2006/main">
              <a:ext uri="{FF2B5EF4-FFF2-40B4-BE49-F238E27FC236}">
                <a16:creationId xmlns:a16="http://schemas.microsoft.com/office/drawing/2014/main" id="{5234B91D-CC34-4E0A-9A74-087BC0DD8BBF}"/>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5" name="">
            <a:extLst xmlns:a="http://schemas.openxmlformats.org/drawingml/2006/main">
              <a:ext uri="{FF2B5EF4-FFF2-40B4-BE49-F238E27FC236}">
                <a16:creationId xmlns:a16="http://schemas.microsoft.com/office/drawing/2014/main" id="{9C64F0BA-BA80-410D-B419-DA4AC982190A}"/>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6" name="">
            <a:extLst xmlns:a="http://schemas.openxmlformats.org/drawingml/2006/main">
              <a:ext uri="{FF2B5EF4-FFF2-40B4-BE49-F238E27FC236}">
                <a16:creationId xmlns:a16="http://schemas.microsoft.com/office/drawing/2014/main" id="{3D343115-E5E2-4D56-A326-D3C060803420}"/>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3E55427E-3D5A-4A03-AAB8-DF144F555F3E}"/>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7BC7A3F6-DB9C-4E51-A5E5-3A47194A0C5C}"/>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4497B63B-F80C-4FB3-94AE-D823FE487574}"/>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E3706F0-E7AD-44BA-9AD8-7B289F10030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1" name="">
            <a:extLst xmlns:a="http://schemas.openxmlformats.org/drawingml/2006/main">
              <a:ext uri="{FF2B5EF4-FFF2-40B4-BE49-F238E27FC236}">
                <a16:creationId xmlns:a16="http://schemas.microsoft.com/office/drawing/2014/main" id="{03C7791A-9FB5-4918-A43A-18AA578FD225}"/>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2" name="">
            <a:extLst xmlns:a="http://schemas.openxmlformats.org/drawingml/2006/main">
              <a:ext uri="{FF2B5EF4-FFF2-40B4-BE49-F238E27FC236}">
                <a16:creationId xmlns:a16="http://schemas.microsoft.com/office/drawing/2014/main" id="{37FCC6C7-DB73-4C3C-A375-A0769AB2041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0B5394A-E691-4809-9E04-AFAEC774E79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4" name="">
            <a:extLst xmlns:a="http://schemas.openxmlformats.org/drawingml/2006/main">
              <a:ext uri="{FF2B5EF4-FFF2-40B4-BE49-F238E27FC236}">
                <a16:creationId xmlns:a16="http://schemas.microsoft.com/office/drawing/2014/main" id="{A3DF0219-6F49-4105-A8CF-182E2919D8BF}"/>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2019393694"/>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84298760-F715-473C-9CBA-BC22C119B34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C10C78-EAFF-412C-8860-6F9F17AD0D4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92EF1E3F-4C73-4D3B-B831-24969CAB7AD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F3C4BF-2C53-4C88-A55F-0CB8146E3DCC}"/>
              </a:ext>
            </a:extLst>
          </p:cNvPr>
          <p:cNvSpPr>
            <a:spLocks xmlns:a="http://schemas.openxmlformats.org/drawingml/2006/main" noGrp="1"/>
          </p:cNvSpPr>
          <p:nvPr/>
        </p:nvSpPr>
        <p:spPr>
          <a:xfrm xmlns:a="http://schemas.openxmlformats.org/drawingml/2006/main">
            <a:off x="5143500" y="7239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396018a07dc4679"/>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BB75862-3EC0-4067-AADE-C6BF63E6873C}"/>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7" name="">
            <a:extLst xmlns:a="http://schemas.openxmlformats.org/drawingml/2006/main">
              <a:ext uri="{FF2B5EF4-FFF2-40B4-BE49-F238E27FC236}">
                <a16:creationId xmlns:a16="http://schemas.microsoft.com/office/drawing/2014/main" id="{2CDC47C1-348A-4A9D-9668-FE55CF1F2589}"/>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8" name="">
            <a:extLst xmlns:a="http://schemas.openxmlformats.org/drawingml/2006/main">
              <a:ext uri="{FF2B5EF4-FFF2-40B4-BE49-F238E27FC236}">
                <a16:creationId xmlns:a16="http://schemas.microsoft.com/office/drawing/2014/main" id="{DE8D7BD6-2B0D-4E67-B3D6-18610F0927AD}"/>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CC202E05-B72B-4E10-A946-47B786DE21C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63E4AAC8-4D3E-4390-B4DC-4E5400968702}"/>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DD171D04-8942-45FE-A2EA-74DFAD08883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7E39E049-B18A-44DC-A5AB-0D7528571695}"/>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3" name="">
            <a:extLst xmlns:a="http://schemas.openxmlformats.org/drawingml/2006/main">
              <a:ext uri="{FF2B5EF4-FFF2-40B4-BE49-F238E27FC236}">
                <a16:creationId xmlns:a16="http://schemas.microsoft.com/office/drawing/2014/main" id="{2A23E292-9485-4ED4-9463-C1A01F86765E}"/>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4" name="">
            <a:extLst xmlns:a="http://schemas.openxmlformats.org/drawingml/2006/main">
              <a:ext uri="{FF2B5EF4-FFF2-40B4-BE49-F238E27FC236}">
                <a16:creationId xmlns:a16="http://schemas.microsoft.com/office/drawing/2014/main" id="{8F3923AF-E9A8-44D9-AA0E-101E84D40339}"/>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5" name="">
            <a:extLst xmlns:a="http://schemas.openxmlformats.org/drawingml/2006/main">
              <a:ext uri="{FF2B5EF4-FFF2-40B4-BE49-F238E27FC236}">
                <a16:creationId xmlns:a16="http://schemas.microsoft.com/office/drawing/2014/main" id="{BA2B4648-3B22-4C26-B493-F3E39FAAFF4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A8345767-86E5-43D4-93BE-F7EED513453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B1BDC5F6-06A7-4A7D-808D-46267855C5EE}"/>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5C2E30A0-DEE2-4D64-B98E-AB7DA07C3D64}"/>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F17758E7-DD3C-4F2E-8154-F4C6F72B8D86}"/>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0" name="">
            <a:extLst xmlns:a="http://schemas.openxmlformats.org/drawingml/2006/main">
              <a:ext uri="{FF2B5EF4-FFF2-40B4-BE49-F238E27FC236}">
                <a16:creationId xmlns:a16="http://schemas.microsoft.com/office/drawing/2014/main" id="{890D55D3-C357-47DD-AE0D-E5D2F46B5A2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1" name="">
            <a:extLst xmlns:a="http://schemas.openxmlformats.org/drawingml/2006/main">
              <a:ext uri="{FF2B5EF4-FFF2-40B4-BE49-F238E27FC236}">
                <a16:creationId xmlns:a16="http://schemas.microsoft.com/office/drawing/2014/main" id="{50B9937D-1FEC-485F-9DB8-67534A9A57E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2" name="">
            <a:extLst xmlns:a="http://schemas.openxmlformats.org/drawingml/2006/main">
              <a:ext uri="{FF2B5EF4-FFF2-40B4-BE49-F238E27FC236}">
                <a16:creationId xmlns:a16="http://schemas.microsoft.com/office/drawing/2014/main" id="{E4ED18F9-7601-4806-9552-BCE0869D6EFD}"/>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95F5DF29-1A59-426A-A988-81DA5D12F800}"/>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4" name="">
            <a:extLst xmlns:a="http://schemas.openxmlformats.org/drawingml/2006/main">
              <a:ext uri="{FF2B5EF4-FFF2-40B4-BE49-F238E27FC236}">
                <a16:creationId xmlns:a16="http://schemas.microsoft.com/office/drawing/2014/main" id="{7ED641C3-AD6F-463E-88C3-C6ADAFFD9F7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FDD661EC-90F0-4C4D-970D-DC04483F795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7AE29BB7-312C-45B7-BA02-A5036AC52E8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7" name="">
            <a:extLst xmlns:a="http://schemas.openxmlformats.org/drawingml/2006/main">
              <a:ext uri="{FF2B5EF4-FFF2-40B4-BE49-F238E27FC236}">
                <a16:creationId xmlns:a16="http://schemas.microsoft.com/office/drawing/2014/main" id="{64CE31F9-86B8-4970-95C5-D36BCD3047C9}"/>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8" name="">
            <a:extLst xmlns:a="http://schemas.openxmlformats.org/drawingml/2006/main">
              <a:ext uri="{FF2B5EF4-FFF2-40B4-BE49-F238E27FC236}">
                <a16:creationId xmlns:a16="http://schemas.microsoft.com/office/drawing/2014/main" id="{70585726-0CBD-4193-A775-E55E08A0B382}"/>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9" name="">
            <a:extLst xmlns:a="http://schemas.openxmlformats.org/drawingml/2006/main">
              <a:ext uri="{FF2B5EF4-FFF2-40B4-BE49-F238E27FC236}">
                <a16:creationId xmlns:a16="http://schemas.microsoft.com/office/drawing/2014/main" id="{3D0E5D27-20F0-451F-B856-9CC1ADF76058}"/>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AF4C6522-AC29-4A4D-90AD-CFB044A668C1}"/>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8CC48042-EC25-4302-A979-0E52B169FAD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8479CB6E-B3F4-430A-8CA7-397E2D2CDEA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F29CCF1-B874-4D30-95CA-95941F4F902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9755D171-E2E0-4238-B227-990D9957611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5" name="">
            <a:extLst xmlns:a="http://schemas.openxmlformats.org/drawingml/2006/main">
              <a:ext uri="{FF2B5EF4-FFF2-40B4-BE49-F238E27FC236}">
                <a16:creationId xmlns:a16="http://schemas.microsoft.com/office/drawing/2014/main" id="{F7D59C86-A9F5-4C5B-BB11-215C3802AA7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6" name="">
            <a:extLst xmlns:a="http://schemas.openxmlformats.org/drawingml/2006/main">
              <a:ext uri="{FF2B5EF4-FFF2-40B4-BE49-F238E27FC236}">
                <a16:creationId xmlns:a16="http://schemas.microsoft.com/office/drawing/2014/main" id="{9B76DB16-A503-4057-B5F9-BFFCEAC3ACCD}"/>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562B4659-449C-4576-BF5E-7754C15936CD}"/>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E6A85BA6-B0FE-452F-AC6A-5F0CB6F1A5B1}"/>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4EE53381-F42F-468E-AA21-22DCAF5A5E19}"/>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862C45B1-252B-46EF-BE71-087A6540DF82}"/>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1" name="">
            <a:extLst xmlns:a="http://schemas.openxmlformats.org/drawingml/2006/main">
              <a:ext uri="{FF2B5EF4-FFF2-40B4-BE49-F238E27FC236}">
                <a16:creationId xmlns:a16="http://schemas.microsoft.com/office/drawing/2014/main" id="{1F4E3C39-E27A-4378-BF15-D5680D3E5CD9}"/>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2" name="">
            <a:extLst xmlns:a="http://schemas.openxmlformats.org/drawingml/2006/main">
              <a:ext uri="{FF2B5EF4-FFF2-40B4-BE49-F238E27FC236}">
                <a16:creationId xmlns:a16="http://schemas.microsoft.com/office/drawing/2014/main" id="{0ED74395-BA3A-437B-B059-D8CD17A739AF}"/>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31FD521-5BB5-4ECC-962B-DFF2D36320C7}"/>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4" name="">
            <a:extLst xmlns:a="http://schemas.openxmlformats.org/drawingml/2006/main">
              <a:ext uri="{FF2B5EF4-FFF2-40B4-BE49-F238E27FC236}">
                <a16:creationId xmlns:a16="http://schemas.microsoft.com/office/drawing/2014/main" id="{551F1E6E-111A-4B94-87E8-CEF41A0832E0}"/>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Tree>
    <p:extLst>
      <p:ext uri="{BB962C8B-B14F-4D97-AF65-F5344CB8AC3E}">
        <p14:creationId xmlns:p14="http://schemas.microsoft.com/office/powerpoint/2010/main" val="1170152494"/>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0947802-6EA9-4A27-8AA7-FAB58A99FE6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93382D-1DF2-4423-A42C-BDCBA9F15F9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AF59F875-D347-401C-9435-45B3A1891BD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26BF28-C297-4AD3-BDE8-569289802EDD}"/>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99ABD4-F2B9-4200-A9D0-E7DCFC6044E3}"/>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D2606E-7C37-4DCA-BDA4-8F815828D893}"/>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5FEC162A-73C6-458B-AD21-462E52356685}"/>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6FDDEC0C-AA59-4C1C-99BD-9F58253D0E9E}"/>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AE94607C-F58E-4AF9-9235-E0FCC1DD07E1}"/>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31ED023A-B7DD-4F3E-B015-F92B83C461B4}"/>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CEF60F10-F3CB-4B68-ABCC-9443951EF7E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255AEA2F-B14A-41E0-921D-9A3CC7A51E7E}"/>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D1439CD5-B925-4723-B981-52C5CE6B88DC}"/>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5FB8DB82-5B5B-4714-8F9B-BF537C23B859}"/>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71A6C2D7-9292-442B-9B56-0B8FAB128956}"/>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AC7E00CD-92B8-4658-B971-109B2BC1EB20}"/>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DB7BC02A-B460-4D46-A3CF-63FBA6F87F9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640CBFC-820E-4A6B-A59A-2AE1BCA3D8D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45B4AFA4-919B-4957-A4E3-ED219B0628B7}"/>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394E0A17-28B6-499F-B52B-1E476FFE8A1A}"/>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AF7E3757-3D6F-43BB-B29B-959493A11A50}"/>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7A7E5325-6766-4224-9055-84304AC06BB5}"/>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29254A4B-54A4-496C-992B-8555598FC9CE}"/>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87CBEBE0-9547-4D3A-A66C-7DFBDE392F82}"/>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7674414C-441D-4C7E-8242-5C19C0D75A7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765AA305-9F66-41BE-88C7-AC89E29257F2}"/>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8FC883C6-36BA-4E2B-88B4-9D91BC6FEFC0}"/>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8C670D57-14BE-4B54-8888-C9843693F1F9}"/>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302433C9-F64D-4EAC-9B6F-18C1CA0424A3}"/>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6E022DB3-2630-4C5F-9981-7A7734C46A1C}"/>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254FF8FB-BD22-4661-917C-E1EA93BFCB75}"/>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BF4F263-6664-4303-95AE-D28A83C24981}"/>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8D36801-6950-47D7-A3EE-776004E873E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66074D08-2D70-436C-839C-01AD669618C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F86971B5-80A0-491F-A423-48ADC9A92F6A}"/>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A265825A-FA3A-429F-ACF5-611492A9C992}"/>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ABC2A14E-4DCD-4D82-92E2-A70E6D31333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35584375-6D9E-416F-ACE8-94CC0148F1FE}"/>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D1067AF-EA86-4D49-9449-607F1F018F82}"/>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4F5F235A-579C-447B-9A6C-D29DAB9E9D5C}"/>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AE09F2ED-C881-4431-AA9E-8824E16FECB2}"/>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501EA73C-6D9F-46FD-907C-5AD526B5F63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B4C1324C-1674-4114-B3C5-28689D30611D}"/>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D3189C6-ED1F-486D-A6A1-1EC17BFCA95A}"/>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AF5163CF-93DC-4D97-83C3-13AB52C3A228}"/>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1723730101"/>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473FB6-2B1E-44D3-AB3F-A3478B109F5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320C47-5AEC-4EAE-8096-BDF5A87DD53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DF2313C9-82F7-423A-A96F-A3FDEA3DE0A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3d4cf3d02874265"/>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4FA612-D38B-4935-877C-8431CAFD8CA0}"/>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C6499C22-B98E-4140-B68F-C4038A53FD35}"/>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F1C4C573-4A6F-43BC-BD18-DB5B0C2A91ED}"/>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D24616-C9F3-4E8B-99A5-E4059995264E}"/>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D0296259-193C-4D01-9AB6-C07E65A9E8D5}"/>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7C680351-0D9A-4F40-9C57-70FFE96DC986}"/>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9A19EF7-8471-4D5E-B942-0392F94B392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98BB7E32-6F87-4269-928B-C520585A0B7B}"/>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D8AEB2C-9F4E-43B5-9AA0-D20348C557DE}"/>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4B0C4FD-F062-4636-8646-D4469E7E65BD}"/>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D255527-C0DF-47F9-9A2E-624D2AA5DF77}"/>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021174335"/>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B89775-1A04-445B-9923-199C4238A68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67120-95F9-479E-9A7B-CF310232DE8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95B2BFA-2C20-4082-A25E-BE0E5A7F9C8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EE77C1-68D1-45EE-8F3B-12C7814E1E20}"/>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424C4EA3-5E4A-4602-8807-10DEEC3D9F32}"/>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06423A4D-2F5D-4D77-8707-5373F9310A37}"/>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416621FE-BEB8-4E56-82D3-D84325D25DD8}"/>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AE93FB5D-92DC-443C-959E-D4B7E5365DEA}"/>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A35FC025-423F-41D1-B82B-9D65FB1B77EE}"/>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3fd71935aaf414e"/>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878173147"/>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F47875-3632-463D-9D4E-78CE6EBB5D2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4202D9-343C-4857-BFDF-DF3AB60D3264}"/>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E0A3DB6-30EB-4E53-9217-555F0901552A}"/>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9CDC72BE-FAEA-4708-9CD4-0AEF8362DD55}"/>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763BFB52-88E3-49D2-BBE6-013C409AFDE3}"/>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2DE38FF8-0DA2-4213-93F6-A51203181EFF}"/>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5D4FF6-5BB5-4848-A155-35E62F9BD61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951F8236-D081-433C-854E-741450F1CEA0}"/>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A0A98CC9-94E1-481B-BE05-C0E39B2AE138}"/>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E6745045-4F4F-4498-9436-01F63E78C005}"/>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83DB1E0B-1BDC-4398-AE8E-61D065462BF9}"/>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275307-A265-419F-BBDC-F729310E6C08}"/>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434BB6E3-AC05-4FE9-B1E5-D724A19FF102}"/>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ACB85D1A-3DAB-4555-A682-48062CCAACB8}"/>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01B90B0F-BDA5-4763-A204-E1717DE1E236}"/>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832026481"/>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5D2A23-E1F4-46BC-B606-FFFAF2F4272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83E804-DCB9-4FB9-8519-A154E585A84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82A68DC3-470C-4DA1-8E06-1177A723A2B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65B5F1-5B5D-4A88-AABE-4FDBCB6C0FC1}"/>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771E8851-A676-4303-B57C-ADDF9496C006}"/>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3534BF-E70C-4740-B9AB-5C5C3592EEF1}"/>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231CF2C7-968E-4AAF-937A-3E63830CC81A}"/>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A2C4F7-2D98-4ACD-A89A-89EC549D6623}"/>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B1C014CF-619E-406B-9033-E9EFE2FF6368}"/>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257365149"/>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9BBF3A-769A-4A26-856A-C356EA8D79F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6EDC77-3638-44C7-BC70-BB83133CE86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785CE17A-1D76-4B26-B277-48943FB6E4A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B781AE-49B2-45B7-8041-78DB6E1330CE}"/>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27e7b760b7f4ff0"/>
          <a:srcRect xmlns:a="http://schemas.openxmlformats.org/drawingml/2006/main" l="0" t="26411" r="0" b="26411"/>
          <a:stretch xmlns:a="http://schemas.openxmlformats.org/drawingml/2006/main">
            <a:fillRect l="0" t="0" r="0" b="0"/>
          </a:stretch>
        </p:blipFill>
        <p:spPr>
          <a:xfrm xmlns:a="http://schemas.openxmlformats.org/drawingml/2006/main">
            <a:off x="9477375" y="1362075"/>
            <a:ext cx="1771650" cy="11144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3f763992a004f13"/>
          <a:stretch xmlns:a="http://schemas.openxmlformats.org/drawingml/2006/main"/>
        </p:blipFill>
        <p:spPr>
          <a:xfrm xmlns:a="http://schemas.openxmlformats.org/drawingml/2006/main">
            <a:off x="876300" y="2571750"/>
            <a:ext cx="10439400" cy="3914775"/>
          </a:xfrm>
          <a:prstGeom xmlns:a="http://schemas.openxmlformats.org/drawingml/2006/main" prst="rect">
            <a:avLst/>
          </a:prstGeom>
        </p:spPr>
      </p:pic>
    </p:spTree>
    <p:extLst>
      <p:ext uri="{BB962C8B-B14F-4D97-AF65-F5344CB8AC3E}">
        <p14:creationId xmlns:p14="http://schemas.microsoft.com/office/powerpoint/2010/main" val="258107111"/>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C67D41F-1C0A-4B5B-8D8F-FA24BED5E79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5402D0-FEC5-49C4-9191-AC14925D663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8F1D757B-EEC3-4C36-B49C-D5154E2A60E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BD4B84-7860-4630-B864-94DC4F38AA93}"/>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3A5C1E09-9F3E-478E-8175-31953CB5F5E1}"/>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6" name="">
            <a:extLst xmlns:a="http://schemas.openxmlformats.org/drawingml/2006/main">
              <a:ext uri="{FF2B5EF4-FFF2-40B4-BE49-F238E27FC236}">
                <a16:creationId xmlns:a16="http://schemas.microsoft.com/office/drawing/2014/main" id="{80B40CD6-9868-483F-942A-CEEEC3ACFBCD}"/>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販売先開拓・撮影機材の開発</a:t>
            </a:r>
          </a:p>
        </p:txBody>
      </p:sp>
      <p:sp>
        <p:nvSpPr>
          <p:cNvPr id="7" name="">
            <a:extLst xmlns:a="http://schemas.openxmlformats.org/drawingml/2006/main">
              <a:ext uri="{FF2B5EF4-FFF2-40B4-BE49-F238E27FC236}">
                <a16:creationId xmlns:a16="http://schemas.microsoft.com/office/drawing/2014/main" id="{72C7FA36-6750-4E7C-BAC2-D07CD5EDE0F0}"/>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BE6EED-6663-4E5B-8C1A-24DBC93EC82C}"/>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478364F6-158F-4E97-8F67-24914A4B60F9}"/>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10" name="">
            <a:extLst xmlns:a="http://schemas.openxmlformats.org/drawingml/2006/main">
              <a:ext uri="{FF2B5EF4-FFF2-40B4-BE49-F238E27FC236}">
                <a16:creationId xmlns:a16="http://schemas.microsoft.com/office/drawing/2014/main" id="{2698E293-9572-4572-8D2F-D013FEBE218A}"/>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シミュレーション領域・現場開拓</a:t>
            </a:r>
          </a:p>
        </p:txBody>
      </p:sp>
      <p:sp>
        <p:nvSpPr>
          <p:cNvPr id="11" name="">
            <a:extLst xmlns:a="http://schemas.openxmlformats.org/drawingml/2006/main">
              <a:ext uri="{FF2B5EF4-FFF2-40B4-BE49-F238E27FC236}">
                <a16:creationId xmlns:a16="http://schemas.microsoft.com/office/drawing/2014/main" id="{FEEE2364-27C2-4C8B-ADB1-E52378DCBE43}"/>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96C82C-FBFA-4573-83F4-B416B0EFCCD3}"/>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CCAEDA69-C1DF-4E7D-BC9E-C0E224D4128E}"/>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3D2908D0-EAE9-455D-8D38-7C7F5EB7DA94}"/>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02A275C2-92B2-4AFB-8B7F-E8399110A01B}"/>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F1CFBB5-02C7-4ACD-93F8-B7AE83117474}"/>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6E49B876-0097-4ABA-9329-02C885A76B2E}"/>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A3F79811-7F9C-4E9F-BA6F-D34FE8E1B85E}"/>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2090768847"/>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8A2B6F-2D85-424D-B68C-CEA2275D8B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A78AF2-DA04-4D8D-87D7-CC58AAD191DE}"/>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54431846c64587"/>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B01511-3095-4DBB-94B7-487388472D06}"/>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36602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2026-09-16T08:50:46.7760000Z</dcterms:created>
  <dcterms:modified xsi:type="dcterms:W3CDTF">2026-09-16T08:50:46.7760000Z</dcterms:modified>
</coreProperties>
</file>