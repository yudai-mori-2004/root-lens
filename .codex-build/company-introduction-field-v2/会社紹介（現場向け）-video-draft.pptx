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5f0d6fe0914b0f" /><Relationship Type="http://schemas.openxmlformats.org/officeDocument/2006/relationships/extended-properties" Target="/docProps/app.xml" Id="Rca36777e648d436a" /><Relationship Type="http://schemas.openxmlformats.org/officeDocument/2006/relationships/officeDocument" Target="/ppt/presentation.xml" Id="R2f1d8cc48d0d41e3" /></Relationships>
</file>

<file path=ppt/presentation.xml><?xml version="1.0" encoding="utf-8"?>
<p:presentation xmlns:p="http://schemas.openxmlformats.org/presentationml/2006/main">
  <p:sldMasterIdLst>
    <p:sldMasterId xmlns:r="http://schemas.openxmlformats.org/officeDocument/2006/relationships" id="2147483648" r:id="R22006b1778cf4d58"/>
  </p:sldMasterIdLst>
  <p:notesMasterIdLst>
    <p:notesMasterId xmlns:r="http://schemas.openxmlformats.org/officeDocument/2006/relationships" r:id="R395a31ce6b4e4805"/>
  </p:notesMasterIdLst>
  <p:sldIdLst>
    <p:sldId xmlns:r="http://schemas.openxmlformats.org/officeDocument/2006/relationships" id="256" r:id="R70320f495e48468e"/>
    <p:sldId xmlns:r="http://schemas.openxmlformats.org/officeDocument/2006/relationships" id="257" r:id="Rf4175c935eb64486"/>
    <p:sldId xmlns:r="http://schemas.openxmlformats.org/officeDocument/2006/relationships" id="258" r:id="R7a1e42f33f9e4934"/>
    <p:sldId xmlns:r="http://schemas.openxmlformats.org/officeDocument/2006/relationships" id="259" r:id="Rbd78e28a0fa94969"/>
    <p:sldId xmlns:r="http://schemas.openxmlformats.org/officeDocument/2006/relationships" id="260" r:id="R6d9432f7c3e24b2f"/>
    <p:sldId xmlns:r="http://schemas.openxmlformats.org/officeDocument/2006/relationships" id="261" r:id="R899e20929f4c47b2"/>
    <p:sldId xmlns:r="http://schemas.openxmlformats.org/officeDocument/2006/relationships" id="262" r:id="Rf101b4ca414349f9"/>
    <p:sldId xmlns:r="http://schemas.openxmlformats.org/officeDocument/2006/relationships" id="263" r:id="Rdbc42d592f7142b6"/>
    <p:sldId xmlns:r="http://schemas.openxmlformats.org/officeDocument/2006/relationships" id="264" r:id="R2045eeb38ee14338"/>
    <p:sldId xmlns:r="http://schemas.openxmlformats.org/officeDocument/2006/relationships" id="265" r:id="R3c793b3868444225"/>
    <p:sldId xmlns:r="http://schemas.openxmlformats.org/officeDocument/2006/relationships" id="266" r:id="R297700d0ef7a4e13"/>
    <p:sldId xmlns:r="http://schemas.openxmlformats.org/officeDocument/2006/relationships" id="267" r:id="R8ab2259a33a549e7"/>
    <p:sldId xmlns:r="http://schemas.openxmlformats.org/officeDocument/2006/relationships" id="268" r:id="R859394a0407845c0"/>
    <p:sldId xmlns:r="http://schemas.openxmlformats.org/officeDocument/2006/relationships" id="269" r:id="R5239924591e44013"/>
    <p:sldId xmlns:r="http://schemas.openxmlformats.org/officeDocument/2006/relationships" id="270" r:id="R5d87ac8636534c45"/>
    <p:sldId xmlns:r="http://schemas.openxmlformats.org/officeDocument/2006/relationships" id="271" r:id="Rf111fbcfe9b94424"/>
    <p:sldId xmlns:r="http://schemas.openxmlformats.org/officeDocument/2006/relationships" id="272" r:id="R3909ce806f5b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5901db28c4d57" /><Relationship Type="http://schemas.openxmlformats.org/officeDocument/2006/relationships/slideMaster" Target="/ppt/slideMasters/slideMaster1.xml" Id="R22006b1778cf4d58" /><Relationship Type="http://schemas.openxmlformats.org/officeDocument/2006/relationships/notesMaster" Target="/ppt/notesMasters/notesMaster1.xml" Id="R395a31ce6b4e4805" /><Relationship Type="http://schemas.openxmlformats.org/officeDocument/2006/relationships/presProps" Target="/ppt/presProps.xml" Id="Racb92fbce5414da5" /><Relationship Type="http://schemas.openxmlformats.org/officeDocument/2006/relationships/tableStyles" Target="/ppt/tableStyles.xml" Id="R5bfb345a70a642ea" /><Relationship Type="http://schemas.openxmlformats.org/officeDocument/2006/relationships/slide" Target="/ppt/slides/slide1.xml" Id="R70320f495e48468e" /><Relationship Type="http://schemas.openxmlformats.org/officeDocument/2006/relationships/slide" Target="/ppt/slides/slide2.xml" Id="Rf4175c935eb64486" /><Relationship Type="http://schemas.openxmlformats.org/officeDocument/2006/relationships/slide" Target="/ppt/slides/slide3.xml" Id="R7a1e42f33f9e4934" /><Relationship Type="http://schemas.openxmlformats.org/officeDocument/2006/relationships/slide" Target="/ppt/slides/slide4.xml" Id="Rbd78e28a0fa94969" /><Relationship Type="http://schemas.openxmlformats.org/officeDocument/2006/relationships/slide" Target="/ppt/slides/slide5.xml" Id="R6d9432f7c3e24b2f" /><Relationship Type="http://schemas.openxmlformats.org/officeDocument/2006/relationships/slide" Target="/ppt/slides/slide6.xml" Id="R899e20929f4c47b2" /><Relationship Type="http://schemas.openxmlformats.org/officeDocument/2006/relationships/slide" Target="/ppt/slides/slide7.xml" Id="Rf101b4ca414349f9" /><Relationship Type="http://schemas.openxmlformats.org/officeDocument/2006/relationships/slide" Target="/ppt/slides/slide8.xml" Id="Rdbc42d592f7142b6" /><Relationship Type="http://schemas.openxmlformats.org/officeDocument/2006/relationships/slide" Target="/ppt/slides/slide9.xml" Id="R2045eeb38ee14338" /><Relationship Type="http://schemas.openxmlformats.org/officeDocument/2006/relationships/slide" Target="/ppt/slides/slide10.xml" Id="R3c793b3868444225" /><Relationship Type="http://schemas.openxmlformats.org/officeDocument/2006/relationships/slide" Target="/ppt/slides/slide11.xml" Id="R297700d0ef7a4e13" /><Relationship Type="http://schemas.openxmlformats.org/officeDocument/2006/relationships/slide" Target="/ppt/slides/slide12.xml" Id="R8ab2259a33a549e7" /><Relationship Type="http://schemas.openxmlformats.org/officeDocument/2006/relationships/slide" Target="/ppt/slides/slide13.xml" Id="R859394a0407845c0" /><Relationship Type="http://schemas.openxmlformats.org/officeDocument/2006/relationships/slide" Target="/ppt/slides/slide14.xml" Id="R5239924591e44013" /><Relationship Type="http://schemas.openxmlformats.org/officeDocument/2006/relationships/slide" Target="/ppt/slides/slide15.xml" Id="R5d87ac8636534c45" /><Relationship Type="http://schemas.openxmlformats.org/officeDocument/2006/relationships/slide" Target="/ppt/slides/slide16.xml" Id="Rf111fbcfe9b94424" /><Relationship Type="http://schemas.openxmlformats.org/officeDocument/2006/relationships/slide" Target="/ppt/slides/slide17.xml" Id="R3909ce806f5b43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c93ed060cf4c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a8e2a4ea8f4a9e" /><Relationship Type="http://schemas.openxmlformats.org/officeDocument/2006/relationships/notesMaster" Target="/ppt/notesMasters/notesMaster1.xml" Id="R4a508f83fce84f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dec601b8024715" /><Relationship Type="http://schemas.openxmlformats.org/officeDocument/2006/relationships/notesMaster" Target="/ppt/notesMasters/notesMaster1.xml" Id="R8e604e34a11d4f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00758bdb764959" /><Relationship Type="http://schemas.openxmlformats.org/officeDocument/2006/relationships/notesMaster" Target="/ppt/notesMasters/notesMaster1.xml" Id="R4fb4e2bdf03045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c1c74a99e41c6" /><Relationship Type="http://schemas.openxmlformats.org/officeDocument/2006/relationships/notesMaster" Target="/ppt/notesMasters/notesMaster1.xml" Id="R8eb283414fe9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435f45a9dc499e" /><Relationship Type="http://schemas.openxmlformats.org/officeDocument/2006/relationships/notesMaster" Target="/ppt/notesMasters/notesMaster1.xml" Id="R9d2b3f1daf8c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c2a84966cf4df4" /><Relationship Type="http://schemas.openxmlformats.org/officeDocument/2006/relationships/notesMaster" Target="/ppt/notesMasters/notesMaster1.xml" Id="R9b322705f3f3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562ab6293474b" /><Relationship Type="http://schemas.openxmlformats.org/officeDocument/2006/relationships/notesMaster" Target="/ppt/notesMasters/notesMaster1.xml" Id="R75c8f15d3b76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0017f17813426e" /><Relationship Type="http://schemas.openxmlformats.org/officeDocument/2006/relationships/notesMaster" Target="/ppt/notesMasters/notesMaster1.xml" Id="R8f9a365ec0a8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81710733e4f7f" /><Relationship Type="http://schemas.openxmlformats.org/officeDocument/2006/relationships/notesMaster" Target="/ppt/notesMasters/notesMaster1.xml" Id="Rfa8e2b3ee23f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3cfe39354491d" /><Relationship Type="http://schemas.openxmlformats.org/officeDocument/2006/relationships/notesMaster" Target="/ppt/notesMasters/notesMaster1.xml" Id="Rcb2e4e529ed5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3a4cc297624776" /><Relationship Type="http://schemas.openxmlformats.org/officeDocument/2006/relationships/notesMaster" Target="/ppt/notesMasters/notesMaster1.xml" Id="R3d743b36b53641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0a32371d004fc8" /><Relationship Type="http://schemas.openxmlformats.org/officeDocument/2006/relationships/notesMaster" Target="/ppt/notesMasters/notesMaster1.xml" Id="R5edb4b01c32747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c2643fac6e4b0a" /><Relationship Type="http://schemas.openxmlformats.org/officeDocument/2006/relationships/notesMaster" Target="/ppt/notesMasters/notesMaster1.xml" Id="R3467d784d98c42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86bea57ea34759" /><Relationship Type="http://schemas.openxmlformats.org/officeDocument/2006/relationships/notesMaster" Target="/ppt/notesMasters/notesMaster1.xml" Id="R10714cf5b52d45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833a8f50da474a" /><Relationship Type="http://schemas.openxmlformats.org/officeDocument/2006/relationships/notesMaster" Target="/ppt/notesMasters/notesMaster1.xml" Id="R4a6b7153302546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3948b9b53342d4" /><Relationship Type="http://schemas.openxmlformats.org/officeDocument/2006/relationships/notesMaster" Target="/ppt/notesMasters/notesMaster1.xml" Id="R7b6c37797ac2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f86c24f1624935" /><Relationship Type="http://schemas.openxmlformats.org/officeDocument/2006/relationships/notesMaster" Target="/ppt/notesMasters/notesMaster1.xml" Id="Rfebd04381ce6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ad9c0f6cc9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3f140d05bf4ae4" /><Relationship Type="http://schemas.openxmlformats.org/officeDocument/2006/relationships/slideLayout" Target="/ppt/slideLayouts/slideLayout1.xml" Id="R93cddae89e5a48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cddae89e5a48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91ea8c2c64eda" /><Relationship Type="http://schemas.openxmlformats.org/officeDocument/2006/relationships/image" Target="/ppt/media/image.png" Id="R512b532f678a489b" /><Relationship Type="http://schemas.openxmlformats.org/officeDocument/2006/relationships/notesSlide" Target="/ppt/notesSlides/notesSlide1.xml" Id="R5fe728af314f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8419c50404a29" /><Relationship Type="http://schemas.openxmlformats.org/officeDocument/2006/relationships/notesSlide" Target="/ppt/notesSlides/notesSlide2.xml" Id="R50804c51d7c2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872803b634724" /><Relationship Type="http://schemas.openxmlformats.org/officeDocument/2006/relationships/image" Target="/ppt/media/image2.png" Id="R0147171e1d314df5" /><Relationship Type="http://schemas.openxmlformats.org/officeDocument/2006/relationships/notesSlide" Target="/ppt/notesSlides/notesSlide3.xml" Id="R381f480deef144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e5ee9d99d54ca7" /><Relationship Type="http://schemas.openxmlformats.org/officeDocument/2006/relationships/notesSlide" Target="/ppt/notesSlides/notesSlide4.xml" Id="R1d37b1c874f7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6512011914dfb" /><Relationship Type="http://schemas.openxmlformats.org/officeDocument/2006/relationships/image" Target="/ppt/media/image.jpeg" Id="R85531c3c2afe4851" /><Relationship Type="http://schemas.openxmlformats.org/officeDocument/2006/relationships/notesSlide" Target="/ppt/notesSlides/notesSlide5.xml" Id="R87ca058495eb48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4f1cc2ceaa4bdc" /><Relationship Type="http://schemas.openxmlformats.org/officeDocument/2006/relationships/image" Target="/ppt/media/image3.png" Id="Rbe94f1fab3b24f79" /><Relationship Type="http://schemas.openxmlformats.org/officeDocument/2006/relationships/notesSlide" Target="/ppt/notesSlides/notesSlide6.xml" Id="R8e7ae791d15840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ab4a658851473a" /><Relationship Type="http://schemas.openxmlformats.org/officeDocument/2006/relationships/image" Target="/ppt/media/image4.png" Id="R65270fd2ee744980" /><Relationship Type="http://schemas.openxmlformats.org/officeDocument/2006/relationships/notesSlide" Target="/ppt/notesSlides/notesSlide7.xml" Id="Rcbc07893d75d46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3328b869e24584" /><Relationship Type="http://schemas.openxmlformats.org/officeDocument/2006/relationships/image" Target="/ppt/media/image2.jpeg" Id="Rb357c71eef3b4c14" /><Relationship Type="http://schemas.openxmlformats.org/officeDocument/2006/relationships/notesSlide" Target="/ppt/notesSlides/notesSlide8.xml" Id="Rd3898e694e494d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ba8d2bf5a0499e" /><Relationship Type="http://schemas.openxmlformats.org/officeDocument/2006/relationships/image" Target="/ppt/media/image5.png" Id="R47fc9bcad32e4623" /><Relationship Type="http://schemas.openxmlformats.org/officeDocument/2006/relationships/notesSlide" Target="/ppt/notesSlides/notesSlide9.xml" Id="Rdc8f89171d5f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30e60215104ee6" /><Relationship Type="http://schemas.openxmlformats.org/officeDocument/2006/relationships/notesSlide" Target="/ppt/notesSlides/notesSlide10.xml" Id="R6fae775dbd364d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a1b5a57b6f48f5" /><Relationship Type="http://schemas.openxmlformats.org/officeDocument/2006/relationships/image" Target="/ppt/media/image6.png" Id="R0f120746c0b84ae2" /><Relationship Type="http://schemas.openxmlformats.org/officeDocument/2006/relationships/notesSlide" Target="/ppt/notesSlides/notesSlide11.xml" Id="R51386a4afdd646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d5aed588444f89" /><Relationship Type="http://schemas.openxmlformats.org/officeDocument/2006/relationships/image" Target="/ppt/media/image7.png" Id="Rb272908c4bf649af" /><Relationship Type="http://schemas.openxmlformats.org/officeDocument/2006/relationships/notesSlide" Target="/ppt/notesSlides/notesSlide12.xml" Id="Re77f3fc9d47a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8f2c5039e346ef" /><Relationship Type="http://schemas.openxmlformats.org/officeDocument/2006/relationships/notesSlide" Target="/ppt/notesSlides/notesSlide13.xml" Id="R2fa0adef6cb942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ddf5831e434dee" /><Relationship Type="http://schemas.openxmlformats.org/officeDocument/2006/relationships/notesSlide" Target="/ppt/notesSlides/notesSlide14.xml" Id="Ra8c881a1bcb146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c1fcfbb65248f9" /><Relationship Type="http://schemas.openxmlformats.org/officeDocument/2006/relationships/image" Target="/ppt/media/image3.jpeg" Id="Ra928405e9d3047af" /><Relationship Type="http://schemas.openxmlformats.org/officeDocument/2006/relationships/notesSlide" Target="/ppt/notesSlides/notesSlide15.xml" Id="Rf5dc3456152841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d6d1d72a404fcb" /><Relationship Type="http://schemas.openxmlformats.org/officeDocument/2006/relationships/notesSlide" Target="/ppt/notesSlides/notesSlide16.xml" Id="Rf8cae3250d6843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a54b2592334533" /><Relationship Type="http://schemas.openxmlformats.org/officeDocument/2006/relationships/image" Target="/ppt/media/image8.png" Id="R31ebf9f60aa34609" /><Relationship Type="http://schemas.openxmlformats.org/officeDocument/2006/relationships/notesSlide" Target="/ppt/notesSlides/notesSlide17.xml" Id="Reef02f12817d4c56"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2b532f678a48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CE60AA-BB34-41F2-908F-0FF6C8AAE50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86CD4E-2C28-4497-8E9F-D2019BC57868}"/>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04A7D0D3-8259-43FA-8253-100E6437D420}"/>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C87241B6-8348-44BE-9245-8C394686088C}"/>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4632CDC2-7A80-4938-A61A-14FCBF6E949C}"/>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C26796-2B76-4335-926D-B855CD4558F8}"/>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C5B9683-2FFA-4068-888B-2E997FC74D4D}"/>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55941059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D0AB14-C526-45A2-994D-0EDD6E5C62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7749D5-4A3D-4331-979B-E30DED20FD6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07C7A66B-BEA8-4FCC-BC44-159E9299D0F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21BB8F-F8FE-4A7E-9995-D911E6253835}"/>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53859FBA-F3D1-4329-8CB3-2117D2016B2F}"/>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E03C1B21-9B1B-458F-95EF-F49BA4BA29B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91B9BD-EDD8-49AF-BCD2-F01ED892C03B}"/>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2D533C8D-A923-4821-8110-706583789F2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1BED73-008D-4057-97A7-8546DD82410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564D2D27-AB07-4F4D-B555-61AF1FF4D95C}"/>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EE385AF-E78A-4093-AF4E-6C6515A5C66B}"/>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07BC1658-A3E5-4E06-B3A6-8C84D342DAAC}"/>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E660AF-7B38-49D5-9A6E-D70FF00CAEE6}"/>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69669131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C48D4-1242-47D8-B1A0-AC6D2909C92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2F6831-8D3F-411C-9BD8-9F31F39405F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16A945E7-90A3-46E1-A0C2-FD6E19475B2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0FA9E4-E84D-4951-8D6B-D624F627D9D5}"/>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20892C22-F63C-4004-8C3C-4CA682E00D54}"/>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47171e1d314df5"/>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8C0849-C8B9-48E6-B654-E0B70D636CFA}"/>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4468065"/>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465E73-A45D-44DF-9CD2-1F57E43A15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3AC50E-FC88-419A-9345-1F42CD47730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2CD960C2-8EB9-4F7B-927B-A9A7016B4D7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C4D98F-945F-4BBA-95DC-104594B4766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866ECB57-3E59-40C2-A6EB-D8657B3559DE}"/>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F83D765A-7DDE-4F56-86B5-D7E5C3F006E9}"/>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4981DD-5231-461D-A6F4-EE2BDA143D84}"/>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CC4B557C-8F19-4330-B47B-9CF89DA51E07}"/>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FBFF66A4-1A09-459D-AE9F-3082E0CA2653}"/>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1A596B-8808-4707-BBBE-713E164F1890}"/>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F3D0ACB4-0D42-4599-AF5D-15BB06EF20C5}"/>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525818E5-4A28-42E1-BB71-5AB7FA20E295}"/>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81D2F1-9992-4F44-AD6D-1B2AB985C7E6}"/>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A65EEB1E-6AAC-4B0F-9D99-255822767504}"/>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0A0FB2-8059-454C-AE63-6B99F2D00407}"/>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676178587"/>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66EB90-72E6-4A4D-8952-BAF9F07CA3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9FE6A4-0F7D-40A0-B0A0-DAB50664288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42F1AB7D-83C4-4654-B90D-BC68F1B7AA6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531c3c2afe4851"/>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D66D48-7E91-41C4-9DF6-54DA0F3842D4}"/>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0B754214-FC3B-4DBE-972A-3FD961B9D1B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02990847"/>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CB7D38-0521-473C-9C59-D57A158B2E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B1B7DC-65B9-48C8-91A2-FDB7DE319B33}"/>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6EB242C5-B20A-4E0E-ACE3-409B5D1CC011}"/>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918CF0C9-C25C-4A89-9BBF-F84676742C7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4B14EF-7A65-4243-845C-0CC7E0B27985}"/>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C3812BD-9B67-4CE6-BFC1-B43CE1D0ABBE}"/>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94f1fab3b24f79"/>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24A827-F8B5-42E8-BD5A-FBEF7AA794E7}"/>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1870695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D6A5E9-A8F0-4208-92D2-D55517DF46F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23D575-F609-4C8A-94C8-8C5B19F2C4E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8C109068-81E4-4637-9634-F86DEF4B45A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5270fd2ee744980"/>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D11C51-0EB9-48CC-9BD6-C343D86D144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FA17C26B-E0E2-476F-B415-EAA4A68208F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0B1F212-9BC9-40AE-AB43-7E833A05BD8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6566E69E-74A9-4A90-A533-BE4B5259C9D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E2F9F5B9-2A61-406E-AEDE-CAA76CEC1D56}"/>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7CF9453-DA61-45B6-86BD-E80DE69A243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35221B63-464A-45DF-969A-1977A153ECE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238DED89-E67B-41CD-AC58-1F2E3BAF0F8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5726CC58-C471-481E-8ACF-43EB723A79C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AF40417C-5B80-459E-9150-FE359ECEAC3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6C496309-9898-4558-BB80-4D99E43804A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C61E955-805B-439D-AA03-A16B92B511B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E3260343-5838-4195-82C1-6857DD699BED}"/>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0FEE6E6F-B381-4397-8425-8F772B158AC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DC35BB5-86CE-4DCF-8C5F-08EC72A1A5A3}"/>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426D053D-F1AD-4AA2-AFEA-1D5F216AEAC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BD50BF8E-A34C-4EB5-B685-43D3D51D220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CE40123-E8F6-4F7E-B80B-03ABD73AF82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C438AE41-4709-4F34-A264-D2EC2C50188E}"/>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49F13776-CF72-417F-9173-AF90F20C099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A936080-55EF-4237-B8E5-DD41DF49A2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83EC48A2-D459-42E4-AD53-9B47B8BE2783}"/>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F554C0CE-2E1F-442B-AD5B-F900CA44482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F026BDC4-7CB1-4CA9-ADEA-07491FA687B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0E7D4FFF-DBF5-420E-B364-591C16A7AEAC}"/>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1399E4A7-8CB0-4795-A0B4-2280AC9F978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FC79B81D-729E-4BCC-9F93-6160BA39913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C507C85-7F68-4EF2-B38C-03E5A9ED16B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B108BB27-AE98-41FE-816B-A10E1DE41AEC}"/>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1CE65919-5E8A-4DB4-B97E-4EDBD6D6D9C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304C8F0-1B24-41E9-84BD-7E6C4F52BF1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3219410-E0A1-4CFC-852B-6607A007B06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4365725A-3FA2-4B40-B374-7AF384EF9C1B}"/>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601C7EEF-753F-4B09-B239-6FB02B34E04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7C3E2F4-6F46-46B7-B040-BFDFD11E9C44}"/>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D9A468A-8DEC-44D7-9943-10A7B10082B1}"/>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5A1A0FE-1AD4-4A97-948D-7F6D7B1AD09C}"/>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C0D3090-493F-42E7-A3C2-1E43A5DA8299}"/>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5E1FA226-711E-4870-87D6-EE2B83A27A2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60717721"/>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2CFF5BB-87CB-4EDA-95BC-0F52B8C22ED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C9106D-57C9-4E16-9FFB-BA78882C4DC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7D1DE40D-5D4B-4299-A9D1-F2B09D17A58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357c71eef3b4c14"/>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18CF2E-FA4B-4449-B80E-FB53AA3CA98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8FA5A712-0FEF-4EE5-AE20-ACDB5F8436C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6B885AF-E822-4061-B740-E74AAA622AF0}"/>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B504C847-C0A9-49CD-8080-A40571B2940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43A946C-EDC7-4209-911B-157AE3A33E19}"/>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155071D-F208-4D95-B5D3-38E4FBF228DF}"/>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4CCE3BA-1A79-492F-AF52-36DD58253610}"/>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5D4B7321-97F0-4E3C-9A9C-EF60FC0A5415}"/>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F266F76F-FC8F-4A9C-910C-BDE8D7241BC4}"/>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96C92B70-EC18-4920-96C7-8775F2ABE63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4005E561-795C-4D2F-AD30-120A0CA472B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633F0F0A-ABAE-4BE4-9E86-9B6BA948463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52D0EDD-D6C7-4CA9-A999-66465F55CCC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2454988-4290-4BA0-A561-477F1EDB845D}"/>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CB1695B-68BE-4B58-A9CE-B3A11F16F44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82FA3852-0D0E-4BFC-9B5E-66CB4D02FB0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531B8AC9-C2E4-4D65-AD3C-49B1B12C7688}"/>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9B2D9E6C-3759-483C-9872-35C54165FC3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671F525B-714A-4472-B160-5C70E248BD6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C0D71C1-9909-406F-8F73-C9A908EEFB6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94DFC06C-08B3-4396-B6CB-DD75100B5D8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3160AA2-5AB9-48E6-974D-6458E0EAFC9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00956F2E-CADD-42D6-9DFD-33CAFE636E4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88153A3-F52F-4998-A6CC-1BC1EFBEA7B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A4FCA40-CD98-4F7B-BA1E-E1032A3E8EF7}"/>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4F2673AD-42D9-4E15-985F-5AFDF065EA1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E6CF7627-0671-4F88-B7C7-AC3E6A95FDA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F0D1EDF-BB6D-4D8A-8BE8-ADE10C71C6A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B4A9BAD8-6DAA-43C4-B2FB-977EFF754E18}"/>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33EE25BC-A579-4BB1-9233-7FB866F727A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D9041BC7-514F-40CB-A3BF-488069E1E85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D35D3E24-39A6-459A-A0B4-7BCFAD6C7F7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27A508FC-8CF3-4FCE-88AD-40077465250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F2B419DA-86FB-4860-8AE7-27F16A21FD7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5639C53-CD1D-4B41-B420-04774694779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63E647AE-72C8-4A0E-ACAA-5F5875432F2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51F811C-57DE-4A30-86FD-E9F60B52C33B}"/>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24A882F-A0AC-494B-80A7-D3D81975629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7130AAC7-BA69-4DEF-90E7-8171E1DA0AF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17391103"/>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09BD3BF-8873-4619-96F0-434E31D1FAE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2EF8F-909C-4975-B014-7E5E30109F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3D733153-2A83-41B0-B855-4F1B59A50E1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7fc9bcad32e4623"/>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686FD2-291C-428F-8C44-EBEB3BCF409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8344A606-2613-4739-9F74-A07497C0029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C59E7DF-EE28-4D28-A592-230E58B688B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1DCDE1FE-9A17-41FC-A488-A60AB1C6C140}"/>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28D751D-1707-481C-B7E0-E9DA0B12C8C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E12DF72-A8F5-42F4-9F80-52A67D94159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0CEF7FFB-9908-44FD-8DA4-E6A823A3AAA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12ED41F-CC14-4D2D-A29F-287A2C83E08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0657616E-D51F-4F30-B1F6-693C546F6AE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8278A9E-D4FF-49FE-AECF-0DD84FFF9B5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38B301B0-38AE-4C3C-98AA-D1E013C07DD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460A8C05-CFD0-4C41-BDEF-5F9E2545DE6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4CF5853-6AF5-4F37-940E-F782C867274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E5403D9-EAA0-4162-A2E2-D8FD24B1667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F0696C2-64BC-461C-96F3-CCAA65C343CF}"/>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820D9D26-0944-481A-AA6C-2E290A1CF6B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42322FEA-92E3-4FFC-81FB-540A42607CE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7FEB5BCC-E70D-4B33-AE73-73D5A4BF8B3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8954A845-8448-4596-89EB-CE566D8A9DD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7576562C-DE93-493C-880F-081E10D5E7B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E1BEC48F-8318-4059-BD3A-3FE435179CE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69D90109-0939-4FBC-88EA-C14CA39C60B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8F3108D1-CB54-4873-BEB8-74F42CE122A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8962637-18C5-4A53-867C-42D42D25A79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F501359-ADC2-4FFB-BF55-411DB97122EB}"/>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79772BB0-0BC5-497A-AED8-E7C378FB2F3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779F3E1-9DAC-4B25-B441-7CEE491A754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362314C-1629-498F-8152-B035993AF0B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326C9FF-6C2E-4119-A12A-99E8B3D9D4F6}"/>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FD313CC8-B6C8-497B-9DDE-80B68BB3A2C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A5325DBA-725F-47D7-B5D3-1A847C11B29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8EA7F869-5942-4801-84CE-70A9C334214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8053FC92-9CD6-4684-9A5D-E70A33AD054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5CF79441-42B2-42B0-97D9-203003F3D766}"/>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77C8C77-1457-4848-ACBF-9E26432360C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2F511683-56FA-44B9-9D36-60A8380E740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1129114C-9A77-4898-BAF8-B6F6A1FE64C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0B6669A-146E-4A94-A490-6F88D4894897}"/>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910DA364-90D6-4D47-959F-79EEB98A21E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5DC99887-C544-43A8-B5DD-FDD88DADCAE8}"/>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90363441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2FF739D-DBBF-4B85-8F7E-D9A2962B15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AF3559-7AAD-406A-BC07-4057212674C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C8AB7083-9CFE-4331-855C-9144D10EA32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42D3F9-D407-4618-A75C-C59DBE1C28A7}"/>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35EEAA-895C-4493-9601-F5C631AB2DAD}"/>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D1EC77-EE8F-43D2-851B-D482356DE6CF}"/>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A95C93A7-B4AD-420B-B04F-FEAE608DD694}"/>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19D633A0-B129-4A36-9BAE-0D9693D16C0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317FD5E5-0E33-44A9-A700-8B430FB0505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1ACD92D6-7EC6-4206-955E-0F734864423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2D0EB83E-A316-48D8-BCCC-615ECD59594D}"/>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84E143CC-C3BA-477D-BB44-E6A431D5A73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63AACB9B-9034-4FBF-B3E7-C559B4779F1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1B33A10A-6BAB-4751-9628-932A0CFA1AD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B9AB3762-40A8-4337-A7FF-DE595D7AA71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DB579056-FF54-4456-B235-9287EE93DD6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EDBA0E85-AFCE-4E1D-B915-48760E3908FC}"/>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7E376C81-2907-414C-9233-74A684C83C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A967B9FC-3FED-4333-8F93-6F6D1A130DD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538C7953-2A99-4C06-8442-7C5392A2611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5077AAAC-45C8-4232-9EC2-BD3A8BA4B93D}"/>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A9EBDA73-ACAF-4897-89D3-0753303971DA}"/>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7345531D-772E-4817-800E-6442BAB4E02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B2C632B2-1249-45FE-B8C8-62171C4C62C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F493F7DD-141E-4840-8006-6F8C19752F3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30E890C6-4ED6-4A62-8505-3F79771B4698}"/>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FC38F46-804C-4B76-883A-638DA5516727}"/>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9A408017-09E2-4BBB-997F-D9A6AA1E4C4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5B598391-CDFB-4E2A-BBE0-A6B7CB555EAA}"/>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E773592A-2B47-43ED-AE58-893250BCBD3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9F6F4D2-3742-4A05-AFA2-C4B5F2C6E4D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AF9F417-F466-4802-8281-9CDCE0942A1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05CA0878-206D-4C77-9B89-15B0BDC3FA1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44A8D19F-0612-45B8-88D9-B7BCE6D8273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7E0131C2-FFDE-4BE0-9183-F8386771287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1D20781D-577F-4FA0-8ADB-0B85A34B1D2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A62B869-1B75-4100-8205-34D2862BBC9D}"/>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1C11EEB-A9CA-48E5-9973-9DC835A181C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888141D1-7394-49A2-BBDE-1122E0282E0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B26922CA-C6DC-4152-8DC7-B7F0F0F94080}"/>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8DA714A7-7300-4A8D-AA0F-77855652E9D3}"/>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0CD28A87-B887-4021-A86F-99509B5DD27F}"/>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81764B3F-DE51-4A1C-8CCF-B0EC3AA8DC6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B418539-9A6C-4FDB-85A2-FB719729F40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8BABBC8F-FDCD-45EB-BD95-CD87E246012F}"/>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76740542"/>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7CCE6B-9CBD-46DD-B436-BC4A65E120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EE135-AEF1-417C-A553-9C7A691F3AF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626D71D2-5074-4EA7-B855-2A41D3748CB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120746c0b84ae2"/>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907F59-08ED-4638-93B0-BAB6ACC7D3D4}"/>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A15B432D-F84C-4D39-B2FB-898467B3676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651C970A-EB4A-4E63-B081-EA8191BD87C1}"/>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B62B33-0834-49D0-A4FC-80D8D9F062CD}"/>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245F1F6B-FF2D-40B2-8C49-C0EB14D7B2FF}"/>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2891B82C-F326-4695-8F6D-AC25628B2693}"/>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E0C726-D311-4069-86FC-C95C7C174764}"/>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34141B18-A10B-4914-ADE6-E5F1923ADAA7}"/>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5EDC6E1-8616-43F1-9F28-BB029D5F0142}"/>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948167-6340-47D0-BBF8-BD6E536D4039}"/>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B4D6D6E-00E3-42CA-9D78-6D2442E2F742}"/>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144341603"/>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58F1CC-F858-4B2D-84A6-FAF5E2B1B7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BBB433-B562-42F4-9059-FFEEA077458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0606E67-2A6F-4117-8A8F-D42BFA261F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D6B5CB-01CA-41BF-A76F-AD48E0352ABC}"/>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942A13E9-DFC1-41C0-BEA1-DD5E0582991B}"/>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E1C73C0F-03E6-467B-9535-013D223F6A45}"/>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C51DC976-281B-418D-A925-BC32358F69CD}"/>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F74B926D-0FFA-47A6-B9C6-4AE4AF670551}"/>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D1B677DB-89CE-48E4-8936-E0C758DCC1E0}"/>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72908c4bf649af"/>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2027760496"/>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781EC1-8FBB-4409-98C3-54B6D03FE96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C53C1-2D88-4F26-90C5-C6D1CA440EA1}"/>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9ABA613-39AD-4942-BB82-78B3B764DC35}"/>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7AAF5196-6B2A-4F21-AEF1-895BFF0B138D}"/>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0B6B37B0-8FA4-4147-9CEE-B5D8B95F6C3B}"/>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A385612-C53A-49E8-9445-03B1E0D9FAAB}"/>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3D6B73-F405-4800-A671-107957A6DFA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A6397048-C2BD-4223-B125-DD5E71666A5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373C422D-A1F9-437F-A155-87E816D252AD}"/>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5DF87993-2764-4D12-B606-12D55BFD11F1}"/>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947962E-B2EC-417F-925E-3F51DC2714B0}"/>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CE738D-E49F-4B57-8817-59429696059B}"/>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5BE3A5F8-299C-45A0-B0AD-BC3DE0FC2F8B}"/>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761A50FD-4669-4755-84E8-B87DD438B005}"/>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B9B15B4C-8898-4A3E-9C53-3835589F8E58}"/>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70105965"/>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DBB2B-8197-4D84-B95B-C2A9254CF5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F9FF88-48C3-4D80-AB4C-0C537B4E0E9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954E6FE7-781F-48D7-8E1E-5A8E9FFCF8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291E84-DB9A-4B9F-97C1-A85D29F054BB}"/>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C301E0A8-D81A-46E6-AFBE-EA466893B99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6D53AB-CF5D-45B1-BE3B-1E7D992DFEE4}"/>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128839E4-E3D6-4C96-8C0D-5946885BCD40}"/>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AF13FD-73A2-4A01-9E21-2A499CE9AC2F}"/>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8C644621-9326-4A7B-9328-3F5C196054D9}"/>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817702460"/>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287CED-BBEC-4920-8808-E45621ED383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44C81-1708-40E9-8EFF-D444CC80E8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0B283DFA-0A65-474B-8C01-C6F2C633191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0D647D-5F93-4550-A069-846A1F4FFE88}"/>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D821E3B3-CCE4-44A5-9768-A11824DFA876}"/>
              </a:ext>
            </a:extLst>
          </p:cNvPr>
          <p:cNvSpPr>
            <a:spLocks xmlns:a="http://schemas.openxmlformats.org/drawingml/2006/main" noGrp="1"/>
          </p:cNvSpPr>
          <p:nvPr/>
        </p:nvSpPr>
        <p:spPr>
          <a:xfrm xmlns:a="http://schemas.openxmlformats.org/drawingml/2006/main">
            <a:off x="74295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カメラ映像</a:t>
            </a:r>
          </a:p>
        </p:txBody>
      </p:sp>
      <p:sp>
        <p:nvSpPr>
          <p:cNvPr id="6" name="">
            <a:extLst xmlns:a="http://schemas.openxmlformats.org/drawingml/2006/main">
              <a:ext uri="{FF2B5EF4-FFF2-40B4-BE49-F238E27FC236}">
                <a16:creationId xmlns:a16="http://schemas.microsoft.com/office/drawing/2014/main" id="{DE8D49E0-B1DE-4095-BC15-BC4ED64E302E}"/>
              </a:ext>
            </a:extLst>
          </p:cNvPr>
          <p:cNvSpPr>
            <a:spLocks xmlns:a="http://schemas.openxmlformats.org/drawingml/2006/main" noGrp="1"/>
          </p:cNvSpPr>
          <p:nvPr/>
        </p:nvSpPr>
        <p:spPr>
          <a:xfrm xmlns:a="http://schemas.openxmlformats.org/drawingml/2006/main">
            <a:off x="6134100" y="2000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LiDAR深度</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928405e9d3047af"/>
          <a:stretch xmlns:a="http://schemas.openxmlformats.org/drawingml/2006/main"/>
        </p:blipFill>
        <p:spPr>
          <a:xfrm xmlns:a="http://schemas.openxmlformats.org/drawingml/2006/main">
            <a:off x="704850" y="2400300"/>
            <a:ext cx="10782300" cy="4043363"/>
          </a:xfrm>
          <a:prstGeom xmlns:a="http://schemas.openxmlformats.org/drawingml/2006/main" prst="rect">
            <a:avLst/>
          </a:prstGeom>
        </p:spPr>
      </p:pic>
    </p:spTree>
    <p:extLst>
      <p:ext uri="{BB962C8B-B14F-4D97-AF65-F5344CB8AC3E}">
        <p14:creationId xmlns:p14="http://schemas.microsoft.com/office/powerpoint/2010/main" val="1177243200"/>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A6C71A2-9B11-445F-AB7B-50E4BBAB24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B5389C-B9B9-414F-BBFA-212B14CBDE9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AFAE06BB-301C-4B05-AE9C-F91BABC258B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A2B67D-2639-4210-AEE7-2C6236506885}"/>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DA140A5E-4311-4510-B269-AA3016990EC2}"/>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7566AD1-936C-4B1D-BB82-58CCF9E19B3E}"/>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B894101E-FAFA-4FD9-B9A9-2C058FE45A61}"/>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B6E4A8-00D5-40EF-8577-37B244F804A8}"/>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5549194-7689-4CC9-8C80-61EF9312FA71}"/>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6C0182C-3B50-459F-8BF1-81F153A110AB}"/>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F42D43D7-53C6-4F89-98FD-14110D508D7E}"/>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23D792-8828-48C3-A99F-9EB4BD14A9F1}"/>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EED4FE35-7D23-498D-BF29-33FF4505B27F}"/>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95077C06-A4EC-4F44-96DC-A90F3471A766}"/>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26619D86-7E08-4D02-A92F-5C907F8C544A}"/>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6F1161-EEC7-4DF2-BBC3-0B044991F7A1}"/>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0D37E3CF-6C1E-43CB-9F3F-2EB9D9A186B7}"/>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5858A4DA-3B16-4235-912B-33EC242DF139}"/>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795601193"/>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B1E396-D942-4D59-9D5C-EBE93555F83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E6A9BA-4D05-4AAE-9D15-F81725ACE85F}"/>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ebf9f60aa34609"/>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80CE5E-7B85-4423-BFF5-8C036CE4A5D6}"/>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25240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2026-09-16T08:17:56.0910000Z</dcterms:created>
  <dcterms:modified xsi:type="dcterms:W3CDTF">2026-09-16T08:17:56.0910000Z</dcterms:modified>
</coreProperties>
</file>