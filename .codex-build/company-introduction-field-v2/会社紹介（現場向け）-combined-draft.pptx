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76f014ef974362" /><Relationship Type="http://schemas.openxmlformats.org/officeDocument/2006/relationships/extended-properties" Target="/docProps/app.xml" Id="R4256cb544db548e2" /><Relationship Type="http://schemas.openxmlformats.org/officeDocument/2006/relationships/officeDocument" Target="/ppt/presentation.xml" Id="Rf32bd90185db4c76" /></Relationships>
</file>

<file path=ppt/presentation.xml><?xml version="1.0" encoding="utf-8"?>
<p:presentation xmlns:p="http://schemas.openxmlformats.org/presentationml/2006/main">
  <p:sldMasterIdLst>
    <p:sldMasterId xmlns:r="http://schemas.openxmlformats.org/officeDocument/2006/relationships" id="2147483648" r:id="R7a8ee4e05335433c"/>
  </p:sldMasterIdLst>
  <p:notesMasterIdLst>
    <p:notesMasterId xmlns:r="http://schemas.openxmlformats.org/officeDocument/2006/relationships" r:id="Ra4901fe0afa247aa"/>
  </p:notesMasterIdLst>
  <p:sldIdLst>
    <p:sldId xmlns:r="http://schemas.openxmlformats.org/officeDocument/2006/relationships" id="256" r:id="R4b702ef337fa473a"/>
    <p:sldId xmlns:r="http://schemas.openxmlformats.org/officeDocument/2006/relationships" id="257" r:id="R5304ad81023d40a8"/>
    <p:sldId xmlns:r="http://schemas.openxmlformats.org/officeDocument/2006/relationships" id="258" r:id="R8fdb99647cdd4074"/>
    <p:sldId xmlns:r="http://schemas.openxmlformats.org/officeDocument/2006/relationships" id="259" r:id="R20ca744ec301487f"/>
    <p:sldId xmlns:r="http://schemas.openxmlformats.org/officeDocument/2006/relationships" id="260" r:id="Re4848e491a9d493b"/>
    <p:sldId xmlns:r="http://schemas.openxmlformats.org/officeDocument/2006/relationships" id="261" r:id="Rccc1d998d0dc4dd1"/>
    <p:sldId xmlns:r="http://schemas.openxmlformats.org/officeDocument/2006/relationships" id="262" r:id="Rc3aa02701e3e4d37"/>
    <p:sldId xmlns:r="http://schemas.openxmlformats.org/officeDocument/2006/relationships" id="263" r:id="Rcbf18e7f7d9b4ebf"/>
    <p:sldId xmlns:r="http://schemas.openxmlformats.org/officeDocument/2006/relationships" id="264" r:id="R6987d4d99fd842e0"/>
    <p:sldId xmlns:r="http://schemas.openxmlformats.org/officeDocument/2006/relationships" id="265" r:id="R781eb872419b410c"/>
    <p:sldId xmlns:r="http://schemas.openxmlformats.org/officeDocument/2006/relationships" id="266" r:id="R2a052617b7bd4a43"/>
    <p:sldId xmlns:r="http://schemas.openxmlformats.org/officeDocument/2006/relationships" id="267" r:id="R981ed710160f4727"/>
    <p:sldId xmlns:r="http://schemas.openxmlformats.org/officeDocument/2006/relationships" id="268" r:id="R384a77e2f73741ed"/>
    <p:sldId xmlns:r="http://schemas.openxmlformats.org/officeDocument/2006/relationships" id="269" r:id="R3be954f1c0f74682"/>
    <p:sldId xmlns:r="http://schemas.openxmlformats.org/officeDocument/2006/relationships" id="270" r:id="Rf03336b2a0c44278"/>
    <p:sldId xmlns:r="http://schemas.openxmlformats.org/officeDocument/2006/relationships" id="271" r:id="Rc3780faad48646e7"/>
    <p:sldId xmlns:r="http://schemas.openxmlformats.org/officeDocument/2006/relationships" id="272" r:id="R874050cd18f249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1342feb73f4196" /><Relationship Type="http://schemas.openxmlformats.org/officeDocument/2006/relationships/slideMaster" Target="/ppt/slideMasters/slideMaster1.xml" Id="R7a8ee4e05335433c" /><Relationship Type="http://schemas.openxmlformats.org/officeDocument/2006/relationships/notesMaster" Target="/ppt/notesMasters/notesMaster1.xml" Id="Ra4901fe0afa247aa" /><Relationship Type="http://schemas.openxmlformats.org/officeDocument/2006/relationships/presProps" Target="/ppt/presProps.xml" Id="R3c918bf7cc00462f" /><Relationship Type="http://schemas.openxmlformats.org/officeDocument/2006/relationships/tableStyles" Target="/ppt/tableStyles.xml" Id="R2377ae19ffb24106" /><Relationship Type="http://schemas.openxmlformats.org/officeDocument/2006/relationships/slide" Target="/ppt/slides/slide1.xml" Id="R4b702ef337fa473a" /><Relationship Type="http://schemas.openxmlformats.org/officeDocument/2006/relationships/slide" Target="/ppt/slides/slide2.xml" Id="R5304ad81023d40a8" /><Relationship Type="http://schemas.openxmlformats.org/officeDocument/2006/relationships/slide" Target="/ppt/slides/slide3.xml" Id="R8fdb99647cdd4074" /><Relationship Type="http://schemas.openxmlformats.org/officeDocument/2006/relationships/slide" Target="/ppt/slides/slide4.xml" Id="R20ca744ec301487f" /><Relationship Type="http://schemas.openxmlformats.org/officeDocument/2006/relationships/slide" Target="/ppt/slides/slide5.xml" Id="Re4848e491a9d493b" /><Relationship Type="http://schemas.openxmlformats.org/officeDocument/2006/relationships/slide" Target="/ppt/slides/slide6.xml" Id="Rccc1d998d0dc4dd1" /><Relationship Type="http://schemas.openxmlformats.org/officeDocument/2006/relationships/slide" Target="/ppt/slides/slide7.xml" Id="Rc3aa02701e3e4d37" /><Relationship Type="http://schemas.openxmlformats.org/officeDocument/2006/relationships/slide" Target="/ppt/slides/slide8.xml" Id="Rcbf18e7f7d9b4ebf" /><Relationship Type="http://schemas.openxmlformats.org/officeDocument/2006/relationships/slide" Target="/ppt/slides/slide9.xml" Id="R6987d4d99fd842e0" /><Relationship Type="http://schemas.openxmlformats.org/officeDocument/2006/relationships/slide" Target="/ppt/slides/slide10.xml" Id="R781eb872419b410c" /><Relationship Type="http://schemas.openxmlformats.org/officeDocument/2006/relationships/slide" Target="/ppt/slides/slide11.xml" Id="R2a052617b7bd4a43" /><Relationship Type="http://schemas.openxmlformats.org/officeDocument/2006/relationships/slide" Target="/ppt/slides/slide12.xml" Id="R981ed710160f4727" /><Relationship Type="http://schemas.openxmlformats.org/officeDocument/2006/relationships/slide" Target="/ppt/slides/slide13.xml" Id="R384a77e2f73741ed" /><Relationship Type="http://schemas.openxmlformats.org/officeDocument/2006/relationships/slide" Target="/ppt/slides/slide14.xml" Id="R3be954f1c0f74682" /><Relationship Type="http://schemas.openxmlformats.org/officeDocument/2006/relationships/slide" Target="/ppt/slides/slide15.xml" Id="Rf03336b2a0c44278" /><Relationship Type="http://schemas.openxmlformats.org/officeDocument/2006/relationships/slide" Target="/ppt/slides/slide16.xml" Id="Rc3780faad48646e7" /><Relationship Type="http://schemas.openxmlformats.org/officeDocument/2006/relationships/slide" Target="/ppt/slides/slide17.xml" Id="R874050cd18f249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68473dfae74f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fae241314402d" /><Relationship Type="http://schemas.openxmlformats.org/officeDocument/2006/relationships/notesMaster" Target="/ppt/notesMasters/notesMaster1.xml" Id="R77b044b91a3b47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7d8916c40e4c76" /><Relationship Type="http://schemas.openxmlformats.org/officeDocument/2006/relationships/notesMaster" Target="/ppt/notesMasters/notesMaster1.xml" Id="R46c95dc4871449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278ca55bf14a22" /><Relationship Type="http://schemas.openxmlformats.org/officeDocument/2006/relationships/notesMaster" Target="/ppt/notesMasters/notesMaster1.xml" Id="R37e3ba12444549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e34694974c4db8" /><Relationship Type="http://schemas.openxmlformats.org/officeDocument/2006/relationships/notesMaster" Target="/ppt/notesMasters/notesMaster1.xml" Id="R8bf91a63112742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5abfd98e5a40f4" /><Relationship Type="http://schemas.openxmlformats.org/officeDocument/2006/relationships/notesMaster" Target="/ppt/notesMasters/notesMaster1.xml" Id="R8f0accfaad5944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78815555194691" /><Relationship Type="http://schemas.openxmlformats.org/officeDocument/2006/relationships/notesMaster" Target="/ppt/notesMasters/notesMaster1.xml" Id="Rf72753efc62944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5abd0d04b34e32" /><Relationship Type="http://schemas.openxmlformats.org/officeDocument/2006/relationships/notesMaster" Target="/ppt/notesMasters/notesMaster1.xml" Id="R5a68b4966adc46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99f89c8d7e4eff" /><Relationship Type="http://schemas.openxmlformats.org/officeDocument/2006/relationships/notesMaster" Target="/ppt/notesMasters/notesMaster1.xml" Id="Red3f106fa0e744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d298b461604610" /><Relationship Type="http://schemas.openxmlformats.org/officeDocument/2006/relationships/notesMaster" Target="/ppt/notesMasters/notesMaster1.xml" Id="R64e82a8c168d4b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4158c29c3a49b0" /><Relationship Type="http://schemas.openxmlformats.org/officeDocument/2006/relationships/notesMaster" Target="/ppt/notesMasters/notesMaster1.xml" Id="R11fb9153a1ff42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5987ab26964181" /><Relationship Type="http://schemas.openxmlformats.org/officeDocument/2006/relationships/notesMaster" Target="/ppt/notesMasters/notesMaster1.xml" Id="R55171da775d245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d5e3988638489e" /><Relationship Type="http://schemas.openxmlformats.org/officeDocument/2006/relationships/notesMaster" Target="/ppt/notesMasters/notesMaster1.xml" Id="R1384638cc08a4b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c6b268297a46f3" /><Relationship Type="http://schemas.openxmlformats.org/officeDocument/2006/relationships/notesMaster" Target="/ppt/notesMasters/notesMaster1.xml" Id="R4b71a412c9bd4d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e369c13f09405f" /><Relationship Type="http://schemas.openxmlformats.org/officeDocument/2006/relationships/notesMaster" Target="/ppt/notesMasters/notesMaster1.xml" Id="R5aefcd56b44045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bceb136d554b83" /><Relationship Type="http://schemas.openxmlformats.org/officeDocument/2006/relationships/notesMaster" Target="/ppt/notesMasters/notesMaster1.xml" Id="Rb08b3d19b0ed4f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27ad824a634676" /><Relationship Type="http://schemas.openxmlformats.org/officeDocument/2006/relationships/notesMaster" Target="/ppt/notesMasters/notesMaster1.xml" Id="Rcc32d6c2ccc546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87f33ebd414c82" /><Relationship Type="http://schemas.openxmlformats.org/officeDocument/2006/relationships/notesMaster" Target="/ppt/notesMasters/notesMaster1.xml" Id="Ra809eb3e699649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ベーカリー『サトウカエデ』での撮影検証です。右上の写真は、作業者がヘルメット型の撮影機材を装着して、実際のベーカリー業務を行っている様子です。下の動画は、LPで公開しているiPhone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xmlns:a="http://schemas.openxmlformats.org/drawingml/2006/main">
            <a:r>
              <a:t/>
            </a:r>
          </a:p>
          <a:p xmlns:a="http://schemas.openxmlformats.org/drawingml/2006/main">
            <a:r>
              <a:t>写真：RootLens提供、document/business/assets/photo_satokaede.jpg</a:t>
            </a:r>
          </a:p>
          <a:p xmlns:a="http://schemas.openxmlformats.org/drawingml/2006/main">
            <a:r>
              <a:t>元の公開サンプル：https://rootlens.io/sample</a:t>
            </a:r>
          </a:p>
          <a:p xmlns:a="http://schemas.openxmlformats.org/drawingml/2006/main">
            <a:r>
              <a:t>映像・深度：https://pub-494b37dbfc9645299042fcf51236d1fc.r2.dev/lp-sample/24aa0d6f/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の2名を中心に進めています。森が販売先開拓と撮影機材の開発、河野がシミュレーション領域と現場開拓を担います。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現場のデータをロボットに、データの販売利益を現場に。この新しい循環を構築する企業です。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f4ac3e59e4c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ef6db09f9d447b" /><Relationship Type="http://schemas.openxmlformats.org/officeDocument/2006/relationships/slideLayout" Target="/ppt/slideLayouts/slideLayout1.xml" Id="R1a01875a1c1a4d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01875a1c1a4d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d2774acb7c46e9" /><Relationship Type="http://schemas.openxmlformats.org/officeDocument/2006/relationships/image" Target="/ppt/media/image.png" Id="R94880ab556d44249" /><Relationship Type="http://schemas.openxmlformats.org/officeDocument/2006/relationships/notesSlide" Target="/ppt/notesSlides/notesSlide1.xml" Id="R11e889135cd5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3c773cfc1e4a0f" /><Relationship Type="http://schemas.openxmlformats.org/officeDocument/2006/relationships/notesSlide" Target="/ppt/notesSlides/notesSlide2.xml" Id="R8cd8352e600245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ca4076569a4752" /><Relationship Type="http://schemas.openxmlformats.org/officeDocument/2006/relationships/image" Target="/ppt/media/image2.png" Id="Ra5600bd585274789" /><Relationship Type="http://schemas.openxmlformats.org/officeDocument/2006/relationships/notesSlide" Target="/ppt/notesSlides/notesSlide3.xml" Id="Rda68446df53143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f082815bbc4c27" /><Relationship Type="http://schemas.openxmlformats.org/officeDocument/2006/relationships/notesSlide" Target="/ppt/notesSlides/notesSlide4.xml" Id="R14a9349ff2ef4e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5834db00d8459c" /><Relationship Type="http://schemas.openxmlformats.org/officeDocument/2006/relationships/image" Target="/ppt/media/image.jpeg" Id="R040b399b5ab84054" /><Relationship Type="http://schemas.openxmlformats.org/officeDocument/2006/relationships/notesSlide" Target="/ppt/notesSlides/notesSlide5.xml" Id="R283a4545fcca46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11a55b28064008" /><Relationship Type="http://schemas.openxmlformats.org/officeDocument/2006/relationships/image" Target="/ppt/media/image3.png" Id="R3f045f105fcc469b" /><Relationship Type="http://schemas.openxmlformats.org/officeDocument/2006/relationships/notesSlide" Target="/ppt/notesSlides/notesSlide6.xml" Id="R9517de0db4134c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1f796f0e76490e" /><Relationship Type="http://schemas.openxmlformats.org/officeDocument/2006/relationships/image" Target="/ppt/media/image4.png" Id="R81365da6e5be4f01" /><Relationship Type="http://schemas.openxmlformats.org/officeDocument/2006/relationships/notesSlide" Target="/ppt/notesSlides/notesSlide7.xml" Id="Rfa05995b231142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7443d237bc420f" /><Relationship Type="http://schemas.openxmlformats.org/officeDocument/2006/relationships/image" Target="/ppt/media/image2.jpeg" Id="R2390552fc55f4373" /><Relationship Type="http://schemas.openxmlformats.org/officeDocument/2006/relationships/notesSlide" Target="/ppt/notesSlides/notesSlide8.xml" Id="Rc2b3de6ca7114e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dc76043313474b" /><Relationship Type="http://schemas.openxmlformats.org/officeDocument/2006/relationships/image" Target="/ppt/media/image5.png" Id="R28f07268654d469e" /><Relationship Type="http://schemas.openxmlformats.org/officeDocument/2006/relationships/notesSlide" Target="/ppt/notesSlides/notesSlide9.xml" Id="R1d5e1c4ac48144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0dd9d0d52f4d2f" /><Relationship Type="http://schemas.openxmlformats.org/officeDocument/2006/relationships/notesSlide" Target="/ppt/notesSlides/notesSlide10.xml" Id="R6667b3fe837c49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d5ad8236024ff7" /><Relationship Type="http://schemas.openxmlformats.org/officeDocument/2006/relationships/image" Target="/ppt/media/image6.png" Id="R28a3ada4d7114aeb" /><Relationship Type="http://schemas.openxmlformats.org/officeDocument/2006/relationships/notesSlide" Target="/ppt/notesSlides/notesSlide11.xml" Id="R9deb8e05c2db49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f058b0cf574fee" /><Relationship Type="http://schemas.openxmlformats.org/officeDocument/2006/relationships/image" Target="/ppt/media/image7.png" Id="Ra6fdb0bf86694e6b" /><Relationship Type="http://schemas.openxmlformats.org/officeDocument/2006/relationships/notesSlide" Target="/ppt/notesSlides/notesSlide12.xml" Id="R6cfe42fe97604d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259abafe294f64" /><Relationship Type="http://schemas.openxmlformats.org/officeDocument/2006/relationships/notesSlide" Target="/ppt/notesSlides/notesSlide13.xml" Id="Rde0b9621e6aa4c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d844c989444ff4" /><Relationship Type="http://schemas.openxmlformats.org/officeDocument/2006/relationships/notesSlide" Target="/ppt/notesSlides/notesSlide14.xml" Id="R84ddfbb2a33a49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1272e101c44e57" /><Relationship Type="http://schemas.openxmlformats.org/officeDocument/2006/relationships/image" Target="/ppt/media/image3.jpeg" Id="R7fec54f4d9d74cb6" /><Relationship Type="http://schemas.openxmlformats.org/officeDocument/2006/relationships/image" Target="/ppt/media/image4.jpeg" Id="R1ffd826d050f4344" /><Relationship Type="http://schemas.openxmlformats.org/officeDocument/2006/relationships/notesSlide" Target="/ppt/notesSlides/notesSlide15.xml" Id="R9a3a2c8f7fa94c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8898ac38c943e4" /><Relationship Type="http://schemas.openxmlformats.org/officeDocument/2006/relationships/notesSlide" Target="/ppt/notesSlides/notesSlide16.xml" Id="R206390b9ec8f42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891cbbe72b4587" /><Relationship Type="http://schemas.openxmlformats.org/officeDocument/2006/relationships/image" Target="/ppt/media/image8.png" Id="Rd0117e259e6846cf" /><Relationship Type="http://schemas.openxmlformats.org/officeDocument/2006/relationships/notesSlide" Target="/ppt/notesSlides/notesSlide17.xml" Id="Rc0401bea1ddd4f78"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880ab556d442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28CFB4-A377-4F94-B195-2A3C9404A28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01ACCF-D0B6-4AFA-83E8-8118A1D30B7A}"/>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925D1291-7FCC-4EEE-A69A-5855D9E192EE}"/>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BF6BF54B-2906-4B62-9162-4E6443F9A466}"/>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0A85B0E1-B8B1-4E24-B9B7-C273EFDDCAA1}"/>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6BF357-4652-4A6C-8CC2-5DA175AC7763}"/>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7612964A-BB10-4038-BF31-D7EC40084856}"/>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922990455"/>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0426FF-7190-434B-91DE-F743D554ADC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9B4A03-885E-48BA-970C-C17D45540C9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F9E5DC1B-0CE5-443C-A790-38BF5715AB3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71537E-7D2F-4BAB-A042-E26B6860BDF4}"/>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C37AFB9C-6E39-4119-B660-4BF004897B80}"/>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93820B26-9CC0-4354-A8A6-85333A939276}"/>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596555-4450-4EB8-AB01-AF3582C728FC}"/>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CE82EB6D-6310-406A-B5CF-54C664A087A3}"/>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DB4C2C-8FBC-41FC-B38B-DD291F38B85C}"/>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8C840A73-4DBA-4432-A116-D9C02DA3238C}"/>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B8BAAD-F8FC-425F-93F4-5CD350A10743}"/>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70AFA242-1E58-4522-962E-CF5B3BAC2AA4}"/>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206DB5-219F-46E3-8D87-DF825B2864DA}"/>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1407715558"/>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9B41B8-2305-427A-91A0-6AF6CFEE6D1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D658B1-3753-4D68-AE93-3F92DEC0720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5FE3DFC8-FB04-4D5C-9D0B-4D5C13B7730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0B3C81-4101-4D0C-B64A-A2B73DCAC202}"/>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DC7164AF-8498-417A-A4BF-D30007B8B29E}"/>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5600bd585274789"/>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EBB4A9F-E1A3-4C32-80D6-3487A2671CEF}"/>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25291935"/>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317DD42-6BD2-445C-A08C-41AD9AD63BB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C7C8BF-67E3-4D2B-BD93-ED0C31A2EBA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237143E5-0BBB-426B-B781-85E9456F4F4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9DC732-FD02-45F4-AEC2-49E7F0C1F6D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4A653F57-C4D6-46D9-99DB-45FE80DBB6C3}"/>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5A12E1CE-6DB5-40D7-AE43-D3E35452BD6E}"/>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47DFAE1-FB4A-402F-8A5A-99250ECDEA08}"/>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5548CC1E-A392-4B67-A344-DD7C1D9EFBF7}"/>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D9A6BA7E-9EF4-42AE-BD22-E084B33EAB03}"/>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750224A-C775-4B51-8F4D-44A488429BE7}"/>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5388D21A-1A1F-4150-A8BF-24E3C9EB6B0F}"/>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0E60B676-95A0-4C32-A76E-C9B4B3C0EB4E}"/>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73ED5C-66CC-421F-AA52-65F1C684A042}"/>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2DD7120B-D9D2-4CFF-9AAD-F9E239BCBC7D}"/>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C50F0C-F791-45FF-A01D-EF921C600574}"/>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787850531"/>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BAF14A-6CDB-41A8-BE3A-F0422B7C8B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E469F5-FE8F-4018-B5B3-3651C17F331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AB8E5F38-515F-438E-9C2D-557ABBBC9A7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0b399b5ab84054"/>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E143BF-1ECE-4139-B60F-DBBE3A3B4157}"/>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ED89D085-E418-4CFB-B382-FA6D9AB85B2F}"/>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617945802"/>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75454E-5E40-41CC-A885-5B178893313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D17E90-1457-4710-8F3D-DA813AC51802}"/>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18025855-4C9F-4E0D-933C-45848B6F1133}"/>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4FE33E9D-9AA3-405A-865D-CC3675F3453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251BFC-92FE-47AC-8864-86B21E703AD6}"/>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1690A729-5233-4046-BD17-20FB91DA89C8}"/>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f045f105fcc469b"/>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5B3C59E-6241-4B35-A84A-F152EE570B3C}"/>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96729700"/>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8E21118-2491-42C1-8CB0-44D6BF9024B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7D8AE8-A463-401E-947D-FCB36FAC7E1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0E880858-677E-4ED0-9827-EA997B89A81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1365da6e5be4f01"/>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FF78ED-2CD4-43E9-A9E5-7D10EFFEA9B5}"/>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532D9413-365F-4CC4-AA09-B24936A00511}"/>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2351DFEA-D739-4EA6-B04E-9C0C5D7872C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942C922D-D420-4ADA-81EA-D363D3CD7F75}"/>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CC5FEF97-9EC0-43E9-93B9-873CF7DADE65}"/>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D20740FA-4C2D-4C12-9E89-81565AAA084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930F1423-30C3-4FCB-8401-CFE7224423B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394C70C7-0412-4CC1-8510-FB4D1334A122}"/>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35BCE9B2-97B9-4DF1-8630-D355918131AC}"/>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0C2FF0A-EA30-469A-99D4-9019B0245DF3}"/>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A0B325F7-3BA6-4E20-84FE-96D799002867}"/>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97CD6FB0-7550-4338-B024-1B4F4AEDECF1}"/>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77E33E32-A6AD-4A5E-B1E7-96350D72CF7A}"/>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A3DC64B8-9EB6-4E23-B159-ACB1DEBD4A87}"/>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70EF0671-678B-4F90-8ADC-D74452B6522E}"/>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A6409674-F095-4223-B022-142EBEC0CD43}"/>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F71B2485-390C-46DC-B8FA-15208F58C86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66132BE5-740F-4D7A-B1CF-DE6B1AB8C01E}"/>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2DED9AAF-4C01-4EBC-AA6E-6C5193750F8B}"/>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39C34344-97E4-4EC6-8A45-AF873320455B}"/>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9BC74192-5FA9-4B6C-9CA7-A0FC04F0FAB4}"/>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A325E7EF-4E62-447C-9197-C22E238725E4}"/>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1281A5CF-4FEE-4AB8-AEF9-C70956360DB1}"/>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F487C0B-C48E-4F95-87FB-14E841D15ED3}"/>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13AB1987-04BF-4BA1-B62C-41673D342A81}"/>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E3840C1C-C2C8-4567-9C7C-922AA4E95800}"/>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8031BA9F-7A3B-4568-A9A7-326F148A5DF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3E15A798-4D83-41E2-BD2D-DE58C715EE4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8D09ACD8-9911-4033-A6A5-C022874BF72E}"/>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81ACE392-971A-4747-9D67-EB44A962AE24}"/>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B914FFC4-2A46-4D98-928B-D25D9D62B39B}"/>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5C581864-E924-4832-AF3E-4CB2575FC32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42FCB72D-9333-4AB1-87F0-19366EEFD331}"/>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047F566B-C2C7-41DC-A56D-7C5F77EC6788}"/>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E49AE87-4AD4-46EB-86FB-E67331BCE776}"/>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97D946D4-7B11-4460-8908-90F6C1966E6B}"/>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DA39751B-4D88-4A47-BB94-0A0923DDEC9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CAABB6D-3CCB-4C9B-899B-D8C320036622}"/>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0CE592CF-0581-440F-82EF-3E83CBB65C81}"/>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053784781"/>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DA2B7AC-A61D-4447-A641-6CCD7AD9E30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7CC82E-A325-4BD1-8757-A3D1264D0F4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52933581-93F6-41B7-80EF-8932AB6EBE4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390552fc55f4373"/>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AF6224-1265-4887-8855-FFFDDA2854C0}"/>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300FB8E6-F01C-4E10-9915-D4A94366DE68}"/>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3E2A5FAE-D0CC-42B8-8731-2B4CAF434CB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5F6D0287-A875-4B43-87DB-AE3EC8DBAC09}"/>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EC6CF9AC-AB1C-4997-B551-047C02B09AA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B21525E0-8F00-44C7-B723-06B290344709}"/>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5543024-C2DE-4FC5-AF52-DCF506AA2B76}"/>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32FA98F6-3186-4673-8BB6-91FD3B49780A}"/>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8E38F85E-CCC4-43C9-95A8-F9AAF82EC838}"/>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BD3A69B5-0D7C-4786-8333-A1E0A321EC00}"/>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C7777E2D-93BF-4747-8BAE-8826C4204D59}"/>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F42341DA-440E-45C6-B23F-1FEFA6EBADED}"/>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A2CEB9CC-B895-4177-AD73-1E23604D2FDB}"/>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F64A3EB7-501D-45EE-B287-522C53952BC0}"/>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1B96C881-0D0F-4B18-B22F-50C2EA991A9A}"/>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2A750B0A-B163-4EC1-8A31-B2BBFE8D4CD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0FAB916B-D8D7-4898-B456-3CB4204AEBA9}"/>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07A5FBAA-A1B1-4556-901E-E448AE549F93}"/>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DD99F6F6-ACD4-4C1B-93BA-F76911033228}"/>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42A31413-E6E9-42E9-99DD-0FBB8C305307}"/>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BD0A7D13-D4AA-4EB8-A5EE-D07324AB4C1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B1EA385-A203-4168-919D-A89CC389FD9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C40D947C-DF77-4D4C-AA07-8E20E708CCDB}"/>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2167101F-2D0A-4D92-B362-85D67CBEA17F}"/>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F5B2EBA4-3AAD-4BBC-A61C-6F94553D9B33}"/>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67200FFE-F6A5-4F87-9325-AEE7BE74CBE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36434936-AF0B-4756-B240-D4C65075383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01C844E6-EC08-4B23-8FED-045B73199E01}"/>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5E803DDC-4827-42DF-8A26-17F25A5AE687}"/>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260A2F85-F389-4C81-91F3-37D08478AFC1}"/>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88D7A457-F1AB-47D7-8495-AF9F6613BEA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99D5F876-74D5-4558-A6B2-A6B4D8AADBD3}"/>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B87FB780-FEDE-4F0D-8526-2107A5666993}"/>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4490E346-3E89-45B9-93FA-AAB8D1B61B9A}"/>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4ABD00E3-347A-49FE-BB05-2A74EECDF66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0B62B648-1ACF-4055-824A-92600D764CD6}"/>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FEBA9EAF-9314-4E12-935E-E9C3E9935DBA}"/>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8702DA4-C961-4D9D-8FA3-635083EB71AC}"/>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24214B44-6752-4962-BDED-315F7B465C9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507920694"/>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1E6A037-BF2B-4A7C-B59E-9E4DF7F7C06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BF5729-E217-43F6-AE66-8D586F392E7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CFDB6A7E-B6FC-47F8-83B7-63F99906D41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4B165A-BBA1-449A-9CE8-4BCE18A7F301}"/>
              </a:ext>
            </a:extLst>
          </p:cNvPr>
          <p:cNvSpPr>
            <a:spLocks xmlns:a="http://schemas.openxmlformats.org/drawingml/2006/main" noGrp="1"/>
          </p:cNvSpPr>
          <p:nvPr/>
        </p:nvSpPr>
        <p:spPr>
          <a:xfrm xmlns:a="http://schemas.openxmlformats.org/drawingml/2006/main">
            <a:off x="6858000" y="6858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8f07268654d469e"/>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6532FA-24A8-4B38-8E9E-13A33C10C395}"/>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7" name="">
            <a:extLst xmlns:a="http://schemas.openxmlformats.org/drawingml/2006/main">
              <a:ext uri="{FF2B5EF4-FFF2-40B4-BE49-F238E27FC236}">
                <a16:creationId xmlns:a16="http://schemas.microsoft.com/office/drawing/2014/main" id="{277B689F-FA5F-4546-BCB2-1930DF11E657}"/>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8" name="">
            <a:extLst xmlns:a="http://schemas.openxmlformats.org/drawingml/2006/main">
              <a:ext uri="{FF2B5EF4-FFF2-40B4-BE49-F238E27FC236}">
                <a16:creationId xmlns:a16="http://schemas.microsoft.com/office/drawing/2014/main" id="{4F481C5D-DF76-405B-AFDA-D6BD8AD48CC4}"/>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93813E44-B007-46C0-BEAB-3B1872F1BD1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A5A1F8A4-18C9-431F-ACAF-E7030717C661}"/>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592C1B02-BC58-43AA-B786-9F14BC74BF44}"/>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74060DDD-B81E-4F49-9047-20419A223973}"/>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3" name="">
            <a:extLst xmlns:a="http://schemas.openxmlformats.org/drawingml/2006/main">
              <a:ext uri="{FF2B5EF4-FFF2-40B4-BE49-F238E27FC236}">
                <a16:creationId xmlns:a16="http://schemas.microsoft.com/office/drawing/2014/main" id="{D1EAEB71-AC5C-44E5-84E1-6EC4BE792D30}"/>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4" name="">
            <a:extLst xmlns:a="http://schemas.openxmlformats.org/drawingml/2006/main">
              <a:ext uri="{FF2B5EF4-FFF2-40B4-BE49-F238E27FC236}">
                <a16:creationId xmlns:a16="http://schemas.microsoft.com/office/drawing/2014/main" id="{D283A186-4EA1-4D29-AB63-F0A1307EBC5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5" name="">
            <a:extLst xmlns:a="http://schemas.openxmlformats.org/drawingml/2006/main">
              <a:ext uri="{FF2B5EF4-FFF2-40B4-BE49-F238E27FC236}">
                <a16:creationId xmlns:a16="http://schemas.microsoft.com/office/drawing/2014/main" id="{AE772825-8ABB-42E0-A1EA-7E7C21EC3BBE}"/>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F5892625-E817-48B4-A5DF-D99F6D8B9945}"/>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A37751E9-728A-4090-9286-ED367EFA9A8A}"/>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31082CCE-C182-4337-89D5-992ADBE282F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366B851C-E5A4-4ED9-903D-F3A8C89349C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0" name="">
            <a:extLst xmlns:a="http://schemas.openxmlformats.org/drawingml/2006/main">
              <a:ext uri="{FF2B5EF4-FFF2-40B4-BE49-F238E27FC236}">
                <a16:creationId xmlns:a16="http://schemas.microsoft.com/office/drawing/2014/main" id="{BC5F32D2-057D-478D-8C52-A49DE6EDBEF1}"/>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1" name="">
            <a:extLst xmlns:a="http://schemas.openxmlformats.org/drawingml/2006/main">
              <a:ext uri="{FF2B5EF4-FFF2-40B4-BE49-F238E27FC236}">
                <a16:creationId xmlns:a16="http://schemas.microsoft.com/office/drawing/2014/main" id="{2B37A7B6-EA72-4618-BB3A-71A5D92ABFA6}"/>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2" name="">
            <a:extLst xmlns:a="http://schemas.openxmlformats.org/drawingml/2006/main">
              <a:ext uri="{FF2B5EF4-FFF2-40B4-BE49-F238E27FC236}">
                <a16:creationId xmlns:a16="http://schemas.microsoft.com/office/drawing/2014/main" id="{D87D25EE-5D7F-4D9A-9C41-BABDD9D41CA0}"/>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04EB915B-B0B6-4168-85E3-56386D319FF3}"/>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4" name="">
            <a:extLst xmlns:a="http://schemas.openxmlformats.org/drawingml/2006/main">
              <a:ext uri="{FF2B5EF4-FFF2-40B4-BE49-F238E27FC236}">
                <a16:creationId xmlns:a16="http://schemas.microsoft.com/office/drawing/2014/main" id="{381BDC37-B6F1-48A4-BC89-8E82049B902D}"/>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03D3C56-BB55-40CB-BAD0-1B34E2B48B0C}"/>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6052B951-DE90-47D6-A234-E8F5ECADA9FB}"/>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7" name="">
            <a:extLst xmlns:a="http://schemas.openxmlformats.org/drawingml/2006/main">
              <a:ext uri="{FF2B5EF4-FFF2-40B4-BE49-F238E27FC236}">
                <a16:creationId xmlns:a16="http://schemas.microsoft.com/office/drawing/2014/main" id="{4F51E774-710D-4865-8ECA-C76C9A6CE02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8" name="">
            <a:extLst xmlns:a="http://schemas.openxmlformats.org/drawingml/2006/main">
              <a:ext uri="{FF2B5EF4-FFF2-40B4-BE49-F238E27FC236}">
                <a16:creationId xmlns:a16="http://schemas.microsoft.com/office/drawing/2014/main" id="{51E0594A-87C8-4E06-B314-4C7822EADEBD}"/>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9" name="">
            <a:extLst xmlns:a="http://schemas.openxmlformats.org/drawingml/2006/main">
              <a:ext uri="{FF2B5EF4-FFF2-40B4-BE49-F238E27FC236}">
                <a16:creationId xmlns:a16="http://schemas.microsoft.com/office/drawing/2014/main" id="{02D24AE4-C237-4225-B15A-785816BD2EAC}"/>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5F39C400-25C1-4B43-86DB-D67A49F5C333}"/>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9798C77C-291B-49D1-9DB8-35B2EAEDBA65}"/>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73EC636-820B-4069-8122-6417ED6A3934}"/>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DDD92FC2-744F-4289-9400-EBC782CE45C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07EF576B-705C-41F5-BDC2-EE629CD5C3AB}"/>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5" name="">
            <a:extLst xmlns:a="http://schemas.openxmlformats.org/drawingml/2006/main">
              <a:ext uri="{FF2B5EF4-FFF2-40B4-BE49-F238E27FC236}">
                <a16:creationId xmlns:a16="http://schemas.microsoft.com/office/drawing/2014/main" id="{ADABED15-3FAB-4780-AF92-97591D67880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6" name="">
            <a:extLst xmlns:a="http://schemas.openxmlformats.org/drawingml/2006/main">
              <a:ext uri="{FF2B5EF4-FFF2-40B4-BE49-F238E27FC236}">
                <a16:creationId xmlns:a16="http://schemas.microsoft.com/office/drawing/2014/main" id="{8E9B56A9-5D1B-4BD5-A587-B6EFC6E99CE8}"/>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B0F877F6-1FF3-446D-B50F-6C107C26DCA8}"/>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8A2AE6E6-8629-4718-B851-EFEB691E27DC}"/>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A4A0316E-7AB5-41FE-8300-37AA11EEB721}"/>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F042BE37-6D7D-4588-BD43-E6907AF3E85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1" name="">
            <a:extLst xmlns:a="http://schemas.openxmlformats.org/drawingml/2006/main">
              <a:ext uri="{FF2B5EF4-FFF2-40B4-BE49-F238E27FC236}">
                <a16:creationId xmlns:a16="http://schemas.microsoft.com/office/drawing/2014/main" id="{BB20D31C-57D2-4DC4-8013-F314F718AEF6}"/>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2" name="">
            <a:extLst xmlns:a="http://schemas.openxmlformats.org/drawingml/2006/main">
              <a:ext uri="{FF2B5EF4-FFF2-40B4-BE49-F238E27FC236}">
                <a16:creationId xmlns:a16="http://schemas.microsoft.com/office/drawing/2014/main" id="{53F2FCE2-AAD3-4AAF-893B-C51749CF831E}"/>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0218CDA-1AC9-4231-A4E4-8C841FF7F888}"/>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4" name="">
            <a:extLst xmlns:a="http://schemas.openxmlformats.org/drawingml/2006/main">
              <a:ext uri="{FF2B5EF4-FFF2-40B4-BE49-F238E27FC236}">
                <a16:creationId xmlns:a16="http://schemas.microsoft.com/office/drawing/2014/main" id="{00920A7D-CDA0-4D02-A6F0-1621D39A2C9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Tree>
    <p:extLst>
      <p:ext uri="{BB962C8B-B14F-4D97-AF65-F5344CB8AC3E}">
        <p14:creationId xmlns:p14="http://schemas.microsoft.com/office/powerpoint/2010/main" val="214019307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95F7803-4823-4982-93AF-82F9BEFB821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1EA4CE-12B7-4DDD-8CFA-039D2A14CF0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131280EC-6572-43C0-8B12-DFBD8E74204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9D79CA-D617-4383-9CB4-97C87F607FF4}"/>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5FCB01-D171-49C2-BFE1-00A70053F5E6}"/>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7FA3E9-E5F9-4A41-B5A8-4BEA78058CA5}"/>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A49C62A8-8BC3-416C-930B-5A9F7CC84B11}"/>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3B8AC125-80E5-4803-86B8-D7E90A7A10F9}"/>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57A98EBC-DEED-4EC3-A696-EE6C44BE50D1}"/>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847AA015-F970-4D9C-AA73-49ED1879E2C5}"/>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9A9D5AE6-3D8C-40F2-A6BB-18F61728A853}"/>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191CCE03-0666-472E-B3DF-D793386CC49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A1656E61-65C6-4D9B-8D5F-B2B1469CFF5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500F5AE1-8AD4-467D-A5E3-C5A9AF01DB0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68E80DBA-0CF2-410E-8668-6EC49C72409A}"/>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12BCA6F5-FDE9-4BA4-88A6-AFE913055C97}"/>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1CD585A5-BE26-49B5-A158-ED9A51A1E00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D906C083-712D-43E4-AB33-585DCB2DACF7}"/>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09B79473-5C52-4D3B-836C-541FB5EC03F6}"/>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518AC66B-1220-4C21-ADBD-F7DB9940CE9C}"/>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B610CD54-4745-4A5A-86A1-CEDF2414727C}"/>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EDB4A535-F9AE-4D34-9E7A-DA1732AE2C41}"/>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2E5B532A-B306-4442-AB62-B0F89B485B70}"/>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56AF4082-EE44-4F6F-B31E-BF4A45A1E59A}"/>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352D91D9-1DD4-446B-926F-3758D97C1F07}"/>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B8149BE9-7364-4974-8678-93E3F67D913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70C8B167-9F1E-419D-BCD6-36589DE60644}"/>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42D35F2E-7A8D-4FB0-BE46-B858ADA5EE2B}"/>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F3750B79-598C-4BD7-A07A-A10935F6CC69}"/>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B8A23C01-6A69-459F-B521-06F61251A5BE}"/>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35832D6E-9608-4F3F-844B-5B5F27AF98D4}"/>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0E22F335-2317-4189-AE01-F9F3E67094E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3D714288-3BE3-480C-9EEF-C75ED998FA65}"/>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71CF3FCF-17DC-4530-B464-251FF0A7168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8BF3922B-BEFB-4685-9372-8A168C1B4B6F}"/>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7571218F-5AF8-42F3-B1AD-425D4860D1EC}"/>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E488ECE-BEB4-4526-961A-7A4468988189}"/>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65537B58-DBEB-47C1-85F0-11D84A425427}"/>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2A216F8D-7704-44AC-B3F8-41FBE69C1E7A}"/>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42372F71-4D00-47D2-B62C-068907526892}"/>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B802F546-7887-4F5F-A99D-A685BAA82224}"/>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385CB967-4806-483D-AC20-445B9782BB9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DF6D9004-B657-4F45-A062-598415E7784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C9E54EB-857B-43B0-B32F-95B366FAE69A}"/>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F2F586B1-30B3-4FF4-83A3-BD62E666BFAF}"/>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2114589871"/>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5894D4-E6FD-447A-89D8-0395391057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279380-C1E9-4B6F-97FC-CA0E4B2B1B3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C5D103A6-661C-4CFD-8403-4763318A8A8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8a3ada4d7114aeb"/>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4D8A34-3FBC-4933-A2B4-29003E66CC31}"/>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6EFF4E9C-1578-4C63-9B9C-173B9B5E3CA1}"/>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A50D2C5F-7BC1-436E-84CF-D5AC8154872C}"/>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83709D-1EBC-4556-968E-34CE97532A6A}"/>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C79E3DA7-56E3-4B32-A242-DE0B06E14B05}"/>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8A4A0955-B333-4D2D-A0A8-F11EB1928F47}"/>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A5BB80-42AA-4DB0-A500-2ACA6F3CF8F5}"/>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D7903A2E-BC5C-4D92-A668-611DBFC9DB27}"/>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D42D9B28-5AF5-4AC7-85F5-36AAEF555CF5}"/>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82FB57-A859-4581-B6C4-AFBD92E0547D}"/>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4C38F89A-4E2A-4F23-A248-F01684BB30EE}"/>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656892869"/>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1113C5-D454-40E2-8D58-55A6756EBA5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F3D460-C92B-4CC7-8A2C-6271929BEF7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7464BC55-03F1-43FE-9F47-E16DC155AC3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C33ED1-227D-40C3-81CD-4352998E5D77}"/>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5BBFD361-87D8-4132-BC2C-825C2C6A429A}"/>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A3512B47-7440-4910-B3AD-512642FE138F}"/>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55876959-A251-43A8-B97A-B9252C192FD3}"/>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A072C7E8-CD03-4E37-878E-268B6294E966}"/>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1D2CDB29-F8D5-4C74-8CF5-653C4B9E1DB4}"/>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6fdb0bf86694e6b"/>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436626701"/>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050CC91-E092-43EB-883A-48BD303E06E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4BE36C-7972-430E-B025-FC8918BE6466}"/>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3A62A4D9-EC06-4779-A533-6773E8E5BBFA}"/>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E6A840CE-AD82-4F19-93FF-C84EBB5B6B73}"/>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59E2587C-F396-4653-A315-EA7AD66E3668}"/>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8AFBC23D-C402-4A4C-9B5C-5C4065CD530C}"/>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B1F33F-C2D0-4190-9FA6-A83DE6AE85B8}"/>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CC9A2E22-DE39-4A55-A0B7-64D388F8FF83}"/>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9555852C-6DDC-4CC6-A8C9-6986EDC6A8CC}"/>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60A16EE1-D4F3-4900-8B35-8CB92391ACD7}"/>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715D41E1-6BC4-43DE-9156-B8A491C2ECE2}"/>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A5941B-766E-486E-B64E-9D4ECAFF4F71}"/>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AEB50DA6-4F13-4BE7-AD43-3648D369ECEF}"/>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4649C496-9F33-4ADD-893C-CBB498FB90CA}"/>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10BBABBC-797F-4A29-AB70-AFE39E1BC59E}"/>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146411384"/>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2FD2B8-E4B1-42B9-A73B-4A5CB94F01F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7E940B-7E31-46BF-B5BD-5EE1BE01543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6185E71C-DCD3-4507-A3CE-0FC7D5184C2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F0CFCA-B8E4-4C1B-B482-546ADF4B11BB}"/>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
            <a:extLst xmlns:a="http://schemas.openxmlformats.org/drawingml/2006/main">
              <a:ext uri="{FF2B5EF4-FFF2-40B4-BE49-F238E27FC236}">
                <a16:creationId xmlns:a16="http://schemas.microsoft.com/office/drawing/2014/main" id="{0D80AB4B-094C-45D3-8AC4-A6FC6F6B1DC7}"/>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B3BB6AD-9781-44A1-9AC1-EDC190C7130D}"/>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0E6B040B-D9A8-495D-AFBF-05EE9AFD8A57}"/>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081563C-58C3-4EDE-9740-3DF13502D41D}"/>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EA2D5A9F-FD6A-4EC9-AF28-E46DF06AE91C}"/>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461292682"/>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80D75F-860F-4C05-B9D0-9E6FBE255A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ACB176-B92C-401D-8863-356176B15F1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F5F4EDD9-B387-4E61-ADBB-1DEB002E286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8153AA-CC4C-4B4B-B1D3-4EFC5FB11D30}"/>
              </a:ext>
            </a:extLst>
          </p:cNvPr>
          <p:cNvSpPr>
            <a:spLocks xmlns:a="http://schemas.openxmlformats.org/drawingml/2006/main" noGrp="1"/>
          </p:cNvSpPr>
          <p:nvPr/>
        </p:nvSpPr>
        <p:spPr>
          <a:xfrm xmlns:a="http://schemas.openxmlformats.org/drawingml/2006/main">
            <a:off x="704850" y="1438275"/>
            <a:ext cx="790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fec54f4d9d74cb6"/>
          <a:srcRect xmlns:a="http://schemas.openxmlformats.org/drawingml/2006/main" l="0" t="26411" r="0" b="26411"/>
          <a:stretch xmlns:a="http://schemas.openxmlformats.org/drawingml/2006/main">
            <a:fillRect l="0" t="0" r="0" b="0"/>
          </a:stretch>
        </p:blipFill>
        <p:spPr>
          <a:xfrm xmlns:a="http://schemas.openxmlformats.org/drawingml/2006/main">
            <a:off x="9477375" y="1362075"/>
            <a:ext cx="1771650" cy="11144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ffd826d050f4344"/>
          <a:stretch xmlns:a="http://schemas.openxmlformats.org/drawingml/2006/main"/>
        </p:blipFill>
        <p:spPr>
          <a:xfrm xmlns:a="http://schemas.openxmlformats.org/drawingml/2006/main">
            <a:off x="876300" y="2571750"/>
            <a:ext cx="10439400" cy="3914775"/>
          </a:xfrm>
          <a:prstGeom xmlns:a="http://schemas.openxmlformats.org/drawingml/2006/main" prst="rect">
            <a:avLst/>
          </a:prstGeom>
        </p:spPr>
      </p:pic>
    </p:spTree>
    <p:extLst>
      <p:ext uri="{BB962C8B-B14F-4D97-AF65-F5344CB8AC3E}">
        <p14:creationId xmlns:p14="http://schemas.microsoft.com/office/powerpoint/2010/main" val="943302861"/>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A4BAC5-5E7F-483B-AB96-BC9C1E7A2D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F93C08-B9FD-4D60-83D8-6A2B5A403D4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D6543CB3-DE5D-474F-A18B-3C8C88BF4C6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EDDB2E-771D-4F8C-A6AC-49D2EF4300B5}"/>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73C50D42-A520-44BB-B3D3-4EACB459C246}"/>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6" name="">
            <a:extLst xmlns:a="http://schemas.openxmlformats.org/drawingml/2006/main">
              <a:ext uri="{FF2B5EF4-FFF2-40B4-BE49-F238E27FC236}">
                <a16:creationId xmlns:a16="http://schemas.microsoft.com/office/drawing/2014/main" id="{6A523D69-B0A9-419D-94C3-C3DF30CBC525}"/>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販売先開拓・撮影機材の開発</a:t>
            </a:r>
          </a:p>
        </p:txBody>
      </p:sp>
      <p:sp>
        <p:nvSpPr>
          <p:cNvPr id="7" name="">
            <a:extLst xmlns:a="http://schemas.openxmlformats.org/drawingml/2006/main">
              <a:ext uri="{FF2B5EF4-FFF2-40B4-BE49-F238E27FC236}">
                <a16:creationId xmlns:a16="http://schemas.microsoft.com/office/drawing/2014/main" id="{D57B9228-69C9-4B2C-A9F5-4C7766D9CEC4}"/>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E9D8F3-3EEF-46FE-B693-7A2A5E8533EB}"/>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F3389D5-0001-4166-B6A1-2E7D3FCF4521}"/>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a:t>
            </a:r>
          </a:p>
        </p:txBody>
      </p:sp>
      <p:sp>
        <p:nvSpPr>
          <p:cNvPr id="10" name="">
            <a:extLst xmlns:a="http://schemas.openxmlformats.org/drawingml/2006/main">
              <a:ext uri="{FF2B5EF4-FFF2-40B4-BE49-F238E27FC236}">
                <a16:creationId xmlns:a16="http://schemas.microsoft.com/office/drawing/2014/main" id="{8CB64970-A494-441F-BE63-01B98C8B9888}"/>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シミュレーション領域・現場開拓</a:t>
            </a:r>
          </a:p>
        </p:txBody>
      </p:sp>
      <p:sp>
        <p:nvSpPr>
          <p:cNvPr id="11" name="">
            <a:extLst xmlns:a="http://schemas.openxmlformats.org/drawingml/2006/main">
              <a:ext uri="{FF2B5EF4-FFF2-40B4-BE49-F238E27FC236}">
                <a16:creationId xmlns:a16="http://schemas.microsoft.com/office/drawing/2014/main" id="{E1976C48-8370-4EC2-B66F-511DE41AAD84}"/>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BD97D6D-0149-4ADE-A242-D1BA2C8F7B6B}"/>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5C70D34B-F531-4266-9942-D62B3220BBA7}"/>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AA9F9C15-390D-477F-BFE7-C2E8D63636C7}"/>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C2107998-83A5-4B45-A39E-EE46B6A0AFB1}"/>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24D6B3-E457-4C12-BE88-6B7CDF12B4D9}"/>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8C6BA1CF-CF49-45A2-A8FE-BE2FD84158B9}"/>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9F314D45-067B-489E-BA55-3935A21FDC36}"/>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304775679"/>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9A4B07-49F4-4D53-8C5D-5FEDFC87773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B228AD-2482-4078-8C81-21679ED53A0D}"/>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0117e259e6846cf"/>
          <a:stretch xmlns:a="http://schemas.openxmlformats.org/drawingml/2006/main"/>
        </p:blipFill>
        <p:spPr>
          <a:xfrm xmlns:a="http://schemas.openxmlformats.org/drawingml/2006/main">
            <a:off x="2634973" y="1238250"/>
            <a:ext cx="6922053" cy="3895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FF0ACA-9402-40FC-A20D-0621F3FD3807}"/>
              </a:ext>
            </a:extLst>
          </p:cNvPr>
          <p:cNvSpPr>
            <a:spLocks xmlns:a="http://schemas.openxmlformats.org/drawingml/2006/main" noGrp="1"/>
          </p:cNvSpPr>
          <p:nvPr/>
        </p:nvSpPr>
        <p:spPr>
          <a:xfrm xmlns:a="http://schemas.openxmlformats.org/drawingml/2006/main">
            <a:off x="704850" y="52578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19008305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2026-09-16T08:43:27.5400000Z</dcterms:created>
  <dcterms:modified xsi:type="dcterms:W3CDTF">2026-09-16T08:43:27.5400000Z</dcterms:modified>
</coreProperties>
</file>