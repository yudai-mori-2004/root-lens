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c834e0b2a64b57" /><Relationship Type="http://schemas.openxmlformats.org/officeDocument/2006/relationships/extended-properties" Target="/docProps/app.xml" Id="Rb17e41533ca04329" /><Relationship Type="http://schemas.openxmlformats.org/officeDocument/2006/relationships/officeDocument" Target="/ppt/presentation.xml" Id="Ra5e8dc654e1941a7" /></Relationships>
</file>

<file path=ppt/presentation.xml><?xml version="1.0" encoding="utf-8"?>
<p:presentation xmlns:p="http://schemas.openxmlformats.org/presentationml/2006/main">
  <p:sldMasterIdLst>
    <p:sldMasterId xmlns:r="http://schemas.openxmlformats.org/officeDocument/2006/relationships" id="2147483648" r:id="Rb42863afaf4d43de"/>
  </p:sldMasterIdLst>
  <p:notesMasterIdLst>
    <p:notesMasterId xmlns:r="http://schemas.openxmlformats.org/officeDocument/2006/relationships" r:id="R94436a1cb02f4325"/>
  </p:notesMasterIdLst>
  <p:sldIdLst>
    <p:sldId xmlns:r="http://schemas.openxmlformats.org/officeDocument/2006/relationships" id="256" r:id="R00e6889d72fb453b"/>
    <p:sldId xmlns:r="http://schemas.openxmlformats.org/officeDocument/2006/relationships" id="257" r:id="R4119bfd556a747c8"/>
    <p:sldId xmlns:r="http://schemas.openxmlformats.org/officeDocument/2006/relationships" id="258" r:id="Rb4c2bbf6368c492a"/>
    <p:sldId xmlns:r="http://schemas.openxmlformats.org/officeDocument/2006/relationships" id="259" r:id="R0f3dcd66c043402c"/>
    <p:sldId xmlns:r="http://schemas.openxmlformats.org/officeDocument/2006/relationships" id="260" r:id="R152e8007029e4362"/>
    <p:sldId xmlns:r="http://schemas.openxmlformats.org/officeDocument/2006/relationships" id="261" r:id="R93684484414e48a3"/>
    <p:sldId xmlns:r="http://schemas.openxmlformats.org/officeDocument/2006/relationships" id="262" r:id="R4a3062015877415c"/>
    <p:sldId xmlns:r="http://schemas.openxmlformats.org/officeDocument/2006/relationships" id="263" r:id="R9c6e410b5e7f4619"/>
    <p:sldId xmlns:r="http://schemas.openxmlformats.org/officeDocument/2006/relationships" id="264" r:id="R189cd5539014473b"/>
    <p:sldId xmlns:r="http://schemas.openxmlformats.org/officeDocument/2006/relationships" id="265" r:id="Rf8572385aa244478"/>
    <p:sldId xmlns:r="http://schemas.openxmlformats.org/officeDocument/2006/relationships" id="266" r:id="R10388996a2614c9c"/>
    <p:sldId xmlns:r="http://schemas.openxmlformats.org/officeDocument/2006/relationships" id="267" r:id="Recc18d4b92fc4a70"/>
    <p:sldId xmlns:r="http://schemas.openxmlformats.org/officeDocument/2006/relationships" id="268" r:id="Rbadf1e3c13f64a12"/>
    <p:sldId xmlns:r="http://schemas.openxmlformats.org/officeDocument/2006/relationships" id="269" r:id="Rd5af1fbcb4d042d9"/>
    <p:sldId xmlns:r="http://schemas.openxmlformats.org/officeDocument/2006/relationships" id="270" r:id="Refd5d9e150554b58"/>
    <p:sldId xmlns:r="http://schemas.openxmlformats.org/officeDocument/2006/relationships" id="271" r:id="R9e3bbdef796b49ce"/>
    <p:sldId xmlns:r="http://schemas.openxmlformats.org/officeDocument/2006/relationships" id="272" r:id="R8e1d82d2367e40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03d3c596c2495d" /><Relationship Type="http://schemas.openxmlformats.org/officeDocument/2006/relationships/slideMaster" Target="/ppt/slideMasters/slideMaster1.xml" Id="Rb42863afaf4d43de" /><Relationship Type="http://schemas.openxmlformats.org/officeDocument/2006/relationships/notesMaster" Target="/ppt/notesMasters/notesMaster1.xml" Id="R94436a1cb02f4325" /><Relationship Type="http://schemas.openxmlformats.org/officeDocument/2006/relationships/presProps" Target="/ppt/presProps.xml" Id="Rb1ca86768b874cc8" /><Relationship Type="http://schemas.openxmlformats.org/officeDocument/2006/relationships/tableStyles" Target="/ppt/tableStyles.xml" Id="R97a512c273a041c4" /><Relationship Type="http://schemas.openxmlformats.org/officeDocument/2006/relationships/slide" Target="/ppt/slides/slide1.xml" Id="R00e6889d72fb453b" /><Relationship Type="http://schemas.openxmlformats.org/officeDocument/2006/relationships/slide" Target="/ppt/slides/slide2.xml" Id="R4119bfd556a747c8" /><Relationship Type="http://schemas.openxmlformats.org/officeDocument/2006/relationships/slide" Target="/ppt/slides/slide3.xml" Id="Rb4c2bbf6368c492a" /><Relationship Type="http://schemas.openxmlformats.org/officeDocument/2006/relationships/slide" Target="/ppt/slides/slide4.xml" Id="R0f3dcd66c043402c" /><Relationship Type="http://schemas.openxmlformats.org/officeDocument/2006/relationships/slide" Target="/ppt/slides/slide5.xml" Id="R152e8007029e4362" /><Relationship Type="http://schemas.openxmlformats.org/officeDocument/2006/relationships/slide" Target="/ppt/slides/slide6.xml" Id="R93684484414e48a3" /><Relationship Type="http://schemas.openxmlformats.org/officeDocument/2006/relationships/slide" Target="/ppt/slides/slide7.xml" Id="R4a3062015877415c" /><Relationship Type="http://schemas.openxmlformats.org/officeDocument/2006/relationships/slide" Target="/ppt/slides/slide8.xml" Id="R9c6e410b5e7f4619" /><Relationship Type="http://schemas.openxmlformats.org/officeDocument/2006/relationships/slide" Target="/ppt/slides/slide9.xml" Id="R189cd5539014473b" /><Relationship Type="http://schemas.openxmlformats.org/officeDocument/2006/relationships/slide" Target="/ppt/slides/slide10.xml" Id="Rf8572385aa244478" /><Relationship Type="http://schemas.openxmlformats.org/officeDocument/2006/relationships/slide" Target="/ppt/slides/slide11.xml" Id="R10388996a2614c9c" /><Relationship Type="http://schemas.openxmlformats.org/officeDocument/2006/relationships/slide" Target="/ppt/slides/slide12.xml" Id="Recc18d4b92fc4a70" /><Relationship Type="http://schemas.openxmlformats.org/officeDocument/2006/relationships/slide" Target="/ppt/slides/slide13.xml" Id="Rbadf1e3c13f64a12" /><Relationship Type="http://schemas.openxmlformats.org/officeDocument/2006/relationships/slide" Target="/ppt/slides/slide14.xml" Id="Rd5af1fbcb4d042d9" /><Relationship Type="http://schemas.openxmlformats.org/officeDocument/2006/relationships/slide" Target="/ppt/slides/slide15.xml" Id="Refd5d9e150554b58" /><Relationship Type="http://schemas.openxmlformats.org/officeDocument/2006/relationships/slide" Target="/ppt/slides/slide16.xml" Id="R9e3bbdef796b49ce" /><Relationship Type="http://schemas.openxmlformats.org/officeDocument/2006/relationships/slide" Target="/ppt/slides/slide17.xml" Id="R8e1d82d2367e40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d539178b4549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eaa10922a4447e" /><Relationship Type="http://schemas.openxmlformats.org/officeDocument/2006/relationships/notesMaster" Target="/ppt/notesMasters/notesMaster1.xml" Id="Rd654d96f88e14a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e620ce0a24417c" /><Relationship Type="http://schemas.openxmlformats.org/officeDocument/2006/relationships/notesMaster" Target="/ppt/notesMasters/notesMaster1.xml" Id="R5a10bbfc3bd444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2aa884706a40c5" /><Relationship Type="http://schemas.openxmlformats.org/officeDocument/2006/relationships/notesMaster" Target="/ppt/notesMasters/notesMaster1.xml" Id="Re732716f3b6f49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5870405f324b4d" /><Relationship Type="http://schemas.openxmlformats.org/officeDocument/2006/relationships/notesMaster" Target="/ppt/notesMasters/notesMaster1.xml" Id="R39e9279a76ca44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f13d5acdf44a4c" /><Relationship Type="http://schemas.openxmlformats.org/officeDocument/2006/relationships/notesMaster" Target="/ppt/notesMasters/notesMaster1.xml" Id="R75ff429a0dbd45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1a218fbfac4cfb" /><Relationship Type="http://schemas.openxmlformats.org/officeDocument/2006/relationships/notesMaster" Target="/ppt/notesMasters/notesMaster1.xml" Id="R98e5fa434a3e4c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fac97a7d74428b" /><Relationship Type="http://schemas.openxmlformats.org/officeDocument/2006/relationships/notesMaster" Target="/ppt/notesMasters/notesMaster1.xml" Id="R81c468e3b4dc47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47511397384bc4" /><Relationship Type="http://schemas.openxmlformats.org/officeDocument/2006/relationships/notesMaster" Target="/ppt/notesMasters/notesMaster1.xml" Id="R8a7939d81a954f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18dac068104f32" /><Relationship Type="http://schemas.openxmlformats.org/officeDocument/2006/relationships/notesMaster" Target="/ppt/notesMasters/notesMaster1.xml" Id="R3dd86011e5844e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87995cd4e84294" /><Relationship Type="http://schemas.openxmlformats.org/officeDocument/2006/relationships/notesMaster" Target="/ppt/notesMasters/notesMaster1.xml" Id="Rfb442311b6ae41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f131bf7e57470e" /><Relationship Type="http://schemas.openxmlformats.org/officeDocument/2006/relationships/notesMaster" Target="/ppt/notesMasters/notesMaster1.xml" Id="Ra6522596b6d84b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9de26907424164" /><Relationship Type="http://schemas.openxmlformats.org/officeDocument/2006/relationships/notesMaster" Target="/ppt/notesMasters/notesMaster1.xml" Id="R2c8a6a9db40a4c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f89764a85b4991" /><Relationship Type="http://schemas.openxmlformats.org/officeDocument/2006/relationships/notesMaster" Target="/ppt/notesMasters/notesMaster1.xml" Id="Rd47b981a06b24c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e844aae9c7419e" /><Relationship Type="http://schemas.openxmlformats.org/officeDocument/2006/relationships/notesMaster" Target="/ppt/notesMasters/notesMaster1.xml" Id="R9d37a5e90be748b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f328cbabab04be7" /><Relationship Type="http://schemas.openxmlformats.org/officeDocument/2006/relationships/notesMaster" Target="/ppt/notesMasters/notesMaster1.xml" Id="R88802f7dae3d4d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9411ae373bc4351" /><Relationship Type="http://schemas.openxmlformats.org/officeDocument/2006/relationships/notesMaster" Target="/ppt/notesMasters/notesMaster1.xml" Id="R03f4159a6fe54b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ace7f18ac7d4493" /><Relationship Type="http://schemas.openxmlformats.org/officeDocument/2006/relationships/notesMaster" Target="/ppt/notesMasters/notesMaster1.xml" Id="Rea1716d1af2a43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は、実際に動くロボットのボディと、その関節をどう動かすか判断するAIを組み合わせる分野です。AIが周囲の状況を見て動きを決めることで、ロボットが現実世界で自律的に作業できる状態を目指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をその仕事に合わせる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現在の撮影にはTOBI E2を使用する予定です。今後は、TOBI E2で弱点となる目立ちやすさを改善した機材も視野に入れています。この図は将来の方向を示すもので、製品写真や確定した仕様ではありません。</a:t>
            </a:r>
          </a:p>
          <a:p xmlns:a="http://schemas.openxmlformats.org/drawingml/2006/main">
            <a:r>
              <a:t/>
            </a:r>
          </a:p>
          <a:p xmlns:a="http://schemas.openxmlformats.org/drawingml/2006/main">
            <a:r>
              <a:t>画像：説明用に生成したシルエット。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撮影したデータを確認し、承認したデータ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したデータを当社が加工・販売し、その販売収益を現場と分け合い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ベーカリー『サトウカエデ』での撮影検証について紹介するページ。内容は後日、実施内容と結果を確認してから追加する。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現場の仕事から得たデータを、ロボット開発に活かします。そこで生まれた利益を、撮影に協力いただいた現場にも戻します。RootLensは、現場とフィジカルAIの間にこの循環をつくる企業です。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001112f50c41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78008ed5c443fa" /><Relationship Type="http://schemas.openxmlformats.org/officeDocument/2006/relationships/slideLayout" Target="/ppt/slideLayouts/slideLayout1.xml" Id="R8d0cd9f5f4c74a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0cd9f5f4c74a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a84f277e56413a" /><Relationship Type="http://schemas.openxmlformats.org/officeDocument/2006/relationships/image" Target="/ppt/media/image.png" Id="R3b08ea10dd4445d7" /><Relationship Type="http://schemas.openxmlformats.org/officeDocument/2006/relationships/notesSlide" Target="/ppt/notesSlides/notesSlide1.xml" Id="Ra9b50dc2f5f340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02f7ed795a4e8e" /><Relationship Type="http://schemas.openxmlformats.org/officeDocument/2006/relationships/notesSlide" Target="/ppt/notesSlides/notesSlide2.xml" Id="Rb761a37e870e41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597b1277934c6a" /><Relationship Type="http://schemas.openxmlformats.org/officeDocument/2006/relationships/image" Target="/ppt/media/image2.png" Id="Rc1bb947d05e34c09" /><Relationship Type="http://schemas.openxmlformats.org/officeDocument/2006/relationships/notesSlide" Target="/ppt/notesSlides/notesSlide3.xml" Id="Reb03faaf0e3940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381c1f43cf464b" /><Relationship Type="http://schemas.openxmlformats.org/officeDocument/2006/relationships/notesSlide" Target="/ppt/notesSlides/notesSlide4.xml" Id="Rf8681b9fca3a4e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f92fd61d7914e02" /><Relationship Type="http://schemas.openxmlformats.org/officeDocument/2006/relationships/image" Target="/ppt/media/image.jpeg" Id="R3a7614aa15fb4091" /><Relationship Type="http://schemas.openxmlformats.org/officeDocument/2006/relationships/notesSlide" Target="/ppt/notesSlides/notesSlide5.xml" Id="R63a21a2015554f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0633a1d2924251" /><Relationship Type="http://schemas.openxmlformats.org/officeDocument/2006/relationships/image" Target="/ppt/media/image3.png" Id="R6ab4979b6e3d4e44" /><Relationship Type="http://schemas.openxmlformats.org/officeDocument/2006/relationships/notesSlide" Target="/ppt/notesSlides/notesSlide6.xml" Id="Rca94e3e768fb4d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d6fe4f55214903" /><Relationship Type="http://schemas.openxmlformats.org/officeDocument/2006/relationships/image" Target="/ppt/media/image4.png" Id="Rcb5791e077e2425d" /><Relationship Type="http://schemas.openxmlformats.org/officeDocument/2006/relationships/notesSlide" Target="/ppt/notesSlides/notesSlide7.xml" Id="R718b729b63d34e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c5f3b1787e0498f" /><Relationship Type="http://schemas.openxmlformats.org/officeDocument/2006/relationships/image" Target="/ppt/media/image2.jpeg" Id="Ra15763f3357e432d" /><Relationship Type="http://schemas.openxmlformats.org/officeDocument/2006/relationships/notesSlide" Target="/ppt/notesSlides/notesSlide8.xml" Id="Rc90406ee888643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96ef34f8e54498" /><Relationship Type="http://schemas.openxmlformats.org/officeDocument/2006/relationships/image" Target="/ppt/media/image5.png" Id="Raccb6ce5692c47dd" /><Relationship Type="http://schemas.openxmlformats.org/officeDocument/2006/relationships/notesSlide" Target="/ppt/notesSlides/notesSlide9.xml" Id="R426ef5bcb9a549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ae59ea005440de" /><Relationship Type="http://schemas.openxmlformats.org/officeDocument/2006/relationships/image" Target="/ppt/media/image6.png" Id="R212fa60819b44fd6" /><Relationship Type="http://schemas.openxmlformats.org/officeDocument/2006/relationships/notesSlide" Target="/ppt/notesSlides/notesSlide10.xml" Id="Rd24d67f3581e43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a82d11981854f43" /><Relationship Type="http://schemas.openxmlformats.org/officeDocument/2006/relationships/image" Target="/ppt/media/image7.png" Id="R7d7d31675a79477c" /><Relationship Type="http://schemas.openxmlformats.org/officeDocument/2006/relationships/notesSlide" Target="/ppt/notesSlides/notesSlide11.xml" Id="R69b36ad3cfc34b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93bd515bfb4610" /><Relationship Type="http://schemas.openxmlformats.org/officeDocument/2006/relationships/image" Target="/ppt/media/image8.png" Id="Re7eeef3114dd4e34" /><Relationship Type="http://schemas.openxmlformats.org/officeDocument/2006/relationships/notesSlide" Target="/ppt/notesSlides/notesSlide12.xml" Id="R43f6a82932c649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e2c277493744550" /><Relationship Type="http://schemas.openxmlformats.org/officeDocument/2006/relationships/notesSlide" Target="/ppt/notesSlides/notesSlide13.xml" Id="Reccd33d0e9f14c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9b6cd156d884894" /><Relationship Type="http://schemas.openxmlformats.org/officeDocument/2006/relationships/notesSlide" Target="/ppt/notesSlides/notesSlide14.xml" Id="R7f9021e747ef402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e90bae21f814a51" /><Relationship Type="http://schemas.openxmlformats.org/officeDocument/2006/relationships/notesSlide" Target="/ppt/notesSlides/notesSlide15.xml" Id="R81b121e70f984a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c2d207f930b4bd2" /><Relationship Type="http://schemas.openxmlformats.org/officeDocument/2006/relationships/notesSlide" Target="/ppt/notesSlides/notesSlide16.xml" Id="R865c932cd4ff4c0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3aec2a3dbd24a68" /><Relationship Type="http://schemas.openxmlformats.org/officeDocument/2006/relationships/image" Target="/ppt/media/image9.png" Id="Rdb89a09773b0419d" /><Relationship Type="http://schemas.openxmlformats.org/officeDocument/2006/relationships/notesSlide" Target="/ppt/notesSlides/notesSlide17.xml" Id="Ree1178ac08cd4cf1"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b08ea10dd4445d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62A484B-884C-4522-BDBB-76CE66B9266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61F953-0841-4554-8D22-6A951AA3F7D1}"/>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98580EC5-0B1F-4716-835E-2285562D8024}"/>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222BD95A-4DD8-48AB-B990-0A538B7833E4}"/>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61C6C33C-B643-423A-89C1-1E6AA4234D25}"/>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B580946-D0D5-41BB-9B56-7CA9A41D7750}"/>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6C959DC7-EC1B-4496-BC93-0D25279D35F7}"/>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184768005"/>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0A84B5A-D8E3-4A64-B377-AC3FE2DC21C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BCF54B-54B5-4C9A-B62E-5011850121AD}"/>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7A96F2D3-57BF-49D5-A426-196C90C9872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E35EB1-CC2E-4204-A0E1-113D24BC2C18}"/>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F43A1037-699E-49B6-8241-9CF3110C3C66}"/>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7A8651B9-E1B1-4865-8AF3-B2EE99E1B957}"/>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65B2AE2-4A3F-4B99-B002-CC3E552E5886}"/>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18F6AD7B-F708-4C2B-AF94-33A7C71BE138}"/>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FC7A388-1A06-4DE5-B552-B6A49EE749E3}"/>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F72DA415-5458-48A4-832E-559330DFDA2F}"/>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D33D29D-F72C-4ACC-B2ED-9F5A2C938F7C}"/>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DDC0B4F2-AA7E-4F37-978E-1898676D669D}"/>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5B09A92-9291-43FB-A604-9B7D602180B9}"/>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741008361"/>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296FBC-A54C-4B7B-9DC7-D620B439924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5E15AE-A084-499E-9126-736CBBB57F01}"/>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FAE2ACD0-E934-4D9E-A909-B90213C80F4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930B512-577E-4DE7-A081-D49AC5662961}"/>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自由に動かせる関節を持つロボット</a:t>
            </a:r>
          </a:p>
        </p:txBody>
      </p:sp>
      <p:sp>
        <p:nvSpPr>
          <p:cNvPr id="5" name="">
            <a:extLst xmlns:a="http://schemas.openxmlformats.org/drawingml/2006/main">
              <a:ext uri="{FF2B5EF4-FFF2-40B4-BE49-F238E27FC236}">
                <a16:creationId xmlns:a16="http://schemas.microsoft.com/office/drawing/2014/main" id="{8432E623-4FFC-4982-8817-AA78137F1B4A}"/>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ロボットの関節をどう動かすかを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決める脳</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1bb947d05e34c09"/>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B17D5BA-F715-4489-8C41-8EF3FD48A4FF}"/>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これらを組み合わせ、現実世界で「自律的」に動くロボットを作る試みが、今、世界中で進んでいる。</a:t>
            </a:r>
          </a:p>
        </p:txBody>
      </p:sp>
    </p:spTree>
    <p:extLst>
      <p:ext uri="{BB962C8B-B14F-4D97-AF65-F5344CB8AC3E}">
        <p14:creationId xmlns:p14="http://schemas.microsoft.com/office/powerpoint/2010/main" val="1135792328"/>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040EE2-E38F-47B8-BB91-00FF344DC51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F2344C-A06A-4CAA-9A95-827CF44E97D4}"/>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0356D2AE-3B86-4A14-AA0C-EDC9EF34511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87010B3-07FD-4D7B-968A-0834E745EDA8}"/>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現場ごとに環境や作業は異なる。ロボットをその仕事に合わせるには、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現場で何が行われているかを知るためのデータが要る。</a:t>
            </a:r>
          </a:p>
        </p:txBody>
      </p:sp>
      <p:sp>
        <p:nvSpPr>
          <p:cNvPr id="5" name="">
            <a:extLst xmlns:a="http://schemas.openxmlformats.org/drawingml/2006/main">
              <a:ext uri="{FF2B5EF4-FFF2-40B4-BE49-F238E27FC236}">
                <a16:creationId xmlns:a16="http://schemas.microsoft.com/office/drawing/2014/main" id="{BE65CD7E-D956-436A-A4C8-1F29474ACB91}"/>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9D8B411C-A556-4961-99D4-33DE9950BDFB}"/>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CF1D3E1-9C2A-4207-8DED-589BAF7BD5BB}"/>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98CDB2A6-B93C-4BF3-A254-06C5D5A465FE}"/>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D5AF638A-A07D-4C09-A0F1-770A97759049}"/>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56C168A-5B37-4265-AED8-F389FB11D2CA}"/>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4DFF46E3-AB1A-4161-B69D-4EC884D3115B}"/>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C6311254-A90F-497D-8557-5CD76D074888}"/>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E9CA966-91DD-4888-AEFE-90724BFEF936}"/>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E612B7AA-FFC8-4025-96C5-D20ACE175669}"/>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590EF27-9D6F-4375-A1D9-68C0E5A9C6BE}"/>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1549199974"/>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38E69C-D460-483C-BED4-236A8FF45DC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7C1742-C82D-4C8D-A521-D564BC00E36A}"/>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444F7470-5E8A-4546-9533-97DBDB7FFCE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a7614aa15fb4091"/>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E47D8E9-37A4-44B0-AE96-4B993666810E}"/>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F19A97DC-25FD-43A4-9CED-5DD4907382C5}"/>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2019443406"/>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B96D04-4BCD-4620-BAEB-BC6090F1D0B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5C41C2-2191-490A-B5E1-ED267454A32F}"/>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97903739-1687-45AF-9A3A-2774B3ADBA43}"/>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893EFD25-EC9B-49F6-8793-547C341D392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225EF79-E1D9-42C0-BCBE-FA85770D21D0}"/>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484E5829-6793-4FA4-9375-6C542EB4A79A}"/>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ab4979b6e3d4e44"/>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30CE91F-9C14-44AD-8D35-53D8D85FE732}"/>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196241247"/>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0348AE8-99F1-4F93-B801-6B46747A3EE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8EA5FC-2EBC-4117-928E-8685761FE60B}"/>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B0F476E4-22BE-41EE-98B6-EEA223FFC59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cb5791e077e2425d"/>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700C14D-0F12-41D8-A7D4-5C72138B9732}"/>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7B3001BA-8E6D-475F-975A-2CC80CA1AD41}"/>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B93ED7EA-B38C-4C72-9F4F-6AC9699362F9}"/>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F9BBF23E-038C-4B1F-B0E5-BD88F85090CB}"/>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59773E62-C835-44BE-9BAF-7459A61CCACC}"/>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B143013C-F4D0-4D41-AAF2-5210094312B3}"/>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5B4669FB-189B-4800-8E39-57081EA4DC7D}"/>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755D0079-5713-41F5-A911-F68963E2C7AC}"/>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C32A4E4E-4294-4500-B637-2B994BFFCC1C}"/>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9566EEF1-6601-489E-96EE-84E61B83F121}"/>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58CEC89A-969D-4DD2-AFF4-21B26EFA2AAA}"/>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265E313A-C9E9-4D25-BE12-6E548A7B2A48}"/>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5C2E0AB9-A384-414A-A16A-4409113B1C33}"/>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2C35AB79-8BA3-4147-801C-E521C3B50D66}"/>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0D166756-891B-4E5F-81D4-DCDFFDD595CB}"/>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2BF9D58D-AA46-45B1-9EE3-0FA500344260}"/>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2F620292-C0A0-44F7-8352-A7F25E73C6C2}"/>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A90FAA84-2F36-40FF-AA7B-087FBA5FD9EE}"/>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04C842DE-6A4C-493F-B697-C4193CB9D332}"/>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BD91D87A-A3FC-4AEA-8A50-446CCF3EE738}"/>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82EB886C-CDE0-420D-AB76-DE2B2738D0FA}"/>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2B4E7110-6E65-48D4-A5DF-EA64F375850B}"/>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0FD44329-2E61-43FF-9AFE-CBF1090A4011}"/>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8D7E4B8F-A295-4D62-AA11-09C32C4E541A}"/>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25291A44-FEFF-4FF9-99B0-0CD94CEB8E49}"/>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5AAF1421-6AE4-4A1F-A960-FFC0A265B2B8}"/>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D1411B5B-DDA2-4D24-8798-04AA01828AA9}"/>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7F108C65-8DC7-4482-968B-BB244D15DCDC}"/>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361FA928-DF0C-4978-9870-793958C20F41}"/>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B5726E37-C7ED-4D4A-807D-F81D377F5427}"/>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C4858F84-BD7E-4A31-9D57-E3DA802205F3}"/>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D301A5EB-E186-4FAC-A1DF-5C8B2C08F41C}"/>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31D6E6D8-45C5-4F3B-9B3A-31692A340DE7}"/>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5757E4B3-2072-4816-8F95-20535D9C0275}"/>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374D0FB8-7BE1-4829-B79A-A6E0F5317420}"/>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7B739AE7-D450-4741-A494-4A72906B3BC8}"/>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C4232636-9312-4236-A1F7-E3277FAC0D44}"/>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3D35D27-C0AF-4D83-BC22-6D98D3F73C2A}"/>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DEF248FE-8B7B-452E-83C5-997447CE81FD}"/>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479593438"/>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3FDCAE0-AB70-4E5F-8683-5E0996393EA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28801E-B865-4DE8-BDD0-CBE8A96E8A1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2E2F6FA0-B383-4E67-9A2D-F91DCA2D0927}"/>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a15763f3357e432d"/>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63B42AA-CBA7-4B91-AFB8-CF00EC0DFC73}"/>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CFB83C7E-320E-4CF4-B475-DB79C12C9BFC}"/>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B8041FEC-B5FE-42BF-862E-76B719B3507C}"/>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6586FB1B-181B-46BF-94C3-8B8D69DA5932}"/>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54A69A9E-F6B3-4618-8A0F-C30D0E9A8BCA}"/>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9FAFDF73-4A46-4DD0-9EB0-0A60F1CC94C2}"/>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E1C347BC-11E2-4FE0-92C7-EA112B9A05C2}"/>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B6B48EBC-5D3B-4FF5-BF85-A16C3C1AC66B}"/>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ECAE5265-6377-4417-B1B7-49C688097359}"/>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1CCFD037-8BFE-444C-8FE6-31C9E09AA1B8}"/>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EA25A90D-461F-4450-8728-9668AFBFC4AF}"/>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CEE7E2C6-FA92-4323-B70C-F013921920EF}"/>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32BDA0E6-E4F9-4E3A-97E6-1E40F0543F24}"/>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D6E0D017-0FD9-46AA-8E0F-20EE5F33E695}"/>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6C602596-D5A2-4436-A48C-E66B1B852AAB}"/>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24EAEB18-7D40-4055-A147-409D50674F4D}"/>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D801B210-002B-4D11-BB1D-B4B9CDDE38DD}"/>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E2970D96-396E-419F-824C-2DBB943FFDF4}"/>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1EB398E1-CC59-4204-B13A-DE7191C68DB5}"/>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88E9FEDF-EBAD-448E-A50B-9E26636C118F}"/>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B7A7543C-E920-40ED-8B0C-2F3B768A7A9A}"/>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98121674-4C54-4E3C-A6AC-530106AF1888}"/>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136CA30B-3E53-42A5-BFF4-2BF751CB4848}"/>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944F79E8-BC5F-4FC8-AD88-0F34C4CB1592}"/>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47340A31-DD25-450E-8A13-C9C8BA672498}"/>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BC2EBEFB-C71E-46F3-B1EB-F5789C35DC66}"/>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202C2872-7092-4AD5-A0C6-273E6C39C180}"/>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75CABDCC-825E-470A-964A-68E120B53F64}"/>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BDE59A02-53D3-4FDC-A969-4728F1521AC0}"/>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558CC3DB-6052-4EE2-B78A-7E79A4588076}"/>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2F7982ED-70C4-4198-AE0F-4A776AEE5E40}"/>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74F4D9EB-F60D-4954-B7B7-A2C553D88225}"/>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B52BFD7B-FE23-46BB-B664-C14D993C00C0}"/>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0B0D7C6F-4214-4F65-83BD-28368ECCD47A}"/>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6717E671-B333-4EE5-A2A3-A2AB171EC417}"/>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F04063A3-DACA-4946-A90A-22EBA41936B8}"/>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C7E1CBE5-80EF-4B09-9FB2-01370E8768B5}"/>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A2C19DF-2AC5-4710-8D99-E4319A2AECFE}"/>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F3BB9DA0-7620-4252-853D-5FFCE9BB3039}"/>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420735004"/>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48A9FAE6-182C-41FC-A52F-93420C2D26B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3A7873-2B88-4EA3-922B-5B473584C0F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CA220005-C0CF-4ED4-9A51-490D9E69B90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accb6ce5692c47dd"/>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359848E-A85D-488A-91BA-529AD8ADAD28}"/>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D16BAB3F-C21F-4864-AEBF-D0003DD496DD}"/>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747059E2-80B7-438C-AD0D-1913F088458F}"/>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CE44F21B-4C1F-4890-A9A6-8E844161DC31}"/>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5296443C-BF41-4051-A927-EF306AC763B7}"/>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74405CAD-DE3D-4A86-96A8-7DB4E7258E9E}"/>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FBDA6E8B-CD32-46E5-BA68-FD757646FDD8}"/>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FB56021C-1335-4621-BB49-16FB669221BD}"/>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86E1771F-B2CF-48E4-A310-08473F125E53}"/>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F4308F07-D3AA-433B-A4B8-822B9C2AE236}"/>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5C17D56B-0C2F-4A8E-8EF8-4C2373C92D7E}"/>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9E8E7168-42F7-41BC-A60C-C583AF48AA1C}"/>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A0381AB2-E6B8-4534-954E-9F7DAC1C7D61}"/>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0823E7E7-76C5-432A-ADF9-0E919B26E691}"/>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8478E8D3-4600-47C7-845A-D13AD3AB8EF8}"/>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181D5026-864F-4C94-961D-ED1E43B66D44}"/>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FF8A3742-1A5B-436E-94C2-C87D13891D73}"/>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B0485905-76E0-45B4-8EC0-41676B78DD95}"/>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65621277-640E-49E6-9086-E47187B3B35C}"/>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F59CC73D-0E47-40A2-979A-AF28AB96940F}"/>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DE27BF14-B176-4543-BE7C-FAA580DD56C2}"/>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24A7FF77-F4E9-4D82-94E3-410EBEA8F9E6}"/>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D7DA57F4-529A-47E4-8AB5-4D9C4594E390}"/>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E0F0EAF1-EC25-4E96-B641-76F8DE35DDA4}"/>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F9514A9E-2DC1-40CB-B882-B432E8C27819}"/>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98E2DB16-CE2B-4298-AF70-221BE8DEE312}"/>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C50344E1-46B9-4DF2-BA67-847B1C260AFD}"/>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6A0E6FE2-744A-4D76-8F43-1EF4148C11F3}"/>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A1D23C91-4463-4EC8-8E3F-90B9B1206267}"/>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321CB58B-AE3A-406B-B5B8-8175548CF728}"/>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B2822AED-8B0E-4F73-99B0-4D13830941D3}"/>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47A35720-5EB4-48FA-93C0-79879CC7ACF0}"/>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A1770255-EC91-40DF-A8D7-C665D59230D4}"/>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648E82B6-C569-499D-BBDA-6A87A3299AF4}"/>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07533E8B-F19B-4526-9766-9BFF6D55B4CA}"/>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41A94346-6146-40A1-AC60-0393ADB7640B}"/>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
            <a:extLst xmlns:a="http://schemas.openxmlformats.org/drawingml/2006/main">
              <a:ext uri="{FF2B5EF4-FFF2-40B4-BE49-F238E27FC236}">
                <a16:creationId xmlns:a16="http://schemas.microsoft.com/office/drawing/2014/main" id="{CC90459F-DD3E-40F4-8F1F-D5CCDFA2CA89}"/>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AFFF31E-AB11-4950-B648-7395EB5216D3}"/>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E17AB43B-519B-4844-8B3F-24E130BEDD0C}"/>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C68C1168-CF1B-420B-962A-A52C003AAD41}"/>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457837885"/>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14324AA-71AE-4F74-B9C7-21D7BFF964B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5D2873-2E82-462C-8DFA-C307F2F10A7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撮影機材の比較④</a:t>
            </a:r>
          </a:p>
        </p:txBody>
      </p:sp>
      <p:sp>
        <p:nvSpPr>
          <p:cNvPr id="3" name="">
            <a:extLst xmlns:a="http://schemas.openxmlformats.org/drawingml/2006/main">
              <a:ext uri="{FF2B5EF4-FFF2-40B4-BE49-F238E27FC236}">
                <a16:creationId xmlns:a16="http://schemas.microsoft.com/office/drawing/2014/main" id="{4A39D82E-5338-403B-A934-B02F3AEF3F8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12fa60819b44fd6"/>
          <a:srcRect xmlns:a="http://schemas.openxmlformats.org/drawingml/2006/main" l="8181" t="0" r="8181" b="0"/>
          <a:stretch xmlns:a="http://schemas.openxmlformats.org/drawingml/2006/main">
            <a:fillRect l="0" t="0" r="0" b="0"/>
          </a:stretch>
        </p:blipFill>
        <p:spPr>
          <a:xfrm xmlns:a="http://schemas.openxmlformats.org/drawingml/2006/main">
            <a:off x="590550" y="1752600"/>
            <a:ext cx="5095875"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A1ED949-6B69-4384-BBE9-2EC360CE87BB}"/>
              </a:ext>
            </a:extLst>
          </p:cNvPr>
          <p:cNvSpPr>
            <a:spLocks xmlns:a="http://schemas.openxmlformats.org/drawingml/2006/main" noGrp="1"/>
          </p:cNvSpPr>
          <p:nvPr/>
        </p:nvSpPr>
        <p:spPr>
          <a:xfrm xmlns:a="http://schemas.openxmlformats.org/drawingml/2006/main">
            <a:off x="6496050" y="160972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4E7661"/>
                </a:solidFill>
                <a:latin typeface="Hiragino Sans"/>
                <a:ea typeface="Hiragino Sans"/>
                <a:cs typeface="Hiragino Sans"/>
              </a:defRPr>
            </a:pPr>
            <a:r>
              <a:rPr sz="3100" b="1">
                <a:solidFill>
                  <a:srgbClr val="4E7661"/>
                </a:solidFill>
                <a:latin typeface="Hiragino Sans"/>
                <a:ea typeface="Hiragino Sans"/>
                <a:cs typeface="Hiragino Sans"/>
              </a:rPr>
              <a:t>これからの撮影機材</a:t>
            </a:r>
          </a:p>
        </p:txBody>
      </p:sp>
      <p:sp>
        <p:nvSpPr>
          <p:cNvPr id="6" name="">
            <a:extLst xmlns:a="http://schemas.openxmlformats.org/drawingml/2006/main">
              <a:ext uri="{FF2B5EF4-FFF2-40B4-BE49-F238E27FC236}">
                <a16:creationId xmlns:a16="http://schemas.microsoft.com/office/drawing/2014/main" id="{C4B57C19-6C81-4763-B9BE-692CA7008A93}"/>
              </a:ext>
            </a:extLst>
          </p:cNvPr>
          <p:cNvSpPr>
            <a:spLocks xmlns:a="http://schemas.openxmlformats.org/drawingml/2006/main" noGrp="1"/>
          </p:cNvSpPr>
          <p:nvPr/>
        </p:nvSpPr>
        <p:spPr>
          <a:xfrm xmlns:a="http://schemas.openxmlformats.org/drawingml/2006/main">
            <a:off x="6496050" y="27241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目立ちにくさ</a:t>
            </a:r>
          </a:p>
        </p:txBody>
      </p:sp>
      <p:sp>
        <p:nvSpPr>
          <p:cNvPr id="7" name="">
            <a:extLst xmlns:a="http://schemas.openxmlformats.org/drawingml/2006/main">
              <a:ext uri="{FF2B5EF4-FFF2-40B4-BE49-F238E27FC236}">
                <a16:creationId xmlns:a16="http://schemas.microsoft.com/office/drawing/2014/main" id="{0086D62D-976F-4568-AD25-B022A7DD5387}"/>
              </a:ext>
            </a:extLst>
          </p:cNvPr>
          <p:cNvSpPr>
            <a:spLocks xmlns:a="http://schemas.openxmlformats.org/drawingml/2006/main" noGrp="1"/>
          </p:cNvSpPr>
          <p:nvPr/>
        </p:nvSpPr>
        <p:spPr>
          <a:xfrm xmlns:a="http://schemas.openxmlformats.org/drawingml/2006/main">
            <a:off x="6638925" y="3486150"/>
            <a:ext cx="742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000" b="1">
                <a:solidFill>
                  <a:srgbClr val="B84A3A"/>
                </a:solidFill>
                <a:latin typeface="Hiragino Sans"/>
                <a:ea typeface="Hiragino Sans"/>
                <a:cs typeface="Hiragino Sans"/>
              </a:defRPr>
            </a:pPr>
            <a:r>
              <a:rPr sz="5000" b="1">
                <a:solidFill>
                  <a:srgbClr val="B84A3A"/>
                </a:solidFill>
                <a:latin typeface="Hiragino Sans"/>
                <a:ea typeface="Hiragino Sans"/>
                <a:cs typeface="Hiragino Sans"/>
              </a:rPr>
              <a:t>2</a:t>
            </a:r>
          </a:p>
        </p:txBody>
      </p:sp>
      <p:sp>
        <p:nvSpPr>
          <p:cNvPr id="8" name="">
            <a:extLst xmlns:a="http://schemas.openxmlformats.org/drawingml/2006/main">
              <a:ext uri="{FF2B5EF4-FFF2-40B4-BE49-F238E27FC236}">
                <a16:creationId xmlns:a16="http://schemas.microsoft.com/office/drawing/2014/main" id="{5FA0D9D6-16BF-4CA0-AF38-3E53CE1C2A56}"/>
              </a:ext>
            </a:extLst>
          </p:cNvPr>
          <p:cNvSpPr>
            <a:spLocks xmlns:a="http://schemas.openxmlformats.org/drawingml/2006/main" noGrp="1"/>
          </p:cNvSpPr>
          <p:nvPr/>
        </p:nvSpPr>
        <p:spPr>
          <a:xfrm xmlns:a="http://schemas.openxmlformats.org/drawingml/2006/main">
            <a:off x="7667625" y="3495675"/>
            <a:ext cx="904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500" b="1">
                <a:solidFill>
                  <a:srgbClr val="647177"/>
                </a:solidFill>
                <a:latin typeface="Hiragino Sans"/>
                <a:ea typeface="Hiragino Sans"/>
                <a:cs typeface="Hiragino Sans"/>
              </a:defRPr>
            </a:pPr>
            <a:r>
              <a:rPr sz="4500" b="1">
                <a:solidFill>
                  <a:srgbClr val="647177"/>
                </a:solidFill>
                <a:latin typeface="Hiragino Sans"/>
                <a:ea typeface="Hiragino Sans"/>
                <a:cs typeface="Hiragino Sans"/>
              </a:rPr>
              <a:t>→</a:t>
            </a:r>
          </a:p>
        </p:txBody>
      </p:sp>
      <p:sp>
        <p:nvSpPr>
          <p:cNvPr id="9" name="">
            <a:extLst xmlns:a="http://schemas.openxmlformats.org/drawingml/2006/main">
              <a:ext uri="{FF2B5EF4-FFF2-40B4-BE49-F238E27FC236}">
                <a16:creationId xmlns:a16="http://schemas.microsoft.com/office/drawing/2014/main" id="{8514019A-44E0-403C-B348-0F7E33A1C7F3}"/>
              </a:ext>
            </a:extLst>
          </p:cNvPr>
          <p:cNvSpPr>
            <a:spLocks xmlns:a="http://schemas.openxmlformats.org/drawingml/2006/main" noGrp="1"/>
          </p:cNvSpPr>
          <p:nvPr/>
        </p:nvSpPr>
        <p:spPr>
          <a:xfrm xmlns:a="http://schemas.openxmlformats.org/drawingml/2006/main">
            <a:off x="8905875" y="3486150"/>
            <a:ext cx="742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000" b="1">
                <a:solidFill>
                  <a:srgbClr val="4E7661"/>
                </a:solidFill>
                <a:latin typeface="Hiragino Sans"/>
                <a:ea typeface="Hiragino Sans"/>
                <a:cs typeface="Hiragino Sans"/>
              </a:defRPr>
            </a:pPr>
            <a:r>
              <a:rPr sz="5000" b="1">
                <a:solidFill>
                  <a:srgbClr val="4E7661"/>
                </a:solidFill>
                <a:latin typeface="Hiragino Sans"/>
                <a:ea typeface="Hiragino Sans"/>
                <a:cs typeface="Hiragino Sans"/>
              </a:rPr>
              <a:t>5</a:t>
            </a:r>
          </a:p>
        </p:txBody>
      </p:sp>
      <p:sp>
        <p:nvSpPr>
          <p:cNvPr id="10" name="">
            <a:extLst xmlns:a="http://schemas.openxmlformats.org/drawingml/2006/main">
              <a:ext uri="{FF2B5EF4-FFF2-40B4-BE49-F238E27FC236}">
                <a16:creationId xmlns:a16="http://schemas.microsoft.com/office/drawing/2014/main" id="{CC5B6928-EC93-47E8-A111-E5D3D65205BA}"/>
              </a:ext>
            </a:extLst>
          </p:cNvPr>
          <p:cNvSpPr>
            <a:spLocks xmlns:a="http://schemas.openxmlformats.org/drawingml/2006/main" noGrp="1"/>
          </p:cNvSpPr>
          <p:nvPr/>
        </p:nvSpPr>
        <p:spPr>
          <a:xfrm xmlns:a="http://schemas.openxmlformats.org/drawingml/2006/main">
            <a:off x="6381750" y="48387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ECF288-A40D-4DBF-BD4E-EAEFC3381253}"/>
              </a:ext>
            </a:extLst>
          </p:cNvPr>
          <p:cNvSpPr>
            <a:spLocks xmlns:a="http://schemas.openxmlformats.org/drawingml/2006/main" noGrp="1"/>
          </p:cNvSpPr>
          <p:nvPr/>
        </p:nvSpPr>
        <p:spPr>
          <a:xfrm xmlns:a="http://schemas.openxmlformats.org/drawingml/2006/main">
            <a:off x="6496050" y="5219700"/>
            <a:ext cx="476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4E7661"/>
                </a:solidFill>
                <a:latin typeface="Hiragino Sans"/>
                <a:ea typeface="Hiragino Sans"/>
                <a:cs typeface="Hiragino Sans"/>
              </a:defRPr>
            </a:pPr>
            <a:r>
              <a:rPr sz="2200" b="1">
                <a:solidFill>
                  <a:srgbClr val="4E7661"/>
                </a:solidFill>
                <a:latin typeface="Hiragino Sans"/>
                <a:ea typeface="Hiragino Sans"/>
                <a:cs typeface="Hiragino Sans"/>
              </a:rPr>
              <a:t>TOBI E2で残る目立ちやすさを、</a:t>
            </a:r>
          </a:p>
          <a:p xmlns:a="http://schemas.openxmlformats.org/drawingml/2006/main">
            <a:pPr algn="l">
              <a:defRPr sz="2200" b="1">
                <a:solidFill>
                  <a:srgbClr val="4E7661"/>
                </a:solidFill>
                <a:latin typeface="Hiragino Sans"/>
                <a:ea typeface="Hiragino Sans"/>
                <a:cs typeface="Hiragino Sans"/>
              </a:defRPr>
            </a:pPr>
            <a:r>
              <a:rPr sz="2200" b="1">
                <a:solidFill>
                  <a:srgbClr val="4E7661"/>
                </a:solidFill>
                <a:latin typeface="Hiragino Sans"/>
                <a:ea typeface="Hiragino Sans"/>
                <a:cs typeface="Hiragino Sans"/>
              </a:rPr>
              <a:t>次の機材で改善していく。</a:t>
            </a:r>
          </a:p>
        </p:txBody>
      </p:sp>
    </p:spTree>
    <p:extLst>
      <p:ext uri="{BB962C8B-B14F-4D97-AF65-F5344CB8AC3E}">
        <p14:creationId xmlns:p14="http://schemas.microsoft.com/office/powerpoint/2010/main" val="935601258"/>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9B54672-76BA-4009-A8FF-FD408E4A6C1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238AA3-454F-45AB-9C43-D693C61A0F9A}"/>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38181AE2-9177-4791-BBB5-C0225B40025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d7d31675a79477c"/>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12F2C10-E9A3-43F3-933A-82D0B380D75A}"/>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8E065ED8-ED6E-4F75-A9F0-5B760F6D5E3C}"/>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AA54549E-66BE-4D09-B34C-B9F62CA76BC4}"/>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E46D444-E41E-4860-80AE-E9F8391C6CC7}"/>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48671C99-19D4-4450-885E-06864617D1D2}"/>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C1701302-DE1C-4CB9-88D0-9EB26C00F1F9}"/>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043E0B6-31B3-47D9-99B1-EF16AFBBFFBE}"/>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1EB28AC4-7843-483E-9C2D-A06645D5C8C0}"/>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30D48227-EC9F-4569-A4CA-C04EE3751567}"/>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60E89EF-1752-4822-8891-A88CDE28254A}"/>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A5FBE494-EE74-488B-88E2-A48B6F16EC5C}"/>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PCに接続して、データを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承認・提出する</a:t>
            </a:r>
          </a:p>
        </p:txBody>
      </p:sp>
    </p:spTree>
    <p:extLst>
      <p:ext uri="{BB962C8B-B14F-4D97-AF65-F5344CB8AC3E}">
        <p14:creationId xmlns:p14="http://schemas.microsoft.com/office/powerpoint/2010/main" val="1089386712"/>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EF828B-A9C3-44EF-8FDC-A810CAE8232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C00CA6-1FD8-4E13-A563-037A1E4662D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D99E6DF9-58A9-48E2-953C-974A35BE12A0}"/>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23626C-1C7D-457C-B523-FB167AC72274}"/>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AB1D10A3-29DD-4C2E-BD0C-BC9D46E3E6DD}"/>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FB7CB9C3-1BD2-4084-9F80-B1745E3273E7}"/>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B681A750-3F56-4630-8D5E-816C466A6CF9}"/>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5A092CFC-5D67-4494-BDB1-A532C88448BE}"/>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C8383190-F9F9-45B8-8491-24DA166479AF}"/>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7eeef3114dd4e34"/>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1636350508"/>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28B1F09-CF07-4743-B48E-0812810A577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184F52-443C-4D4D-9E3D-658ED7F591ED}"/>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4B9D6C14-6F6C-46CA-96E3-70B826FF9F16}"/>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134BFB73-F1B9-4EE8-9ADF-110819677883}"/>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E529CFF0-6A13-411D-8088-50B2F12FD7EB}"/>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5DAF92FD-3010-45B6-B897-F2B6F3F71857}"/>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86DFADC-AC2C-4D54-8FFC-FFCA79A810DF}"/>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3904BFA3-982B-4C50-927D-66109CB86937}"/>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E1DB373F-9B96-4AF8-A91B-6E5EC6B5448D}"/>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55BE266E-9F41-429C-8440-42FE5E98E2E3}"/>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8DF28586-48AF-4652-8626-07B41C921FBA}"/>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14C0F19-0503-4EC1-909C-B1147526F8C3}"/>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12F328A7-4979-4A61-90C8-D9BBFC38B29D}"/>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A76A548B-8134-46C5-9CDC-E45ACD17032B}"/>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7C659F4C-1138-425F-9C5F-7582EEE61C9F}"/>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514680959"/>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8B86CD-2648-4B23-A3BC-280DAE682DC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3A1320-0FCA-44C5-9239-83C5C723F50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D37405C1-A051-4E9F-8317-3329B9E64F6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2BB571-E21F-4FCB-BC17-62241F8B4BF6}"/>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撮影データの販売収益を、現場と分け合う方式です。</a:t>
            </a:r>
          </a:p>
        </p:txBody>
      </p:sp>
      <p:sp>
        <p:nvSpPr>
          <p:cNvPr id="5" name="">
            <a:extLst xmlns:a="http://schemas.openxmlformats.org/drawingml/2006/main">
              <a:ext uri="{FF2B5EF4-FFF2-40B4-BE49-F238E27FC236}">
                <a16:creationId xmlns:a16="http://schemas.microsoft.com/office/drawing/2014/main" id="{9846C839-6DBF-442C-A833-52573D2230B8}"/>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361764B-FCF0-46BF-8787-6634AEF8185C}"/>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510471E4-8761-4AE4-9925-1D51AD230EB1}"/>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BDFDD4-7D93-48F5-BB89-6BB361A283F0}"/>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215253DA-67F4-4DF8-882C-CF670C9E94DB}"/>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2007168528"/>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676E5A-9754-4C31-A754-6013C85138B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C558CF-9EFF-4906-BBBB-F3F911637D84}"/>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56594D52-2222-4FB0-9C8A-D9120D8798D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375FC40-BD64-4B7C-85A0-26BB5A8287F5}"/>
              </a:ext>
            </a:extLst>
          </p:cNvPr>
          <p:cNvSpPr>
            <a:spLocks xmlns:a="http://schemas.openxmlformats.org/drawingml/2006/main" noGrp="1"/>
          </p:cNvSpPr>
          <p:nvPr/>
        </p:nvSpPr>
        <p:spPr>
          <a:xfrm xmlns:a="http://schemas.openxmlformats.org/drawingml/2006/main">
            <a:off x="704850" y="190500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ベーカリー：サトウカエデ</a:t>
            </a:r>
          </a:p>
        </p:txBody>
      </p:sp>
      <p:sp>
        <p:nvSpPr>
          <p:cNvPr id="5" name="">
            <a:extLst xmlns:a="http://schemas.openxmlformats.org/drawingml/2006/main">
              <a:ext uri="{FF2B5EF4-FFF2-40B4-BE49-F238E27FC236}">
                <a16:creationId xmlns:a16="http://schemas.microsoft.com/office/drawing/2014/main" id="{F944177A-76E5-468E-8226-C517DD1E8741}"/>
              </a:ext>
            </a:extLst>
          </p:cNvPr>
          <p:cNvSpPr>
            <a:spLocks xmlns:a="http://schemas.openxmlformats.org/drawingml/2006/main" noGrp="1"/>
          </p:cNvSpPr>
          <p:nvPr/>
        </p:nvSpPr>
        <p:spPr>
          <a:xfrm xmlns:a="http://schemas.openxmlformats.org/drawingml/2006/main">
            <a:off x="704850" y="2847975"/>
            <a:ext cx="104775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Tree>
    <p:extLst>
      <p:ext uri="{BB962C8B-B14F-4D97-AF65-F5344CB8AC3E}">
        <p14:creationId xmlns:p14="http://schemas.microsoft.com/office/powerpoint/2010/main" val="487688424"/>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D0B8B11-45CD-47CD-A59D-421DBB73E39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1EFF2B-A2B1-488E-AA76-E099B4F24D64}"/>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0D38596F-F379-485A-9FD7-5B7EF11BD78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A01F236-C86E-480A-B061-6E686C8768E6}"/>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926E22C0-11F6-4822-90BC-DC16D79F8337}"/>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6CDDDD32-2621-4884-A95E-E4541D7AA1EF}"/>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
            <a:extLst xmlns:a="http://schemas.openxmlformats.org/drawingml/2006/main">
              <a:ext uri="{FF2B5EF4-FFF2-40B4-BE49-F238E27FC236}">
                <a16:creationId xmlns:a16="http://schemas.microsoft.com/office/drawing/2014/main" id="{E8743AF8-E585-4F82-B4FD-5AD9AD8E6E75}"/>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E973850-224C-4ACE-9634-3FAF8E01ECF8}"/>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FBC07784-5176-4295-8A2E-F8A7E5C4EC38}"/>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
            <a:extLst xmlns:a="http://schemas.openxmlformats.org/drawingml/2006/main">
              <a:ext uri="{FF2B5EF4-FFF2-40B4-BE49-F238E27FC236}">
                <a16:creationId xmlns:a16="http://schemas.microsoft.com/office/drawing/2014/main" id="{36E8EB4A-EEBE-4168-B027-4F0D843CE288}"/>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
            <a:extLst xmlns:a="http://schemas.openxmlformats.org/drawingml/2006/main">
              <a:ext uri="{FF2B5EF4-FFF2-40B4-BE49-F238E27FC236}">
                <a16:creationId xmlns:a16="http://schemas.microsoft.com/office/drawing/2014/main" id="{0A57FD18-BBEB-4B59-B4F1-EFFAECB33F46}"/>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69E7C92-7E4C-4098-B81B-A270B7DE963D}"/>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E1563B2F-67F6-4D41-991C-990604475020}"/>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115A7192-56D9-4515-934B-65453157F55A}"/>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31AF6D5D-9CBB-4055-8476-AB35B64CF011}"/>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5B2F685-E6D6-41CE-BBAC-1153236E5C59}"/>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05A3BC66-D9C3-4378-863B-6A6C752EAAFA}"/>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F59DF394-D42C-48C6-B9B5-68F01B96BD8D}"/>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1440136590"/>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564C3B-5C0E-44FB-AF3F-89E0CD796E3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441DA9-843D-4855-9870-036464E98FD2}"/>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b89a09773b0419d"/>
          <a:stretch xmlns:a="http://schemas.openxmlformats.org/drawingml/2006/main"/>
        </p:blipFill>
        <p:spPr>
          <a:xfrm xmlns:a="http://schemas.openxmlformats.org/drawingml/2006/main">
            <a:off x="2372646" y="1238250"/>
            <a:ext cx="7446708"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D03585-FD32-4EED-A379-DE7CEB830DDB}"/>
              </a:ext>
            </a:extLst>
          </p:cNvPr>
          <p:cNvSpPr>
            <a:spLocks xmlns:a="http://schemas.openxmlformats.org/drawingml/2006/main" noGrp="1"/>
          </p:cNvSpPr>
          <p:nvPr/>
        </p:nvSpPr>
        <p:spPr>
          <a:xfrm xmlns:a="http://schemas.openxmlformats.org/drawingml/2006/main">
            <a:off x="704850" y="55816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4E7661"/>
                </a:solidFill>
                <a:latin typeface="Hiragino Sans"/>
                <a:ea typeface="Hiragino Sans"/>
                <a:cs typeface="Hiragino Sans"/>
              </a:defRPr>
            </a:pPr>
            <a:r>
              <a:rPr sz="2700" b="1">
                <a:solidFill>
                  <a:srgbClr val="4E7661"/>
                </a:solidFill>
                <a:latin typeface="Hiragino Sans"/>
                <a:ea typeface="Hiragino Sans"/>
                <a:cs typeface="Hiragino Sans"/>
              </a:rPr>
              <a:t>現場のデータをロボット開発に活かし、</a:t>
            </a:r>
          </a:p>
          <a:p xmlns:a="http://schemas.openxmlformats.org/drawingml/2006/main">
            <a:pPr algn="ctr">
              <a:defRPr sz="2700" b="1">
                <a:solidFill>
                  <a:srgbClr val="4E7661"/>
                </a:solidFill>
                <a:latin typeface="Hiragino Sans"/>
                <a:ea typeface="Hiragino Sans"/>
                <a:cs typeface="Hiragino Sans"/>
              </a:defRPr>
            </a:pPr>
            <a:r>
              <a:rPr sz="2700" b="1">
                <a:solidFill>
                  <a:srgbClr val="4E7661"/>
                </a:solidFill>
                <a:latin typeface="Hiragino Sans"/>
                <a:ea typeface="Hiragino Sans"/>
                <a:cs typeface="Hiragino Sans"/>
              </a:rPr>
              <a:t>生まれた利益を現場に戻す。僕らはこういう企業です。</a:t>
            </a:r>
          </a:p>
        </p:txBody>
      </p:sp>
    </p:spTree>
    <p:extLst>
      <p:ext uri="{BB962C8B-B14F-4D97-AF65-F5344CB8AC3E}">
        <p14:creationId xmlns:p14="http://schemas.microsoft.com/office/powerpoint/2010/main" val="1148295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2026-09-16T07:25:26.9160000Z</dcterms:created>
  <dcterms:modified xsi:type="dcterms:W3CDTF">2026-09-16T07:25:26.9160000Z</dcterms:modified>
</coreProperties>
</file>