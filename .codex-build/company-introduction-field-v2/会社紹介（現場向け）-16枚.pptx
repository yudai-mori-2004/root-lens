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053d53524d46e1" /><Relationship Type="http://schemas.openxmlformats.org/officeDocument/2006/relationships/extended-properties" Target="/docProps/app.xml" Id="R3fc10b93362642e5" /><Relationship Type="http://schemas.openxmlformats.org/officeDocument/2006/relationships/officeDocument" Target="/ppt/presentation.xml" Id="R8ca0fa7c67754735" /></Relationships>
</file>

<file path=ppt/presentation.xml><?xml version="1.0" encoding="utf-8"?>
<p:presentation xmlns:p="http://schemas.openxmlformats.org/presentationml/2006/main">
  <p:sldMasterIdLst>
    <p:sldMasterId xmlns:r="http://schemas.openxmlformats.org/officeDocument/2006/relationships" id="2147483648" r:id="R661db7963f624a63"/>
  </p:sldMasterIdLst>
  <p:notesMasterIdLst>
    <p:notesMasterId xmlns:r="http://schemas.openxmlformats.org/officeDocument/2006/relationships" r:id="R4524b2d3eaaa4f72"/>
  </p:notesMasterIdLst>
  <p:sldIdLst>
    <p:sldId xmlns:r="http://schemas.openxmlformats.org/officeDocument/2006/relationships" id="256" r:id="R9403d5f4b9f44ca9"/>
    <p:sldId xmlns:r="http://schemas.openxmlformats.org/officeDocument/2006/relationships" id="257" r:id="R2ebbda2c547845fc"/>
    <p:sldId xmlns:r="http://schemas.openxmlformats.org/officeDocument/2006/relationships" id="258" r:id="R4660bd6894d3427a"/>
    <p:sldId xmlns:r="http://schemas.openxmlformats.org/officeDocument/2006/relationships" id="259" r:id="Rebb34774b26343f4"/>
    <p:sldId xmlns:r="http://schemas.openxmlformats.org/officeDocument/2006/relationships" id="260" r:id="R1f9fe07efbcd417a"/>
    <p:sldId xmlns:r="http://schemas.openxmlformats.org/officeDocument/2006/relationships" id="261" r:id="R0946322e0c944a8e"/>
    <p:sldId xmlns:r="http://schemas.openxmlformats.org/officeDocument/2006/relationships" id="262" r:id="Rb4dc0e6cbc274e2c"/>
    <p:sldId xmlns:r="http://schemas.openxmlformats.org/officeDocument/2006/relationships" id="263" r:id="Rc4a2c5e33dcb45a4"/>
    <p:sldId xmlns:r="http://schemas.openxmlformats.org/officeDocument/2006/relationships" id="264" r:id="Raf4806e76ae64079"/>
    <p:sldId xmlns:r="http://schemas.openxmlformats.org/officeDocument/2006/relationships" id="265" r:id="Rc22e54f6c6bb4062"/>
    <p:sldId xmlns:r="http://schemas.openxmlformats.org/officeDocument/2006/relationships" id="266" r:id="R020ff66b289b4edb"/>
    <p:sldId xmlns:r="http://schemas.openxmlformats.org/officeDocument/2006/relationships" id="267" r:id="Rc79208be27064d64"/>
    <p:sldId xmlns:r="http://schemas.openxmlformats.org/officeDocument/2006/relationships" id="268" r:id="R3cd0b15680154b8e"/>
    <p:sldId xmlns:r="http://schemas.openxmlformats.org/officeDocument/2006/relationships" id="269" r:id="R2e4a7e8a7e174039"/>
    <p:sldId xmlns:r="http://schemas.openxmlformats.org/officeDocument/2006/relationships" id="270" r:id="R209867a88de94bc2"/>
    <p:sldId xmlns:r="http://schemas.openxmlformats.org/officeDocument/2006/relationships" id="271" r:id="Rd2125096ca4841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708347964947e3" /><Relationship Type="http://schemas.openxmlformats.org/officeDocument/2006/relationships/slideMaster" Target="/ppt/slideMasters/slideMaster1.xml" Id="R661db7963f624a63" /><Relationship Type="http://schemas.openxmlformats.org/officeDocument/2006/relationships/notesMaster" Target="/ppt/notesMasters/notesMaster1.xml" Id="R4524b2d3eaaa4f72" /><Relationship Type="http://schemas.openxmlformats.org/officeDocument/2006/relationships/presProps" Target="/ppt/presProps.xml" Id="R89ef1af3f53b460c" /><Relationship Type="http://schemas.openxmlformats.org/officeDocument/2006/relationships/tableStyles" Target="/ppt/tableStyles.xml" Id="R96cb0ba52e5b46bd" /><Relationship Type="http://schemas.openxmlformats.org/officeDocument/2006/relationships/slide" Target="/ppt/slides/slide1.xml" Id="R9403d5f4b9f44ca9" /><Relationship Type="http://schemas.openxmlformats.org/officeDocument/2006/relationships/slide" Target="/ppt/slides/slide2.xml" Id="R2ebbda2c547845fc" /><Relationship Type="http://schemas.openxmlformats.org/officeDocument/2006/relationships/slide" Target="/ppt/slides/slide3.xml" Id="R4660bd6894d3427a" /><Relationship Type="http://schemas.openxmlformats.org/officeDocument/2006/relationships/slide" Target="/ppt/slides/slide4.xml" Id="Rebb34774b26343f4" /><Relationship Type="http://schemas.openxmlformats.org/officeDocument/2006/relationships/slide" Target="/ppt/slides/slide5.xml" Id="R1f9fe07efbcd417a" /><Relationship Type="http://schemas.openxmlformats.org/officeDocument/2006/relationships/slide" Target="/ppt/slides/slide6.xml" Id="R0946322e0c944a8e" /><Relationship Type="http://schemas.openxmlformats.org/officeDocument/2006/relationships/slide" Target="/ppt/slides/slide7.xml" Id="Rb4dc0e6cbc274e2c" /><Relationship Type="http://schemas.openxmlformats.org/officeDocument/2006/relationships/slide" Target="/ppt/slides/slide8.xml" Id="Rc4a2c5e33dcb45a4" /><Relationship Type="http://schemas.openxmlformats.org/officeDocument/2006/relationships/slide" Target="/ppt/slides/slide9.xml" Id="Raf4806e76ae64079" /><Relationship Type="http://schemas.openxmlformats.org/officeDocument/2006/relationships/slide" Target="/ppt/slides/slide10.xml" Id="Rc22e54f6c6bb4062" /><Relationship Type="http://schemas.openxmlformats.org/officeDocument/2006/relationships/slide" Target="/ppt/slides/slide11.xml" Id="R020ff66b289b4edb" /><Relationship Type="http://schemas.openxmlformats.org/officeDocument/2006/relationships/slide" Target="/ppt/slides/slide12.xml" Id="Rc79208be27064d64" /><Relationship Type="http://schemas.openxmlformats.org/officeDocument/2006/relationships/slide" Target="/ppt/slides/slide13.xml" Id="R3cd0b15680154b8e" /><Relationship Type="http://schemas.openxmlformats.org/officeDocument/2006/relationships/slide" Target="/ppt/slides/slide14.xml" Id="R2e4a7e8a7e174039" /><Relationship Type="http://schemas.openxmlformats.org/officeDocument/2006/relationships/slide" Target="/ppt/slides/slide15.xml" Id="R209867a88de94bc2" /><Relationship Type="http://schemas.openxmlformats.org/officeDocument/2006/relationships/slide" Target="/ppt/slides/slide16.xml" Id="Rd2125096ca4841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5dffa4faa543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bee0730e3c462b" /><Relationship Type="http://schemas.openxmlformats.org/officeDocument/2006/relationships/notesMaster" Target="/ppt/notesMasters/notesMaster1.xml" Id="R7ca24f7948664a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a94dd62b29411c" /><Relationship Type="http://schemas.openxmlformats.org/officeDocument/2006/relationships/notesMaster" Target="/ppt/notesMasters/notesMaster1.xml" Id="R8a5690ac5f7949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1012b680ab434b" /><Relationship Type="http://schemas.openxmlformats.org/officeDocument/2006/relationships/notesMaster" Target="/ppt/notesMasters/notesMaster1.xml" Id="R420a548df21044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7892072f7f4277" /><Relationship Type="http://schemas.openxmlformats.org/officeDocument/2006/relationships/notesMaster" Target="/ppt/notesMasters/notesMaster1.xml" Id="Rb5d5c3c8d17a4a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02c9dd84c34491" /><Relationship Type="http://schemas.openxmlformats.org/officeDocument/2006/relationships/notesMaster" Target="/ppt/notesMasters/notesMaster1.xml" Id="Re0c3145eedfd40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38c85e60444c35" /><Relationship Type="http://schemas.openxmlformats.org/officeDocument/2006/relationships/notesMaster" Target="/ppt/notesMasters/notesMaster1.xml" Id="R7c7daaf15c2149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7637440ddf478a" /><Relationship Type="http://schemas.openxmlformats.org/officeDocument/2006/relationships/notesMaster" Target="/ppt/notesMasters/notesMaster1.xml" Id="R1c59eef441da46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f3926234d74e10" /><Relationship Type="http://schemas.openxmlformats.org/officeDocument/2006/relationships/notesMaster" Target="/ppt/notesMasters/notesMaster1.xml" Id="R62d9eba5e85045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6624491273417c" /><Relationship Type="http://schemas.openxmlformats.org/officeDocument/2006/relationships/notesMaster" Target="/ppt/notesMasters/notesMaster1.xml" Id="R6951cd4d0c2e40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c59fc8c91b403a" /><Relationship Type="http://schemas.openxmlformats.org/officeDocument/2006/relationships/notesMaster" Target="/ppt/notesMasters/notesMaster1.xml" Id="Rae278bac94c746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7fb0a1586641c2" /><Relationship Type="http://schemas.openxmlformats.org/officeDocument/2006/relationships/notesMaster" Target="/ppt/notesMasters/notesMaster1.xml" Id="R2347c6e08c4544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385e2e5a9848be" /><Relationship Type="http://schemas.openxmlformats.org/officeDocument/2006/relationships/notesMaster" Target="/ppt/notesMasters/notesMaster1.xml" Id="R261e0453292d47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8ebf9a524f474a" /><Relationship Type="http://schemas.openxmlformats.org/officeDocument/2006/relationships/notesMaster" Target="/ppt/notesMasters/notesMaster1.xml" Id="R86f6dbc5876447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28a55b957d4872" /><Relationship Type="http://schemas.openxmlformats.org/officeDocument/2006/relationships/notesMaster" Target="/ppt/notesMasters/notesMaster1.xml" Id="R8edab41c02ef41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4507bf4c0a4413" /><Relationship Type="http://schemas.openxmlformats.org/officeDocument/2006/relationships/notesMaster" Target="/ppt/notesMasters/notesMaster1.xml" Id="Rb24217730cd74b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fe7fc8084c4d59" /><Relationship Type="http://schemas.openxmlformats.org/officeDocument/2006/relationships/notesMaster" Target="/ppt/notesMasters/notesMaster1.xml" Id="Re7cb73cedd8e4c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は、実際に動くロボットのボディと、その関節をどう動かすか判断するAIを組み合わせる分野です。AIが周囲の状況を見て動きを決めることで、ロボットが現実世界で自律的に作業できる状態を目指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現在の撮影にはTOBI E2を使用する予定です。今後は、TOBI E2で弱点となる目立ちやすさを改善した機材も視野に入れています。この図は将来の方向を示すもので、製品写真や確定した仕様ではありません。</a:t>
            </a:r>
          </a:p>
          <a:p xmlns:a="http://schemas.openxmlformats.org/drawingml/2006/main">
            <a:r>
              <a:t/>
            </a:r>
          </a:p>
          <a:p xmlns:a="http://schemas.openxmlformats.org/drawingml/2006/main">
            <a:r>
              <a:t>画像：説明用に生成したシルエット。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撮影したデータを確認し、承認したデータ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したデータを当社が加工・販売し、その販売収益を現場と分け合い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現場の仕事から得たデータを、ロボット開発に活かします。そこで生まれた利益を、撮影に協力いただいた現場にも戻します。RootLensは、現場とフィジカルAIの間にこの循環をつくる企業です。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c9864bcdbb48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17c84767e44d82" /><Relationship Type="http://schemas.openxmlformats.org/officeDocument/2006/relationships/slideLayout" Target="/ppt/slideLayouts/slideLayout1.xml" Id="Rfcc7426107f04c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c7426107f04c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165c993b96480c" /><Relationship Type="http://schemas.openxmlformats.org/officeDocument/2006/relationships/image" Target="/ppt/media/image.png" Id="Re71b1a8dfbe24007" /><Relationship Type="http://schemas.openxmlformats.org/officeDocument/2006/relationships/notesSlide" Target="/ppt/notesSlides/notesSlide1.xml" Id="R3ecd4c9b872c47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da3d1f0a104244" /><Relationship Type="http://schemas.openxmlformats.org/officeDocument/2006/relationships/notesSlide" Target="/ppt/notesSlides/notesSlide2.xml" Id="R9ca878c2322546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212537134c479b" /><Relationship Type="http://schemas.openxmlformats.org/officeDocument/2006/relationships/image" Target="/ppt/media/image2.png" Id="R7292ffa655e04a5b" /><Relationship Type="http://schemas.openxmlformats.org/officeDocument/2006/relationships/notesSlide" Target="/ppt/notesSlides/notesSlide3.xml" Id="Rb27f0174d42e45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9901cb303f4aa5" /><Relationship Type="http://schemas.openxmlformats.org/officeDocument/2006/relationships/image" Target="/ppt/media/image.jpeg" Id="R9aed4de72c264f64" /><Relationship Type="http://schemas.openxmlformats.org/officeDocument/2006/relationships/notesSlide" Target="/ppt/notesSlides/notesSlide4.xml" Id="R58465e8a618749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2ec85a484747fc" /><Relationship Type="http://schemas.openxmlformats.org/officeDocument/2006/relationships/image" Target="/ppt/media/image3.png" Id="R11634d4a724042bf" /><Relationship Type="http://schemas.openxmlformats.org/officeDocument/2006/relationships/notesSlide" Target="/ppt/notesSlides/notesSlide5.xml" Id="Rf7fc72c7ac9540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2fa9f7c2d843f2" /><Relationship Type="http://schemas.openxmlformats.org/officeDocument/2006/relationships/image" Target="/ppt/media/image4.png" Id="R6ac4f33f9f6d4e04" /><Relationship Type="http://schemas.openxmlformats.org/officeDocument/2006/relationships/notesSlide" Target="/ppt/notesSlides/notesSlide6.xml" Id="R10a00d8927f943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a8893722504d6b" /><Relationship Type="http://schemas.openxmlformats.org/officeDocument/2006/relationships/image" Target="/ppt/media/image2.jpeg" Id="Ra47abd4b4fd640a5" /><Relationship Type="http://schemas.openxmlformats.org/officeDocument/2006/relationships/notesSlide" Target="/ppt/notesSlides/notesSlide7.xml" Id="R05a23d824ab743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35028b253f4457" /><Relationship Type="http://schemas.openxmlformats.org/officeDocument/2006/relationships/image" Target="/ppt/media/image5.png" Id="Rc816f25a0fb64963" /><Relationship Type="http://schemas.openxmlformats.org/officeDocument/2006/relationships/notesSlide" Target="/ppt/notesSlides/notesSlide8.xml" Id="R677f99753aec44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2b4b5870414bf7" /><Relationship Type="http://schemas.openxmlformats.org/officeDocument/2006/relationships/image" Target="/ppt/media/image6.png" Id="Rffbb979d973c4553" /><Relationship Type="http://schemas.openxmlformats.org/officeDocument/2006/relationships/notesSlide" Target="/ppt/notesSlides/notesSlide9.xml" Id="R19d6076e93e945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14c1e2cff44121" /><Relationship Type="http://schemas.openxmlformats.org/officeDocument/2006/relationships/image" Target="/ppt/media/image7.png" Id="Rdf84651e3fba41cb" /><Relationship Type="http://schemas.openxmlformats.org/officeDocument/2006/relationships/notesSlide" Target="/ppt/notesSlides/notesSlide10.xml" Id="R7e46b613fc244f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f342f69d16c4c0c" /><Relationship Type="http://schemas.openxmlformats.org/officeDocument/2006/relationships/image" Target="/ppt/media/image8.png" Id="Rca64897c53cb4f3a" /><Relationship Type="http://schemas.openxmlformats.org/officeDocument/2006/relationships/notesSlide" Target="/ppt/notesSlides/notesSlide11.xml" Id="Rb75751e979e94d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d8005395134b15" /><Relationship Type="http://schemas.openxmlformats.org/officeDocument/2006/relationships/notesSlide" Target="/ppt/notesSlides/notesSlide12.xml" Id="R77fb5b0c818044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fce2dde53d64118" /><Relationship Type="http://schemas.openxmlformats.org/officeDocument/2006/relationships/notesSlide" Target="/ppt/notesSlides/notesSlide13.xml" Id="R4f2cf2474ba54d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3217ca5d854178" /><Relationship Type="http://schemas.openxmlformats.org/officeDocument/2006/relationships/notesSlide" Target="/ppt/notesSlides/notesSlide14.xml" Id="Rb38a5db6495f4e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1737b3728004163" /><Relationship Type="http://schemas.openxmlformats.org/officeDocument/2006/relationships/notesSlide" Target="/ppt/notesSlides/notesSlide15.xml" Id="R40115693bd9045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6123a12f854cb1" /><Relationship Type="http://schemas.openxmlformats.org/officeDocument/2006/relationships/image" Target="/ppt/media/image9.png" Id="Rbeaff617575b4355" /><Relationship Type="http://schemas.openxmlformats.org/officeDocument/2006/relationships/notesSlide" Target="/ppt/notesSlides/notesSlide16.xml" Id="R6c9a9da105194312"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71b1a8dfbe2400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156776-E371-4B48-9BE5-CC14A34D64C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E08C5A-E9CB-4FDB-9FC8-155B33214C39}"/>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EC97D431-074C-43D5-8C31-280BA2AD2545}"/>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D18E022D-5946-48D0-9DE8-3BDE77FD5FE4}"/>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E69A0EAC-93DB-4142-8174-A93779B48B65}"/>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A24176-CE20-4291-91D1-C42F386B3EC5}"/>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218937C6-CFDF-4B4A-A549-6F36E2D740D0}"/>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864082112"/>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719343-BEBB-4D04-BE71-0C36FB81D19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F14524-8800-4272-8ABA-C8916F99717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0CCE6180-DE8F-4B3D-B0C2-53CA46F2B59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67221E-15B3-4AC3-AB5E-45D018EF916A}"/>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66CD20BD-8928-4758-B235-03F460889E15}"/>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E45CE2E6-07E7-4AA9-848E-2D3DB240C300}"/>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25A6460-30B9-4460-A58C-4527AC790989}"/>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88FD990C-366F-4E5D-99C4-83FBA388F6C0}"/>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F996E7-6EC3-46DE-AB34-19EEC3A09EF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7F593E11-CA5F-4DC6-A307-DAD6BE017693}"/>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C1D554-5B97-4FC9-A4BD-05BB6E880414}"/>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AE8D40E1-EC9A-447C-A7D4-BE56E189EB66}"/>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A56FC1-098A-4ADC-8779-603444F9834D}"/>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1019863908"/>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C1BED2-819E-472A-838C-F571E2F038B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BD370D-86D8-4A27-9334-0824CB75CF8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B99DEFF6-A98C-4127-8C98-095534CCAB7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23BF16-87B7-458B-B5DA-38E937D28DD5}"/>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自由に動かせる関節を持つロボット</a:t>
            </a:r>
          </a:p>
        </p:txBody>
      </p:sp>
      <p:sp>
        <p:nvSpPr>
          <p:cNvPr id="5" name="">
            <a:extLst xmlns:a="http://schemas.openxmlformats.org/drawingml/2006/main">
              <a:ext uri="{FF2B5EF4-FFF2-40B4-BE49-F238E27FC236}">
                <a16:creationId xmlns:a16="http://schemas.microsoft.com/office/drawing/2014/main" id="{D67A77FD-D451-43CF-86C9-6AE555E9D8EB}"/>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ロボットの関節をどう動かすかを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決める脳</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292ffa655e04a5b"/>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9EB5D9E-7A7A-4223-86BF-82093D988AD2}"/>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これらを組み合わせ、現実世界で「自律的」に動くロボットを作る試みが、今、世界中で進んでいる。</a:t>
            </a:r>
          </a:p>
        </p:txBody>
      </p:sp>
    </p:spTree>
    <p:extLst>
      <p:ext uri="{BB962C8B-B14F-4D97-AF65-F5344CB8AC3E}">
        <p14:creationId xmlns:p14="http://schemas.microsoft.com/office/powerpoint/2010/main" val="1175284113"/>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D0D70C-1EC4-4F2C-8BC6-923D6458C47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5B2048-D40A-48C7-B47A-01BFBBDA755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7D451D08-6444-4023-A60A-6C47D4D1948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aed4de72c264f64"/>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CAFA573-A0FF-4DA0-96E1-872CD3F7374F}"/>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0A3029C3-8A41-40FD-96A3-F906969624E9}"/>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739519405"/>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819641-4A36-4A5E-9FCC-5E0DEEFE38B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28F41B-312F-4723-8798-5773DB4F3F44}"/>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D416F307-3CDD-4214-8AD8-479541C4E033}"/>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81139CE4-6EC0-417D-9CCA-C86DE04F6C2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17F865-D3E3-4C05-9EB6-4CC2427BA1CD}"/>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9D046EEF-5A61-4622-A0A0-F261A5F655F3}"/>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1634d4a724042bf"/>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69AC806-02F3-4A67-B41E-14B1AFD5A70E}"/>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80901597"/>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B5368C8-C6BD-49C4-A6CA-6D109F7C8F0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0E4BA-D0C2-4A86-945B-84430DC2AFC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0C8A79D6-9974-4760-9B9D-2FF82D7684B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ac4f33f9f6d4e04"/>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C51F84C-E62A-4FDE-90A9-8F067995C4D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B4D616ED-C810-482A-B6B0-EECC78B9748C}"/>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86DBE4B7-9EA8-491B-86BC-80F187208807}"/>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96770D9C-E6BB-4AF5-93D5-FF648FA48961}"/>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6E8124D6-909F-4CE3-8141-C566193A64FE}"/>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6CAB0E8C-26AB-41E9-BF71-E500F4F3E3D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4231FB05-0698-4048-AA49-84E6130954B2}"/>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1BD9A024-3F47-49A2-B6F8-F30B22486CC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50C92CD0-78C7-455C-B372-BDD2BCB1288A}"/>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753528D4-6D2A-4B15-B089-D1EB7CCBD5DA}"/>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69505F7A-8744-488A-8F50-E77C02A76F6E}"/>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DFC04008-0CA6-4748-B908-F8C3372A7BB4}"/>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9689CD37-35AA-4052-BD9B-2495A6891A63}"/>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43B95D99-EACC-4445-AE9B-A5A732D33BDC}"/>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778173EB-CF78-4FD3-99AD-D442116F9E46}"/>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D12590B5-2C04-43EB-882F-7595CE052394}"/>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D5105FEA-80D2-4502-B755-DB1BFEBF7DF7}"/>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0B3743A2-98EF-4545-A755-6BD6B1B1CFB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5D84A04F-C72E-474A-9120-16292E5D5BDD}"/>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BFA7CA30-BAF6-4D0B-A5AF-EB8A2E97B6FE}"/>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8B9DE9D6-ABF6-4998-9E36-CEBDBE70CADB}"/>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E67822B2-3227-40E1-87D8-3E22211F3578}"/>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504C48F9-8DA3-4FC0-879B-A3B9383DBB22}"/>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E21FFC97-72CF-4B61-A595-8640DA129453}"/>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BE27AFBB-C6B8-4543-9B5A-4EFA6700F23A}"/>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FB4D8D76-B444-485B-B8CD-F7B6E9464C9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E3FD072-010D-4C5E-89F5-1E4C60EBD3D2}"/>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1E41166-C5C6-4B7C-AED2-A5DB6956D416}"/>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EB5C770A-3B0C-42CC-9849-FE258997B14D}"/>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5B23D1F2-4C66-4AA6-B78C-F7511B9D635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E04DA002-AB66-4292-9F00-2B6F7F5269C6}"/>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BE712577-B1E2-428F-9819-69F5BF4AECF4}"/>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E18C1758-42C3-4D1C-AF8B-594A994541C4}"/>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6A88BF54-25B8-408E-82A6-F5E8A4228F68}"/>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1A5A7909-BACF-487F-9F6E-27CCA9D0896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A114C2A-7A3C-4D29-95FB-E612CFCCAB3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B24CE827-8664-42B1-9FE5-19EF7D6211B2}"/>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099362A-2BB0-4B52-BC64-1462EE79A555}"/>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BC087946-A406-4647-A9C2-53B5B35B4A73}"/>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588903660"/>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A7F5877-5CC6-466C-A57E-CA40913B8D0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0EF617-BFF9-4D49-BE15-F0C0F03AB56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3136357F-6441-4A5E-8449-02E9BC33621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47abd4b4fd640a5"/>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B10C4B-4DA9-4462-93E5-7C7AB0076B1F}"/>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225D3C42-8801-463F-9BF3-D1420DB5D9F7}"/>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320A44FE-9F63-4EC7-89D5-63021D88AAA4}"/>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C744B486-35AC-4D56-A367-E74C226B7B12}"/>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335902C1-41EB-4A85-ABAE-A571F6AAC728}"/>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6DC321F-F2BE-4894-9B4C-1FDCC82C738D}"/>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2F0EB73-297A-43F9-B484-52E4803CEFA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77C37A08-4740-4ACA-A696-1C7AA3CACEBB}"/>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5C92EB27-6266-4B22-8CCC-96EC964423CF}"/>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58BCF07F-0192-4658-97D1-672D695A002A}"/>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F7C3E32E-688D-411A-943C-03303AA251E6}"/>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7F8D2A56-13E8-4061-BBFF-A689B10B018C}"/>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DE451CE3-AF7A-4273-9C79-777E786444F4}"/>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31EE582-8F7D-4669-995F-36A7AB1C9A8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BB1F16D2-E0C4-4118-A88E-B457D1602F80}"/>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7715B08D-184F-46F3-8368-FAAC17F9CB2B}"/>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CE4BF721-5AAB-456C-A0E4-F0C8E231261D}"/>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8CF5123B-AB2D-4708-AEDD-8E98C548F7AB}"/>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88956F0B-416E-4F12-98B1-9B26585D913D}"/>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0577B73C-758D-424E-AD95-265F53D403A1}"/>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341F5041-6A1A-4AAB-BC20-AD348F60612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1C46895A-2D52-4D19-9CC4-261070C93E7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2CE2FBE4-6B31-40CC-AADA-797C5341719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375F2845-EFB3-4F30-B129-F47B3B54F6B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C3B1DEC0-05F3-4100-A110-5B184266E035}"/>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BB611A3E-0A39-4F90-A145-43757D41A16C}"/>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FC32F138-9846-4534-86EC-A7FEAC5FA25C}"/>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458CE1F3-51B4-4590-8EC1-7E19EC72A8B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51522BD8-3976-40BB-8BDA-98EF9AFC3CC4}"/>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F9F03939-8F0E-49A4-87A1-6AE33BD03273}"/>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3F7D46E1-0493-48AF-8309-9D3C0C89EE68}"/>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1EDC2A55-6D0B-43B0-A428-3D1D94A77BDF}"/>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3EAD5FD7-8DC4-41E7-A651-03CCE22D8281}"/>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BE5FD944-D30A-4B37-9788-B27699D77423}"/>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95BF6569-3948-4E1F-92FA-E81839BCB349}"/>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94A1C5E5-3006-46AB-A16A-AF9E7CEED560}"/>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02C6D937-517D-4561-98DB-812D79A5A787}"/>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8CC54D8-B042-4618-8A2F-F8DDC21A8A52}"/>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25BCCA3B-6446-4B97-A98D-E161424372AE}"/>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03170744"/>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1E035516-A4CC-4F34-96B6-593B59B6A0D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D526E0-1E8C-4F53-8A22-F7443AC33A7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B7C754DD-79E7-491B-8B71-D6AAE9FE498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816f25a0fb64963"/>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5756491-3F3F-4A45-BB68-2CB65D3291F6}"/>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FD33F162-7EA6-4911-B5AB-67C07AD0F4EA}"/>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9881B99A-7B5C-43DE-ABBE-3AF56C3A84AA}"/>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B9B1700F-BB3F-4806-AC95-3B7EED4A4B2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E8E55B5C-AC96-49D2-AA35-EE55EC5C5E74}"/>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BAB56BD-0D87-44FC-90AD-209083CFD305}"/>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F50FDAFE-6ED0-4C42-99E3-D0BBD98EE99E}"/>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4D3DB68B-C3E2-4970-99C6-6DD7CE60B03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45A5F8EA-B4F7-4568-A632-A975AAB89218}"/>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B27D8AAF-B328-4D8C-9A86-283FBB5306AC}"/>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1398DB4F-1C41-498C-85C4-4B22E6D306C0}"/>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2A487F4D-CABC-4E0F-B4DE-B0B75E34080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47767D3F-2807-4D67-AE82-30E5C26998D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A13A4111-DDA6-4BF1-A592-1B83972BAEB6}"/>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963E2803-E774-4C4E-BBD3-B6F20D01625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380B529D-12CC-4DC2-9094-2A9D9C9E09A6}"/>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F8E51664-62FB-47F9-8D7E-2A20873A266E}"/>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639B43A7-8D90-41B5-AD8C-9672AE3C4B00}"/>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1AC054A9-1351-4D05-8F18-2AE2715EC513}"/>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6BD79248-B92E-4C5D-B5B7-33EDDE375A8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119E79CE-D029-441B-8C23-69672CD2237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77D198B4-1A38-4103-815D-EBB1DCAE248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937AACA5-9473-4A77-9A8B-B0D78BA6990C}"/>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519106B-BE12-42B4-821C-A50F28F99D40}"/>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202E130C-37D7-42BB-80D9-CC9D061028D0}"/>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F9743BC9-5BCA-4405-BD6C-154BE27F5CF4}"/>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FD0C9BD7-43C1-4D23-B2A8-52CAF8BF48DA}"/>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7CF6987-FD36-46E3-BDF7-FBA30A35B1D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1FDC6404-B8D0-4CD5-BBAB-E1EE7A938B73}"/>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C0A668C2-4042-48B9-9941-BD2CD170E56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BD5CBF4D-4BC8-4E97-BE13-8356CD490DD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78CA4C8D-BF05-4378-84B7-A07CB686CBAB}"/>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F314C4A2-5FE6-4096-A9F3-A356C5AA552B}"/>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7F40E71-DFF2-4AE8-831E-91914B9975A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949D1FE3-4EED-4E37-85EC-BC85B38C81CD}"/>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59CA984E-74EE-40BD-954F-0859E27DE9B4}"/>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9469DAB9-8124-42EF-84D9-FA60A9F40E9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22804F4-676A-4FCD-A6F2-3D308791DC4E}"/>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88AD4960-1880-40D1-B3F8-F9DF67E75394}"/>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69342666-DF52-410B-897F-B0EA70FD7DAA}"/>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141403448"/>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017923-29BE-469C-8BBC-CB3E6F52FF0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314F27-F066-4960-9D0F-6E6C12677BA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撮影機材の比較④</a:t>
            </a:r>
          </a:p>
        </p:txBody>
      </p:sp>
      <p:sp>
        <p:nvSpPr>
          <p:cNvPr id="3" name="">
            <a:extLst xmlns:a="http://schemas.openxmlformats.org/drawingml/2006/main">
              <a:ext uri="{FF2B5EF4-FFF2-40B4-BE49-F238E27FC236}">
                <a16:creationId xmlns:a16="http://schemas.microsoft.com/office/drawing/2014/main" id="{E83180C4-F719-416D-BCCE-6FCCA4C381F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fbb979d973c4553"/>
          <a:srcRect xmlns:a="http://schemas.openxmlformats.org/drawingml/2006/main" l="8181" t="0" r="8181" b="0"/>
          <a:stretch xmlns:a="http://schemas.openxmlformats.org/drawingml/2006/main">
            <a:fillRect l="0" t="0" r="0" b="0"/>
          </a:stretch>
        </p:blipFill>
        <p:spPr>
          <a:xfrm xmlns:a="http://schemas.openxmlformats.org/drawingml/2006/main">
            <a:off x="590550" y="1752600"/>
            <a:ext cx="5095875"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D61E84-64DF-4098-88B1-059E447BFB6A}"/>
              </a:ext>
            </a:extLst>
          </p:cNvPr>
          <p:cNvSpPr>
            <a:spLocks xmlns:a="http://schemas.openxmlformats.org/drawingml/2006/main" noGrp="1"/>
          </p:cNvSpPr>
          <p:nvPr/>
        </p:nvSpPr>
        <p:spPr>
          <a:xfrm xmlns:a="http://schemas.openxmlformats.org/drawingml/2006/main">
            <a:off x="6496050" y="16097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4E7661"/>
                </a:solidFill>
                <a:latin typeface="Hiragino Sans"/>
                <a:ea typeface="Hiragino Sans"/>
                <a:cs typeface="Hiragino Sans"/>
              </a:defRPr>
            </a:pPr>
            <a:r>
              <a:rPr sz="3100" b="1">
                <a:solidFill>
                  <a:srgbClr val="4E7661"/>
                </a:solidFill>
                <a:latin typeface="Hiragino Sans"/>
                <a:ea typeface="Hiragino Sans"/>
                <a:cs typeface="Hiragino Sans"/>
              </a:rPr>
              <a:t>これからの撮影機材</a:t>
            </a:r>
          </a:p>
        </p:txBody>
      </p:sp>
      <p:sp>
        <p:nvSpPr>
          <p:cNvPr id="6" name="">
            <a:extLst xmlns:a="http://schemas.openxmlformats.org/drawingml/2006/main">
              <a:ext uri="{FF2B5EF4-FFF2-40B4-BE49-F238E27FC236}">
                <a16:creationId xmlns:a16="http://schemas.microsoft.com/office/drawing/2014/main" id="{EB46E630-9758-4ECA-939D-3EFFCFD89986}"/>
              </a:ext>
            </a:extLst>
          </p:cNvPr>
          <p:cNvSpPr>
            <a:spLocks xmlns:a="http://schemas.openxmlformats.org/drawingml/2006/main" noGrp="1"/>
          </p:cNvSpPr>
          <p:nvPr/>
        </p:nvSpPr>
        <p:spPr>
          <a:xfrm xmlns:a="http://schemas.openxmlformats.org/drawingml/2006/main">
            <a:off x="6496050" y="2724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目立ちにくさ</a:t>
            </a:r>
          </a:p>
        </p:txBody>
      </p:sp>
      <p:sp>
        <p:nvSpPr>
          <p:cNvPr id="7" name="">
            <a:extLst xmlns:a="http://schemas.openxmlformats.org/drawingml/2006/main">
              <a:ext uri="{FF2B5EF4-FFF2-40B4-BE49-F238E27FC236}">
                <a16:creationId xmlns:a16="http://schemas.microsoft.com/office/drawing/2014/main" id="{2537015E-B95B-41A1-A519-B43205E77C5B}"/>
              </a:ext>
            </a:extLst>
          </p:cNvPr>
          <p:cNvSpPr>
            <a:spLocks xmlns:a="http://schemas.openxmlformats.org/drawingml/2006/main" noGrp="1"/>
          </p:cNvSpPr>
          <p:nvPr/>
        </p:nvSpPr>
        <p:spPr>
          <a:xfrm xmlns:a="http://schemas.openxmlformats.org/drawingml/2006/main">
            <a:off x="663892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B84A3A"/>
                </a:solidFill>
                <a:latin typeface="Hiragino Sans"/>
                <a:ea typeface="Hiragino Sans"/>
                <a:cs typeface="Hiragino Sans"/>
              </a:defRPr>
            </a:pPr>
            <a:r>
              <a:rPr sz="5000" b="1">
                <a:solidFill>
                  <a:srgbClr val="B84A3A"/>
                </a:solidFill>
                <a:latin typeface="Hiragino Sans"/>
                <a:ea typeface="Hiragino Sans"/>
                <a:cs typeface="Hiragino Sans"/>
              </a:rPr>
              <a:t>2</a:t>
            </a:r>
          </a:p>
        </p:txBody>
      </p:sp>
      <p:sp>
        <p:nvSpPr>
          <p:cNvPr id="8" name="">
            <a:extLst xmlns:a="http://schemas.openxmlformats.org/drawingml/2006/main">
              <a:ext uri="{FF2B5EF4-FFF2-40B4-BE49-F238E27FC236}">
                <a16:creationId xmlns:a16="http://schemas.microsoft.com/office/drawing/2014/main" id="{B8EBF2AB-440E-42B1-ADC7-A7CB4BC912E8}"/>
              </a:ext>
            </a:extLst>
          </p:cNvPr>
          <p:cNvSpPr>
            <a:spLocks xmlns:a="http://schemas.openxmlformats.org/drawingml/2006/main" noGrp="1"/>
          </p:cNvSpPr>
          <p:nvPr/>
        </p:nvSpPr>
        <p:spPr>
          <a:xfrm xmlns:a="http://schemas.openxmlformats.org/drawingml/2006/main">
            <a:off x="7667625" y="3495675"/>
            <a:ext cx="90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500" b="1">
                <a:solidFill>
                  <a:srgbClr val="647177"/>
                </a:solidFill>
                <a:latin typeface="Hiragino Sans"/>
                <a:ea typeface="Hiragino Sans"/>
                <a:cs typeface="Hiragino Sans"/>
              </a:defRPr>
            </a:pPr>
            <a:r>
              <a:rPr sz="4500" b="1">
                <a:solidFill>
                  <a:srgbClr val="647177"/>
                </a:solidFill>
                <a:latin typeface="Hiragino Sans"/>
                <a:ea typeface="Hiragino Sans"/>
                <a:cs typeface="Hiragino Sans"/>
              </a:rPr>
              <a:t>→</a:t>
            </a:r>
          </a:p>
        </p:txBody>
      </p:sp>
      <p:sp>
        <p:nvSpPr>
          <p:cNvPr id="9" name="">
            <a:extLst xmlns:a="http://schemas.openxmlformats.org/drawingml/2006/main">
              <a:ext uri="{FF2B5EF4-FFF2-40B4-BE49-F238E27FC236}">
                <a16:creationId xmlns:a16="http://schemas.microsoft.com/office/drawing/2014/main" id="{783375F8-4D2D-4A13-B8FB-8B307E41698A}"/>
              </a:ext>
            </a:extLst>
          </p:cNvPr>
          <p:cNvSpPr>
            <a:spLocks xmlns:a="http://schemas.openxmlformats.org/drawingml/2006/main" noGrp="1"/>
          </p:cNvSpPr>
          <p:nvPr/>
        </p:nvSpPr>
        <p:spPr>
          <a:xfrm xmlns:a="http://schemas.openxmlformats.org/drawingml/2006/main">
            <a:off x="890587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4E7661"/>
                </a:solidFill>
                <a:latin typeface="Hiragino Sans"/>
                <a:ea typeface="Hiragino Sans"/>
                <a:cs typeface="Hiragino Sans"/>
              </a:defRPr>
            </a:pPr>
            <a:r>
              <a:rPr sz="5000" b="1">
                <a:solidFill>
                  <a:srgbClr val="4E7661"/>
                </a:solidFill>
                <a:latin typeface="Hiragino Sans"/>
                <a:ea typeface="Hiragino Sans"/>
                <a:cs typeface="Hiragino Sans"/>
              </a:rPr>
              <a:t>5</a:t>
            </a:r>
          </a:p>
        </p:txBody>
      </p:sp>
      <p:sp>
        <p:nvSpPr>
          <p:cNvPr id="10" name="">
            <a:extLst xmlns:a="http://schemas.openxmlformats.org/drawingml/2006/main">
              <a:ext uri="{FF2B5EF4-FFF2-40B4-BE49-F238E27FC236}">
                <a16:creationId xmlns:a16="http://schemas.microsoft.com/office/drawing/2014/main" id="{95F90248-EBE3-4524-AE7C-A293C26C865F}"/>
              </a:ext>
            </a:extLst>
          </p:cNvPr>
          <p:cNvSpPr>
            <a:spLocks xmlns:a="http://schemas.openxmlformats.org/drawingml/2006/main" noGrp="1"/>
          </p:cNvSpPr>
          <p:nvPr/>
        </p:nvSpPr>
        <p:spPr>
          <a:xfrm xmlns:a="http://schemas.openxmlformats.org/drawingml/2006/main">
            <a:off x="6381750" y="48387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87AE0C-A79F-4105-80FB-F79E50708D46}"/>
              </a:ext>
            </a:extLst>
          </p:cNvPr>
          <p:cNvSpPr>
            <a:spLocks xmlns:a="http://schemas.openxmlformats.org/drawingml/2006/main" noGrp="1"/>
          </p:cNvSpPr>
          <p:nvPr/>
        </p:nvSpPr>
        <p:spPr>
          <a:xfrm xmlns:a="http://schemas.openxmlformats.org/drawingml/2006/main">
            <a:off x="6496050" y="521970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TOBI E2で残る目立ちやすさを、</a:t>
            </a:r>
          </a:p>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次の機材で改善していく。</a:t>
            </a:r>
          </a:p>
        </p:txBody>
      </p:sp>
    </p:spTree>
    <p:extLst>
      <p:ext uri="{BB962C8B-B14F-4D97-AF65-F5344CB8AC3E}">
        <p14:creationId xmlns:p14="http://schemas.microsoft.com/office/powerpoint/2010/main" val="1076296451"/>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AB5DD8C-641A-4FC3-84CC-0E3642E840C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FE773D-0997-4985-B409-933A9B75200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F4BBA3BA-0A60-4AD1-BB6E-BA0E294C61F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f84651e3fba41cb"/>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E63420E-3AA5-4AA5-8A66-90D0FBE7F8E6}"/>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00E862E3-CB18-470F-8555-A91C20E0193D}"/>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B79848DF-5186-4ED5-8390-EEF2C70E1A32}"/>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05E560-61CB-4044-A338-BEE90A4A1B37}"/>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4B52421-4D96-4327-8AB0-C9EE2AEF74BA}"/>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C2C69CDB-1246-4EDD-88CF-5368103DD268}"/>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D5A625-6A82-4648-8F1B-1ABCD4B05FCF}"/>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974C6221-C789-4FC8-9166-5DC62AC413DA}"/>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01091E48-3436-46AD-A077-500F65461F7A}"/>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AC6F2A-2194-4EE7-A327-B45C1816CC62}"/>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D8FB166E-ACD3-4795-A716-2C07A40AE12B}"/>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PCに接続して、データを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承認・提出する</a:t>
            </a:r>
          </a:p>
        </p:txBody>
      </p:sp>
    </p:spTree>
    <p:extLst>
      <p:ext uri="{BB962C8B-B14F-4D97-AF65-F5344CB8AC3E}">
        <p14:creationId xmlns:p14="http://schemas.microsoft.com/office/powerpoint/2010/main" val="915550053"/>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748F8F-4378-4DA2-A368-A724ED213F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4FB8B8-9AC4-4B1A-A6FF-DE466684566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0AEAE70F-7033-41E3-B599-B1FBEE8EF8D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610021-0526-40D2-AF69-08C21A724791}"/>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82EE21AA-ADEE-45B1-BBA7-E41C7732FB97}"/>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AA578EAA-7FB8-4B23-9EF4-97760E4884C3}"/>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1BE69C96-6CC9-4838-8D9F-0FF09B669A3F}"/>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C8042549-6F43-4902-818B-81673295C5C7}"/>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A46F24B4-9C47-4158-AADC-D38C691FF4FA}"/>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a64897c53cb4f3a"/>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579889576"/>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3AA1CE7-EA5D-486F-87C6-FD2D66EECE1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787CAC-01D9-4CE2-B0EC-A2FE95555977}"/>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49909980-2436-4237-9D65-E0DA007317E6}"/>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5D986B5B-50C1-4C35-9989-A07668E18301}"/>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AA293A27-AFD0-46EA-80F6-9AEA7F749E16}"/>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5E8B91FF-6435-4F4A-9073-311DE9F737D5}"/>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5A2DA70-2F4C-49A2-AF75-2CB7D504E3BE}"/>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B0DCB788-3B88-4FFF-843C-7D665EAB4C0C}"/>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F1156F7A-DA7E-4186-B19A-242F66636B82}"/>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E4F24665-B9CC-4738-9762-7BFE28420ED9}"/>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9F7140C4-88ED-4041-90C5-007549DE1083}"/>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D395FE4-A7A9-4947-9D56-DA3E28A6A2C2}"/>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8F85CEDF-B1EA-4B60-9283-00C018E92EC4}"/>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7EDF062D-B94C-499B-B275-8271C9DA5686}"/>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AC71519D-5397-4597-A8CE-8C047F89D74E}"/>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443141916"/>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3E8E2F-5D01-48CB-9038-9B465B03D5F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B78D28-C29B-4BDC-A22B-60C5477680F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5B0EC78D-1CC5-416D-B8BD-0404D611ADD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575E0E-8D04-4F6E-9BF3-B4C2414B7A1D}"/>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撮影データの販売収益を、現場と分け合う方式です。</a:t>
            </a:r>
          </a:p>
        </p:txBody>
      </p:sp>
      <p:sp>
        <p:nvSpPr>
          <p:cNvPr id="5" name="">
            <a:extLst xmlns:a="http://schemas.openxmlformats.org/drawingml/2006/main">
              <a:ext uri="{FF2B5EF4-FFF2-40B4-BE49-F238E27FC236}">
                <a16:creationId xmlns:a16="http://schemas.microsoft.com/office/drawing/2014/main" id="{ADCD1FBE-CB26-43B4-9AC7-71B69EAA0E3A}"/>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2E8AF8-4198-4427-95FE-811F70677A7E}"/>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D378EE7F-8012-4F8B-B60B-B9C1816310C8}"/>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24E46C-4F27-4DA6-BCFB-8B7DDA3CDEA5}"/>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F49CEC64-7F91-4778-9792-A47290418159}"/>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446008284"/>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6F1C0B-8B99-4D45-80A4-FEA23ED8C9F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0860CD-ABB5-4218-B303-C208DB00357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2BEDDA00-3689-4E14-B8C9-B8343587DD8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E77FC3-8711-4AE4-8F8F-31CB82F42576}"/>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956E91A9-8E7C-478E-9036-467BA40520F5}"/>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181019789"/>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DDDCC51-0FEE-47E9-8C8F-5E0093FEAD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365F7D-B561-4BD9-A869-6ACBA48B29A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D0FD045F-2B84-4223-931D-B4C8B0C94B0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828B16-0069-4DFB-A6CF-B81FAB870BF8}"/>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20CB5DE3-EB7B-4E11-8FA6-5EF87E3C0649}"/>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A4154D91-A28D-4D49-8ECF-7437D22A3915}"/>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2AF46F8E-DA36-47CA-8207-5D5E0D7C46DA}"/>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B2788D-C90A-4170-9CE3-432E7451B95B}"/>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57CA2EDD-2569-4E0B-8192-C23541AE89F9}"/>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E859A570-C490-4465-B147-765AC84FADC1}"/>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1FBB59BB-FD98-41C3-ABD3-866787118EFC}"/>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1ACED8-9A0A-4AF5-AC96-DE37DBBB82CC}"/>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07FAF928-C232-4DD4-BA44-799CFC980CFE}"/>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5F8A4C0C-880C-4A30-BB4F-BB0174C67337}"/>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CCCE8F32-F6F3-41FC-82EB-52B4644D5816}"/>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01F2F06-B822-4343-A63C-F9218F07A970}"/>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2D387473-F230-46BE-B213-AF3FDBFCCF5A}"/>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3C4683DE-F536-4FBD-BF93-7B8558548B69}"/>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1438607121"/>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17B73D-989C-4565-A85D-563D7FE2BD7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442A59-83C7-4792-B286-00B573B6994B}"/>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eaff617575b4355"/>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4DF4F0-87E8-4A67-954C-0D42289D21E6}"/>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現場のデータをロボット開発に活かし、</a:t>
            </a:r>
          </a:p>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生まれた利益を現場に戻す。僕らはこういう企業です。</a:t>
            </a:r>
          </a:p>
        </p:txBody>
      </p:sp>
    </p:spTree>
    <p:extLst>
      <p:ext uri="{BB962C8B-B14F-4D97-AF65-F5344CB8AC3E}">
        <p14:creationId xmlns:p14="http://schemas.microsoft.com/office/powerpoint/2010/main" val="30410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2026-09-16T07:01:39.2160000Z</dcterms:created>
  <dcterms:modified xsi:type="dcterms:W3CDTF">2026-09-16T07:01:39.2160000Z</dcterms:modified>
</coreProperties>
</file>