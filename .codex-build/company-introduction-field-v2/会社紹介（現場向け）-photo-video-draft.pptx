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6175679f914ebb" /><Relationship Type="http://schemas.openxmlformats.org/officeDocument/2006/relationships/extended-properties" Target="/docProps/app.xml" Id="R6d1359ebb1d74886" /><Relationship Type="http://schemas.openxmlformats.org/officeDocument/2006/relationships/officeDocument" Target="/ppt/presentation.xml" Id="Rb6d91f2718e94209" /></Relationships>
</file>

<file path=ppt/presentation.xml><?xml version="1.0" encoding="utf-8"?>
<p:presentation xmlns:p="http://schemas.openxmlformats.org/presentationml/2006/main">
  <p:sldMasterIdLst>
    <p:sldMasterId xmlns:r="http://schemas.openxmlformats.org/officeDocument/2006/relationships" id="2147483648" r:id="Recaac64c70eb49d0"/>
  </p:sldMasterIdLst>
  <p:notesMasterIdLst>
    <p:notesMasterId xmlns:r="http://schemas.openxmlformats.org/officeDocument/2006/relationships" r:id="R6a5e1e3b33cd4def"/>
  </p:notesMasterIdLst>
  <p:sldIdLst>
    <p:sldId xmlns:r="http://schemas.openxmlformats.org/officeDocument/2006/relationships" id="256" r:id="Re9b7908a4d024bf7"/>
    <p:sldId xmlns:r="http://schemas.openxmlformats.org/officeDocument/2006/relationships" id="257" r:id="Rb55bfb4af3c140ce"/>
    <p:sldId xmlns:r="http://schemas.openxmlformats.org/officeDocument/2006/relationships" id="258" r:id="R91cee3e45bfc4559"/>
    <p:sldId xmlns:r="http://schemas.openxmlformats.org/officeDocument/2006/relationships" id="259" r:id="R65bd7712194543c1"/>
    <p:sldId xmlns:r="http://schemas.openxmlformats.org/officeDocument/2006/relationships" id="260" r:id="Rd75b1ce7b33a4e27"/>
    <p:sldId xmlns:r="http://schemas.openxmlformats.org/officeDocument/2006/relationships" id="261" r:id="R640cce82a0b64a85"/>
    <p:sldId xmlns:r="http://schemas.openxmlformats.org/officeDocument/2006/relationships" id="262" r:id="R95e8636fd1da47ec"/>
    <p:sldId xmlns:r="http://schemas.openxmlformats.org/officeDocument/2006/relationships" id="263" r:id="R3318f45856cb4dd3"/>
    <p:sldId xmlns:r="http://schemas.openxmlformats.org/officeDocument/2006/relationships" id="264" r:id="Rbb63841fbc0e4677"/>
    <p:sldId xmlns:r="http://schemas.openxmlformats.org/officeDocument/2006/relationships" id="265" r:id="R7deec16a68e449c7"/>
    <p:sldId xmlns:r="http://schemas.openxmlformats.org/officeDocument/2006/relationships" id="266" r:id="R878259fef1234356"/>
    <p:sldId xmlns:r="http://schemas.openxmlformats.org/officeDocument/2006/relationships" id="267" r:id="R59793287cfe24179"/>
    <p:sldId xmlns:r="http://schemas.openxmlformats.org/officeDocument/2006/relationships" id="268" r:id="R7d62d725b1514feb"/>
    <p:sldId xmlns:r="http://schemas.openxmlformats.org/officeDocument/2006/relationships" id="269" r:id="Rfde5fa70b7eb45bc"/>
    <p:sldId xmlns:r="http://schemas.openxmlformats.org/officeDocument/2006/relationships" id="270" r:id="R91688a18107d4506"/>
    <p:sldId xmlns:r="http://schemas.openxmlformats.org/officeDocument/2006/relationships" id="271" r:id="Rc791620d9255485e"/>
    <p:sldId xmlns:r="http://schemas.openxmlformats.org/officeDocument/2006/relationships" id="272" r:id="R5d1661d468a748f3"/>
    <p:sldId xmlns:r="http://schemas.openxmlformats.org/officeDocument/2006/relationships" id="273" r:id="R62a0293a77f54f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f0edb7c6e04437" /><Relationship Type="http://schemas.openxmlformats.org/officeDocument/2006/relationships/slideMaster" Target="/ppt/slideMasters/slideMaster1.xml" Id="Recaac64c70eb49d0" /><Relationship Type="http://schemas.openxmlformats.org/officeDocument/2006/relationships/notesMaster" Target="/ppt/notesMasters/notesMaster1.xml" Id="R6a5e1e3b33cd4def" /><Relationship Type="http://schemas.openxmlformats.org/officeDocument/2006/relationships/presProps" Target="/ppt/presProps.xml" Id="Re76bdea5f5894088" /><Relationship Type="http://schemas.openxmlformats.org/officeDocument/2006/relationships/tableStyles" Target="/ppt/tableStyles.xml" Id="R3226a2f8c7a54d18" /><Relationship Type="http://schemas.openxmlformats.org/officeDocument/2006/relationships/slide" Target="/ppt/slides/slide1.xml" Id="Re9b7908a4d024bf7" /><Relationship Type="http://schemas.openxmlformats.org/officeDocument/2006/relationships/slide" Target="/ppt/slides/slide2.xml" Id="Rb55bfb4af3c140ce" /><Relationship Type="http://schemas.openxmlformats.org/officeDocument/2006/relationships/slide" Target="/ppt/slides/slide3.xml" Id="R91cee3e45bfc4559" /><Relationship Type="http://schemas.openxmlformats.org/officeDocument/2006/relationships/slide" Target="/ppt/slides/slide4.xml" Id="R65bd7712194543c1" /><Relationship Type="http://schemas.openxmlformats.org/officeDocument/2006/relationships/slide" Target="/ppt/slides/slide5.xml" Id="Rd75b1ce7b33a4e27" /><Relationship Type="http://schemas.openxmlformats.org/officeDocument/2006/relationships/slide" Target="/ppt/slides/slide6.xml" Id="R640cce82a0b64a85" /><Relationship Type="http://schemas.openxmlformats.org/officeDocument/2006/relationships/slide" Target="/ppt/slides/slide7.xml" Id="R95e8636fd1da47ec" /><Relationship Type="http://schemas.openxmlformats.org/officeDocument/2006/relationships/slide" Target="/ppt/slides/slide8.xml" Id="R3318f45856cb4dd3" /><Relationship Type="http://schemas.openxmlformats.org/officeDocument/2006/relationships/slide" Target="/ppt/slides/slide9.xml" Id="Rbb63841fbc0e4677" /><Relationship Type="http://schemas.openxmlformats.org/officeDocument/2006/relationships/slide" Target="/ppt/slides/slide10.xml" Id="R7deec16a68e449c7" /><Relationship Type="http://schemas.openxmlformats.org/officeDocument/2006/relationships/slide" Target="/ppt/slides/slide11.xml" Id="R878259fef1234356" /><Relationship Type="http://schemas.openxmlformats.org/officeDocument/2006/relationships/slide" Target="/ppt/slides/slide12.xml" Id="R59793287cfe24179" /><Relationship Type="http://schemas.openxmlformats.org/officeDocument/2006/relationships/slide" Target="/ppt/slides/slide13.xml" Id="R7d62d725b1514feb" /><Relationship Type="http://schemas.openxmlformats.org/officeDocument/2006/relationships/slide" Target="/ppt/slides/slide14.xml" Id="Rfde5fa70b7eb45bc" /><Relationship Type="http://schemas.openxmlformats.org/officeDocument/2006/relationships/slide" Target="/ppt/slides/slide15.xml" Id="R91688a18107d4506" /><Relationship Type="http://schemas.openxmlformats.org/officeDocument/2006/relationships/slide" Target="/ppt/slides/slide16.xml" Id="Rc791620d9255485e" /><Relationship Type="http://schemas.openxmlformats.org/officeDocument/2006/relationships/slide" Target="/ppt/slides/slide17.xml" Id="R5d1661d468a748f3" /><Relationship Type="http://schemas.openxmlformats.org/officeDocument/2006/relationships/slide" Target="/ppt/slides/slide18.xml" Id="R62a0293a77f54f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22d6f737444a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6e848fb59c4a46" /><Relationship Type="http://schemas.openxmlformats.org/officeDocument/2006/relationships/notesMaster" Target="/ppt/notesMasters/notesMaster1.xml" Id="Reb79451a33514f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a76b62a4954089" /><Relationship Type="http://schemas.openxmlformats.org/officeDocument/2006/relationships/notesMaster" Target="/ppt/notesMasters/notesMaster1.xml" Id="Rb3f7c13bb9334d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58b15f6f7745eb" /><Relationship Type="http://schemas.openxmlformats.org/officeDocument/2006/relationships/notesMaster" Target="/ppt/notesMasters/notesMaster1.xml" Id="Rec1cd0174b4f4c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23f14fc39a4de5" /><Relationship Type="http://schemas.openxmlformats.org/officeDocument/2006/relationships/notesMaster" Target="/ppt/notesMasters/notesMaster1.xml" Id="Rfbc7d883dca641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b2318726ce44c5" /><Relationship Type="http://schemas.openxmlformats.org/officeDocument/2006/relationships/notesMaster" Target="/ppt/notesMasters/notesMaster1.xml" Id="R8dceb88bf79143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f16e15a0c941c7" /><Relationship Type="http://schemas.openxmlformats.org/officeDocument/2006/relationships/notesMaster" Target="/ppt/notesMasters/notesMaster1.xml" Id="R684456683f0e4d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d537dfe23d4a90" /><Relationship Type="http://schemas.openxmlformats.org/officeDocument/2006/relationships/notesMaster" Target="/ppt/notesMasters/notesMaster1.xml" Id="Rad3edde5959c4d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dec40525344dce" /><Relationship Type="http://schemas.openxmlformats.org/officeDocument/2006/relationships/notesMaster" Target="/ppt/notesMasters/notesMaster1.xml" Id="Rbca841f3a87a4e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ae74c337be42a6" /><Relationship Type="http://schemas.openxmlformats.org/officeDocument/2006/relationships/notesMaster" Target="/ppt/notesMasters/notesMaster1.xml" Id="R9f0985baa83742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453b006a4a4bfa" /><Relationship Type="http://schemas.openxmlformats.org/officeDocument/2006/relationships/notesMaster" Target="/ppt/notesMasters/notesMaster1.xml" Id="Ref572539d8154e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7593fe42744af7" /><Relationship Type="http://schemas.openxmlformats.org/officeDocument/2006/relationships/notesMaster" Target="/ppt/notesMasters/notesMaster1.xml" Id="R18065a8f4a7a46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2998e0a8514701" /><Relationship Type="http://schemas.openxmlformats.org/officeDocument/2006/relationships/notesMaster" Target="/ppt/notesMasters/notesMaster1.xml" Id="R24a51a286e0d48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ea1928457a4732" /><Relationship Type="http://schemas.openxmlformats.org/officeDocument/2006/relationships/notesMaster" Target="/ppt/notesMasters/notesMaster1.xml" Id="Rc830985745954f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0c832e07fd41fc" /><Relationship Type="http://schemas.openxmlformats.org/officeDocument/2006/relationships/notesMaster" Target="/ppt/notesMasters/notesMaster1.xml" Id="Rdb36ff6114334e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735c917ccc4778" /><Relationship Type="http://schemas.openxmlformats.org/officeDocument/2006/relationships/notesMaster" Target="/ppt/notesMasters/notesMaster1.xml" Id="R91b72a59afd74d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1ec554a94849d5" /><Relationship Type="http://schemas.openxmlformats.org/officeDocument/2006/relationships/notesMaster" Target="/ppt/notesMasters/notesMaster1.xml" Id="Rdb84bbfcbaca4bc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31adb165ee4e91" /><Relationship Type="http://schemas.openxmlformats.org/officeDocument/2006/relationships/notesMaster" Target="/ppt/notesMasters/notesMaster1.xml" Id="R457c98b71f3e4c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b4f5d693d14ae9" /><Relationship Type="http://schemas.openxmlformats.org/officeDocument/2006/relationships/notesMaster" Target="/ppt/notesMasters/notesMaster1.xml" Id="Rf751b3171d6d43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ベーカリー『サトウカエデ』での撮影検証です。作業者がヘルメット型の撮影機材を装着して、実際のベーカリー業務を行っている様子です。次のスライドでは、同じ現場でiPhone Proにより記録したカメラ映像とLiDAR深度を紹介します。</a:t>
            </a:r>
          </a:p>
          <a:p xmlns:a="http://schemas.openxmlformats.org/drawingml/2006/main">
            <a:r>
              <a:t/>
            </a:r>
          </a:p>
          <a:p xmlns:a="http://schemas.openxmlformats.org/drawingml/2006/main">
            <a:r>
              <a:t>写真：RootLens提供、document/business/assets/photo_satokaede.jpg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ec619f682344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120586390b48d3" /><Relationship Type="http://schemas.openxmlformats.org/officeDocument/2006/relationships/slideLayout" Target="/ppt/slideLayouts/slideLayout1.xml" Id="Rc35d9e5d19bc41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5d9e5d19bc41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9ba972316a4a94" /><Relationship Type="http://schemas.openxmlformats.org/officeDocument/2006/relationships/image" Target="/ppt/media/image.png" Id="R599adebf79124d00" /><Relationship Type="http://schemas.openxmlformats.org/officeDocument/2006/relationships/notesSlide" Target="/ppt/notesSlides/notesSlide1.xml" Id="Rfb920a87f6094c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6dda0db9eb4726" /><Relationship Type="http://schemas.openxmlformats.org/officeDocument/2006/relationships/notesSlide" Target="/ppt/notesSlides/notesSlide2.xml" Id="Rff245fec3d6e49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2d6de4057a4814" /><Relationship Type="http://schemas.openxmlformats.org/officeDocument/2006/relationships/image" Target="/ppt/media/image2.png" Id="R4a2caa74d4ce4f4f" /><Relationship Type="http://schemas.openxmlformats.org/officeDocument/2006/relationships/notesSlide" Target="/ppt/notesSlides/notesSlide3.xml" Id="R300304ddac8046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209ae6a8d24400" /><Relationship Type="http://schemas.openxmlformats.org/officeDocument/2006/relationships/notesSlide" Target="/ppt/notesSlides/notesSlide4.xml" Id="R4dfdced9110844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2a15dea77f4fe3" /><Relationship Type="http://schemas.openxmlformats.org/officeDocument/2006/relationships/image" Target="/ppt/media/image.jpeg" Id="Rf15e9f729b0b49a0" /><Relationship Type="http://schemas.openxmlformats.org/officeDocument/2006/relationships/notesSlide" Target="/ppt/notesSlides/notesSlide5.xml" Id="R2d1b005189ba43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0f652446d5419b" /><Relationship Type="http://schemas.openxmlformats.org/officeDocument/2006/relationships/image" Target="/ppt/media/image3.png" Id="R424f3ac4caea4332" /><Relationship Type="http://schemas.openxmlformats.org/officeDocument/2006/relationships/notesSlide" Target="/ppt/notesSlides/notesSlide6.xml" Id="R306478d59e6e45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ef94ed9d7f45d0" /><Relationship Type="http://schemas.openxmlformats.org/officeDocument/2006/relationships/image" Target="/ppt/media/image4.png" Id="R354b3835ce114912" /><Relationship Type="http://schemas.openxmlformats.org/officeDocument/2006/relationships/notesSlide" Target="/ppt/notesSlides/notesSlide7.xml" Id="R92025abf711c47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e0eea1d2154893" /><Relationship Type="http://schemas.openxmlformats.org/officeDocument/2006/relationships/image" Target="/ppt/media/image2.jpeg" Id="R0496f23f944e45d8" /><Relationship Type="http://schemas.openxmlformats.org/officeDocument/2006/relationships/notesSlide" Target="/ppt/notesSlides/notesSlide8.xml" Id="R909f11a78a9947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4cfe92d4a74114" /><Relationship Type="http://schemas.openxmlformats.org/officeDocument/2006/relationships/image" Target="/ppt/media/image5.png" Id="R605bb08713124411" /><Relationship Type="http://schemas.openxmlformats.org/officeDocument/2006/relationships/notesSlide" Target="/ppt/notesSlides/notesSlide9.xml" Id="Rc76453d628914d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185f9f72f24d19" /><Relationship Type="http://schemas.openxmlformats.org/officeDocument/2006/relationships/notesSlide" Target="/ppt/notesSlides/notesSlide10.xml" Id="R194f130d17e249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cb2119d336942e6" /><Relationship Type="http://schemas.openxmlformats.org/officeDocument/2006/relationships/image" Target="/ppt/media/image6.png" Id="R7da6a287d4744eec" /><Relationship Type="http://schemas.openxmlformats.org/officeDocument/2006/relationships/notesSlide" Target="/ppt/notesSlides/notesSlide11.xml" Id="Rcd25d7cf94084c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47231929024a8a" /><Relationship Type="http://schemas.openxmlformats.org/officeDocument/2006/relationships/image" Target="/ppt/media/image7.png" Id="R39eeea1d42be4418" /><Relationship Type="http://schemas.openxmlformats.org/officeDocument/2006/relationships/notesSlide" Target="/ppt/notesSlides/notesSlide12.xml" Id="R38ca6257daa041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d5c3873f1c42c6" /><Relationship Type="http://schemas.openxmlformats.org/officeDocument/2006/relationships/notesSlide" Target="/ppt/notesSlides/notesSlide13.xml" Id="R001f22a6679742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f3137ce2b08471d" /><Relationship Type="http://schemas.openxmlformats.org/officeDocument/2006/relationships/notesSlide" Target="/ppt/notesSlides/notesSlide14.xml" Id="R54e773de6a5c47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b7c05027edd4875" /><Relationship Type="http://schemas.openxmlformats.org/officeDocument/2006/relationships/image" Target="/ppt/media/image3.jpeg" Id="R418d03890d5043a5" /><Relationship Type="http://schemas.openxmlformats.org/officeDocument/2006/relationships/notesSlide" Target="/ppt/notesSlides/notesSlide15.xml" Id="R6f0d52df03f848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d6ff776f414c27" /><Relationship Type="http://schemas.openxmlformats.org/officeDocument/2006/relationships/image" Target="/ppt/media/image4.jpeg" Id="R4753ed685cc24609" /><Relationship Type="http://schemas.openxmlformats.org/officeDocument/2006/relationships/notesSlide" Target="/ppt/notesSlides/notesSlide16.xml" Id="Ra34ea839f62b43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1ec5e2af104792" /><Relationship Type="http://schemas.openxmlformats.org/officeDocument/2006/relationships/notesSlide" Target="/ppt/notesSlides/notesSlide17.xml" Id="R8490f5dddd654c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bc96745ae34728" /><Relationship Type="http://schemas.openxmlformats.org/officeDocument/2006/relationships/image" Target="/ppt/media/image8.png" Id="R3ebb1eb1770f4c07" /><Relationship Type="http://schemas.openxmlformats.org/officeDocument/2006/relationships/notesSlide" Target="/ppt/notesSlides/notesSlide18.xml" Id="R8737e19bd6eb4582"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99adebf79124d0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C512A5-EDF3-46B6-A645-63282A96B45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4CB24E-B65F-4F02-90C9-1EF573B061EE}"/>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78401DF8-83BC-4FC0-9F2C-4D9D63D2344A}"/>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1BD909FA-8153-437C-8D13-B45B43F7786A}"/>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15C2B394-1310-4386-B0C2-B68944A9E4ED}"/>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2122B7-F15D-42B8-BFF1-37AC7C45CCA7}"/>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B6EC356B-FAB6-4928-819A-11C7F265EDBC}"/>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939335566"/>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AF7E06-B575-41E0-8E16-A463CE094AF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C4136D-C26F-4EE7-958E-C8C3A67F2F0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98C35D13-6C81-4BB3-9FDF-92BB9104C8A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8D27FA-4131-417B-A8C5-8FBB07B0302A}"/>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10B8A463-E975-4AC8-BF5E-68B56D817E04}"/>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7DD665FF-0F91-4CA0-9F9A-B6ABF8862340}"/>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63578D-D5E4-4213-AB1B-A13153C80245}"/>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3ED5A95F-129E-4B2B-AEE3-093D1C7D7637}"/>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08F89D-9AD9-4754-8C0C-75C28B554B95}"/>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80BF8983-76FA-4630-AAC3-7C74E6C5E168}"/>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CCDF0D-744A-4EC3-8273-25F0C463071A}"/>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DA7AEDBB-3B82-48EF-8415-9856B1850D46}"/>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AC8ADB-6BE6-41DB-B2A2-48FF6646C8DD}"/>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351536879"/>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17A07C-22BB-48E6-841E-285A69E65E9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E27BE8-EF7F-4FFE-9A4F-797A9DE5F18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5E690397-E0CB-43E6-93DC-DE0BC90DB1B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28EEF8-B4B1-4664-9F77-1F26CF4031A4}"/>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500925A3-46EC-4D45-B0A1-8F1FE7C9DC62}"/>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a2caa74d4ce4f4f"/>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792BB99-5C5D-487F-8E5F-B1DE12D6472B}"/>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1446630121"/>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CF3443-A791-4DCE-AE7B-6AA1561708D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2BD085-6D22-4F2A-AC95-48607F26AF8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AB7686AB-B3B2-45F5-9FFF-931D0250CF9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6BF75C-AA36-4E86-8332-FEEC41CF96F9}"/>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2D6F98AA-20B9-47D8-8CFF-CC18715FF302}"/>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E210CA15-9E06-44B5-AA20-337EB2B2395C}"/>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F0CC1D-F856-4E78-B12C-B8956D75FA16}"/>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02D0FCCC-2B10-4A95-A3F7-938DA68AE3A0}"/>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1C4C8D7F-8B6D-4AC3-A454-850C60520B2E}"/>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DD19E04-EB56-430F-90A7-E73D89FA61F1}"/>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82282EC1-C376-4F51-B7EA-300A769AC595}"/>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BA180F8D-6AB5-44EC-AF07-CE710AB125F2}"/>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F753F3-853D-44B0-A66C-E87414A0619F}"/>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C4453C54-FE41-4925-A695-A9396A594C86}"/>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C768365-7325-45F3-AAD4-2C0428D56CEC}"/>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477155773"/>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D5183A-4738-4396-8643-C716C2C287F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F6ED02-AB63-44AD-B486-7D4013B1D4C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3087D48E-D0E7-4132-BF1B-031CA1C2496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15e9f729b0b49a0"/>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3266E5-A43B-4F79-A488-AC86DEE8448A}"/>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C740AADD-73FB-4C83-8C9E-1811A4C71C61}"/>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21035942"/>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8B0F87-92E2-43F5-93A1-CDBBE056376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BC9A3F-7A10-441E-94ED-6F74D59235F4}"/>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78FC7C49-89E0-4F28-A479-4326CCA88D58}"/>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26748876-3EE3-497F-9356-CD17269688D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B58753-A64F-44F1-8AE1-B43CD446DC06}"/>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4C902EB5-9494-41F9-81AF-A3E7BBC9057D}"/>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24f3ac4caea4332"/>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DB448C5-DE08-4984-B968-03C2B6C24C79}"/>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504706102"/>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BE293CE-D7C1-4A4C-998F-283985E9A7F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B2C006-8DA5-4C76-B1B3-83870B86F3D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C980B8ED-4A78-4A99-865D-BF60A7B55F9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54b3835ce114912"/>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E4C204-1D54-4096-9D8C-1F37D9315B5C}"/>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A25E952B-3FD7-4325-ADC8-8E11A8D443D4}"/>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6CC27A99-1303-443F-B536-2CA7194E667B}"/>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52E2EA87-D5FA-45D0-A710-6AA7506E3F2A}"/>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CB04F9A3-593D-489E-B456-C1E48D805F1A}"/>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DF60A320-736D-43CD-9166-BA40F67424B5}"/>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57754F2D-C697-4EAC-A25C-1219C6ADC69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8E4C2AEA-79FD-46BB-B4BB-396337F4D963}"/>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D120A09D-81BD-4550-93D8-981EA938A055}"/>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D2683CD3-37AC-4F14-A2F0-E16D42856BA6}"/>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9E16B296-E68D-4DBB-9CD1-58EB662E3C7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A35B7133-39D6-43A6-97B5-F473F8E994B0}"/>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A5887793-8B41-446B-888E-957105B450F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7A9287F8-CD05-4667-B067-3D12024183A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32AE9E6A-5A2A-48C1-9DFF-E484BF7A779B}"/>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2B0C5FDB-2869-4700-896C-F9F139071640}"/>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38716D58-F38D-4A29-992C-74DB7F379E75}"/>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B17E47E4-CEB8-4EAB-BC0B-54A5D1CA3A04}"/>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ABB512DE-48F0-4B43-99FA-0A3C6191B313}"/>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61775939-D87E-4E6B-A4C1-09BB9385F3DC}"/>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0CBD8B65-F12F-4680-BCB8-EE17166E183E}"/>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1920EBF2-A1D8-4F95-BB94-542D6F152E04}"/>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0374FDD1-DA78-4CCE-8EF5-6C3B995D3859}"/>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167644A9-46A6-4582-B83C-2061322A995E}"/>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A9B06647-EAD4-4D40-B369-FF01B51B5F84}"/>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A8E65F87-0870-4795-8A88-6932716BF0F2}"/>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2E21B7FA-3536-4C93-AF5E-224E8BB66C40}"/>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5B839A90-1445-46F4-91D3-8FA687E077E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A3688D61-F727-4DCD-893B-3F489C37133B}"/>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6F34E1DF-E8DA-4E19-9646-17F387070ABF}"/>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3681A616-AC9D-4ECD-8659-E735DF8F267A}"/>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77F1E839-4FFE-4115-8403-A22C5F9629F1}"/>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961B8B2C-0FB9-40D8-8B1A-D5A7CC1096C3}"/>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62C4B8A2-2103-4A66-BE26-96F09E92DCE8}"/>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F9A37263-42E1-436D-8591-2FEB8EE25ADD}"/>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1A3A9DA5-B16F-4171-B701-33B19D028C8D}"/>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3EA8DFB6-4218-4FBA-87EE-5F1F5C65E0AF}"/>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700FC70-F7B3-41EC-8845-6A5D0C87C38E}"/>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FB855F8D-5251-42E4-840D-6DC3BAB7824C}"/>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162120068"/>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A7239BD-76E9-4B9E-9B0E-6F6BA2D2F21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5A176F-F028-474A-BFC5-91316F02205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664CD580-697A-49E1-BDFE-1C7DDA0F5B1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496f23f944e45d8"/>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4DB9F39-4D4D-4EA8-97AB-E4F4FC77437D}"/>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3752E4D7-5B7A-41FF-BE11-A959EFEB584E}"/>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AEB710BE-5268-4AD6-B351-24C29FD8B49C}"/>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79253FF6-84FC-472E-B7CB-70AC4E5FCCD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296EC747-B2EE-4096-909A-1FA6B85A48D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7438D6B3-D021-4539-951F-E18A6DE7F0BA}"/>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567E0113-FE2B-4A42-B3A8-DA591C4A2515}"/>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7327A9A4-4252-4E29-B974-FD8583801217}"/>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F2378635-119E-4D68-9F8D-AEC3DF3DE201}"/>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46510E3-2173-4A40-B4C5-40A149BA3EA7}"/>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FDB037BB-FAAD-4E39-90A4-33AA5B0BCA2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D95A500D-C398-41E5-A436-24324482DF33}"/>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0C4357A2-0A7C-4E5C-9B05-2270A61A29F2}"/>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1DC21E8F-D047-4DA9-BB9E-A2FFABE52FFC}"/>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4B4FD554-FC1B-4F35-ACEB-DE412349FBDD}"/>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3B3A728C-FEE9-4A97-922D-9A0916C3F8E1}"/>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039CC7C9-E8A3-473F-83B4-94240789A27A}"/>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36317E51-75A5-4A34-844F-CE42ED6B08A4}"/>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0B819650-8C3C-49A2-81F4-FA11B9394A24}"/>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9A842AB0-AD8D-44DB-86C2-FC190EA862A0}"/>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2BF951D9-22DC-4860-A33D-199D4DC7CCF0}"/>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34F16776-591A-425F-956B-E3A591494121}"/>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52CC01AB-1574-468F-83DD-07A7D11F286B}"/>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8F1E5CA-CDC5-4E73-9AD1-2347F5055F64}"/>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B7F4A32A-80BB-40FB-9580-B4200943D82D}"/>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CED0BC44-CBA1-4C0A-833F-154782085689}"/>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AD3E9690-9038-43B8-BFE4-E900CD586010}"/>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72D37A8B-E7D6-4134-B040-B5BB370FEFD7}"/>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1941CDBB-A024-415A-94BC-4C392528F645}"/>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4BFB2E11-82FC-4203-9752-B06CE8DC228D}"/>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6A91E8B8-A561-48D7-9F0A-393B9AA82C13}"/>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81FE5291-6D03-4A50-9F20-725F13511394}"/>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779B1A1C-93C2-44A8-988D-0F533EA2C31E}"/>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1C59F2C5-67B6-434B-9DDB-97B6AB093EA9}"/>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3411E718-0AA4-4F27-96F5-675F84BE4A1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74CCD499-9FF1-4D45-8AD3-D81B52046FDC}"/>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849735D2-30E6-401C-A4BB-7AD0E46BB2CC}"/>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35478EE-8F50-4872-81BA-6E3600C20D79}"/>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874CEACE-8260-41E0-B86D-FBAFD16ABA47}"/>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496941709"/>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BEA3A32-E441-410C-8205-B25FA3CD84E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9F71B6-AE4F-461B-AC7F-10CBC40A4FB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FD79A4B8-F673-404E-8788-B4DC38C4A11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05bb08713124411"/>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A2C990A-8639-4640-A3A0-D3634CA13CE8}"/>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E364D21A-BCE2-4573-8AAB-2A65252A145D}"/>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9EEB0908-7334-488F-A00A-45290B68B849}"/>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5A77C620-B2AC-4BE8-BE5B-8E3ABEE8C17B}"/>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127EB56C-7F40-44EE-AC0B-6413D0ED9CDB}"/>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36E9CE5E-6403-426F-B7FE-AD616BA3E0C4}"/>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D6CB3C83-07DA-403C-A256-2D395C1B8CFE}"/>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CC94FCA3-625A-47B6-8E1C-A7FE4AC71D03}"/>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763D5C4D-DE89-4E9C-AF2E-DD4492655430}"/>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42BDD84B-C601-4A87-ACD0-7BA771DB2D0E}"/>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72AE99F5-4AB8-4984-AAFB-650BE50C0859}"/>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F15E7484-AE28-4CC7-AEBE-7B831C4864A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8F0731A6-9236-49C7-8475-C3F35A3C595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40AB699C-273D-41D2-B5A4-3DF6E07C9105}"/>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AE9BB893-AB1D-4551-911D-12A25F132422}"/>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525CEFFA-0032-40D3-A6FB-901F3200BD99}"/>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A12321A8-453D-4BBB-A3AF-B2C9B5BA5A4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E7BFC718-42DC-4F2F-B5CF-2A28F9EB1996}"/>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C9BC7018-F9AA-4A7F-AAD9-C5C037F9898F}"/>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D7C2B76F-CC4D-4E16-BE6F-88F7B9BC9CEB}"/>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31D1AAC3-B3ED-43B9-BAA9-C69C831C6F1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C48AD193-5822-4172-85C4-8913F0279692}"/>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6BC4FDFB-F500-4F07-8E3D-1E3DE3857096}"/>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9CCB95CF-84E9-4AE3-B322-E8BA4BBB89FB}"/>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0A6C3EA1-B726-4E0A-BD5D-938C4235C8C1}"/>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56DB37E5-D6B2-4EAE-AEC3-B8638E06E0E2}"/>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856283A5-3D37-428E-8795-FBB81557D690}"/>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613B116E-4B08-4839-B79A-610C8D113E2C}"/>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CE449025-16F7-4626-A230-9096E0CC9750}"/>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210CF4F2-E46C-4218-B1A8-537B5DD68291}"/>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BF9697E1-A7C5-494D-9750-057C9103AF9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9D22136B-AD4A-4F5A-AF12-42EB9098BABA}"/>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D4C7FB6F-3C00-4404-B075-F8D0681C1DC7}"/>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1D907EA1-283F-4171-B5AB-6D027092835E}"/>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BA273891-C5D6-4BBF-951A-037C76F2ABDE}"/>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082453F-74CD-4AC8-972C-80F0D3D897B4}"/>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AE52C85E-876C-4187-96F8-9DC15C42F1FE}"/>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5BA30B4-E75C-44A5-94A2-D2A64785950C}"/>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491232F9-688D-484A-926B-AC9A3E495AE0}"/>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21483C29-942C-4324-932F-217CE6031A9B}"/>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619346424"/>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FF4D983-5C67-473F-9CE1-3193A8492D1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E210B7-4A19-4383-B575-B3A5F2C6DD8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28910CC8-66A0-43DC-9115-13F54954F77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5CC7F5-FCBA-4F09-8683-ECB584124EDF}"/>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A88A0B-9EC0-4602-BA8E-FAB0F3880351}"/>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3713EF-BD2D-4048-A779-0D58D35279D1}"/>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EFCEF5D8-52FB-480C-B1AC-4F3DAC5A454F}"/>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70C51CA4-F185-45C5-BAA0-FFDBF8C414BE}"/>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AD0266D7-11DB-44B3-BB51-F1DF49511275}"/>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F58147F-4C18-4E5B-A9CE-13F7CCC85D84}"/>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587933AB-C180-4E8A-9C2D-F1A2261BE792}"/>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4EF5D5D5-F772-4C62-9F60-385EC015A244}"/>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578CEB1A-7B08-4415-B5BE-4B86BF444A4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E8FA8EEC-AA3F-4DC4-89C9-20B0EFA7D8A4}"/>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646A69A4-093B-4017-AB01-770A2CFFCABC}"/>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58FA67B2-B7A6-4FD8-B977-348AB131EC70}"/>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1F231731-95FB-49B0-A99B-884EBE26359E}"/>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29DEC0F7-16D4-4A4E-8BA7-39CF3619B08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C747FE8A-AB84-4A1C-95B6-6FA6A9E9F003}"/>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00CCF0C3-F20C-43BD-97B5-4B9DC1F43B01}"/>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2491B602-42A6-499C-BC25-D10A2F640E90}"/>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E596D1E6-3A1A-47FF-92CB-11DA7F80605B}"/>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110E2F35-2CD4-4D03-8FF2-C06EEF6E8C47}"/>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029C9ED1-26E6-4397-8ED3-CA3BA3872377}"/>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D84A5C67-732B-42D1-BD94-5BA2CA2E6D6F}"/>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280B809B-B214-4371-A6BB-063118D1E679}"/>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65474B81-9496-4B8F-9B42-64CB29FF204B}"/>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D9366B9F-2ABC-4A74-8F64-04A9FBAC5C9D}"/>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A5D30988-2415-4873-B838-3A85786020A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F86E7AE3-6F0F-4E42-81A1-5A9F44988149}"/>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D1C6D6A-876B-4770-8FBB-3C5BA181626C}"/>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8605FD2E-537A-4FAC-B2F4-F84F9FCF1E7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330B2155-5E96-466E-BC9F-20ECDC800A49}"/>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50C9C3E4-B504-40A8-8F10-AD1A57E481F7}"/>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35F513AA-D078-4B1A-9FDD-BD4ACD617F94}"/>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0719CD6D-F9E4-4071-BFAD-9D04F24781CB}"/>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19D5BB6B-8B64-42F5-8F07-948BC6B0C208}"/>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297EC69A-84F7-4573-92C5-390A9A2C8752}"/>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8E771943-4454-494D-8914-2447F621CA35}"/>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5D4F0C50-BAA9-425E-854A-BC1EBB27D2FA}"/>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6115D83C-7EFA-4BF6-8273-CB96DDDFD7AE}"/>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BF4409FF-6890-47C0-8731-D6422F358DEB}"/>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75B6A6D2-F385-4B69-AF9F-8386C5C82A61}"/>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BB5D006-84F4-4957-8089-6DFD5C9CFB78}"/>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D7CEC127-C7D7-408E-BBFD-D57F2DB9EF0E}"/>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510586189"/>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FC45FB2-2EEE-4E37-9AFA-EDACB04731E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9990EA-8FA5-4BE8-8D08-97AC1735785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FAEFDE40-2411-445F-9086-79CE8C174A8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da6a287d4744eec"/>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44EDD3-2959-4662-BDEB-B97F4BAFE069}"/>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CA13D12A-E1A5-4B52-BF5D-82827DFE0F8C}"/>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C2C97D62-D90E-4CB3-A207-A55A1E49E4B8}"/>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41E3F9-6110-4DC3-9998-6423B9D7212B}"/>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2DF58F84-88FE-42DC-B1B8-3B1F8BEF36E5}"/>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8046AD5B-FFF9-470B-A644-C52E1D8EFFC1}"/>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04FA89-6D51-43F7-AD03-1C207B943662}"/>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19985F2D-EE58-4A59-962A-A6143F4CC5F1}"/>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51E13A61-E5D8-4DED-9BCE-C1E8B16D0842}"/>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396DC5A-BCC8-43F5-B392-D1C60D7666DF}"/>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C8267D5F-1086-4F49-A12D-D9C4A5189F52}"/>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863466666"/>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63F3C1-3A07-492A-B2FC-2236509F399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0F8EC1-A7CD-424E-93AD-EB1786D1360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8D591965-4A49-412A-BE76-E4FE929361C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356924-2274-452F-A1B2-EEBF52857396}"/>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14647AF5-94C8-4947-BB52-671FB02FD19D}"/>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88272C4E-0795-4030-A26B-3A4A410AD14D}"/>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9EBFEE17-A547-4954-8833-2BF160D6BED6}"/>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550F1A82-E329-4E8A-A785-B50307928047}"/>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09CF2D47-A01D-45C7-BFED-20587F4F10A3}"/>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9eeea1d42be4418"/>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1182939503"/>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1D8C032-2288-4CEE-BFD8-7BA9B28906E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0A82EC-6C92-4CFA-BDC4-FDDB5D7F7946}"/>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A81FEBE3-1F56-4EA7-BCC9-8F761501602B}"/>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FB42AF7C-D0E5-45A4-B0A0-ABF186BB1017}"/>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C94B04F6-FF94-4083-BB26-3DC70805C9B0}"/>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A83B1705-F587-42D3-9C9D-588F3E489ADD}"/>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7DB70BC-E507-4C00-9FB7-205A6D6F6CFF}"/>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2CD0F3DB-D964-45F6-A93A-719967A8BAD3}"/>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3E125EFA-8EDF-45A9-9741-4D5EF65BC332}"/>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FA077CEA-2673-4E2C-AB2B-81475C7799C6}"/>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6A6EB5D2-34AE-45D2-8FFD-08CB19534D3B}"/>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D7A836-A68B-42CD-92CD-BE8F7C56B129}"/>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88AA0371-8D1A-4213-B52A-C632477BB519}"/>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B539C85C-7150-48C4-9563-45C7B54CFEDD}"/>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45ED7EAC-8A95-4EAC-BFAC-855A6D6B8888}"/>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622065176"/>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A861C3-FBC0-4C33-BD42-95ABAFA6E01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B4C617-3223-4026-98FF-22829B2777A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83C1A169-5FB4-45B4-9851-49D665535B0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4A5AFB-9956-4354-87ED-6C490E234BDA}"/>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93E5A525-F908-4359-927B-6D172F621B94}"/>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18D3CF-38BF-4B64-9CDC-167F4DF19248}"/>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A5DE55AD-F46D-472F-B576-31E48E1C796A}"/>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D1DF9D-97E5-416C-B4FB-F734C257232A}"/>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5638352A-9401-49FC-A920-8260AECE9795}"/>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604879502"/>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E5CA90-2F64-4E91-9BEA-72113A882AB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96BB2A-7786-4268-B880-01AAA718FC0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BC22A0B0-A8F3-4EAA-88A9-B61C92A39F4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4C9EF1-65C5-46F0-B121-86C75FDB6674}"/>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18d03890d5043a5"/>
          <a:srcRect xmlns:a="http://schemas.openxmlformats.org/drawingml/2006/main" l="0" t="23750" r="0" b="23750"/>
          <a:stretch xmlns:a="http://schemas.openxmlformats.org/drawingml/2006/main">
            <a:fillRect l="0" t="0" r="0" b="0"/>
          </a:stretch>
        </p:blipFill>
        <p:spPr>
          <a:xfrm xmlns:a="http://schemas.openxmlformats.org/drawingml/2006/main">
            <a:off x="3048000" y="2171700"/>
            <a:ext cx="6096000" cy="4267200"/>
          </a:xfrm>
          <a:prstGeom xmlns:a="http://schemas.openxmlformats.org/drawingml/2006/main" prst="rect">
            <a:avLst/>
          </a:prstGeom>
        </p:spPr>
      </p:pic>
    </p:spTree>
    <p:extLst>
      <p:ext uri="{BB962C8B-B14F-4D97-AF65-F5344CB8AC3E}">
        <p14:creationId xmlns:p14="http://schemas.microsoft.com/office/powerpoint/2010/main" val="1017642618"/>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210DB4-ADAB-4D47-BB1A-0DB0AE0D55F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EBC07B-7766-4404-B7B2-9E3B287E39B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81648EE2-C508-424E-8AC6-71FD8F04EC7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FEC8A1-94DE-4AE1-A009-E44A632D4395}"/>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753ed685cc24609"/>
          <a:stretch xmlns:a="http://schemas.openxmlformats.org/drawingml/2006/main"/>
        </p:blipFill>
        <p:spPr>
          <a:xfrm xmlns:a="http://schemas.openxmlformats.org/drawingml/2006/main">
            <a:off x="704850" y="2400300"/>
            <a:ext cx="10782300" cy="4043363"/>
          </a:xfrm>
          <a:prstGeom xmlns:a="http://schemas.openxmlformats.org/drawingml/2006/main" prst="rect">
            <a:avLst/>
          </a:prstGeom>
        </p:spPr>
      </p:pic>
    </p:spTree>
    <p:extLst>
      <p:ext uri="{BB962C8B-B14F-4D97-AF65-F5344CB8AC3E}">
        <p14:creationId xmlns:p14="http://schemas.microsoft.com/office/powerpoint/2010/main" val="1355273746"/>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01492F8-F183-4D7A-88EA-845E8EF297E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5E452E-872B-43AD-9322-457BEF349F6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8433F97D-9282-44F0-985E-4E6517F8217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E18412-EBCC-4885-920C-48BE07820A6C}"/>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A837CE4A-192F-4BB7-AF8D-2FCCFEB63B4A}"/>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DA1FDCAB-E2C6-498E-8D1F-5A4430D4E0E4}"/>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CE615D42-424F-488A-9139-2F1CB4D078BB}"/>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0D33C3-4858-4B0E-8667-32583CA90A15}"/>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2816F8D2-E4C7-46C4-AEC4-B05745C78A8A}"/>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ACA94FA3-BC46-4FFA-9482-B5B739EACCB5}"/>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9603844D-0EDE-4C25-9908-A8635182400B}"/>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450004-E413-4941-8DEC-D1FC8D262222}"/>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1F5881D0-FCE2-4C88-8535-66BBE61B6108}"/>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3D2500D8-49C3-4644-A0A2-43FD8AC0FF13}"/>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518418FF-7019-453C-B714-C4B6C7B2494B}"/>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1484F9B-7A87-4118-83AE-8ADFF41A48E2}"/>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57DA755B-1F47-45CE-9D6E-734A9FFB1273}"/>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202A7682-26DD-41A3-8160-0FF0E648602A}"/>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543785427"/>
      </p:ext>
    </p:extLst>
  </p:cSld>
</p:sld>
</file>

<file path=ppt/slides/slide1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2384C3-6427-48D6-A8DB-B68A096B4E0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38360D-13A3-4126-8B3D-DEF27C97C3C2}"/>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ebb1eb1770f4c07"/>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4CD2D7-040A-4375-8654-E83B9BF6C960}"/>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771151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2026-09-16T08:32:53.2200000Z</dcterms:created>
  <dcterms:modified xsi:type="dcterms:W3CDTF">2026-09-16T08:32:53.2200000Z</dcterms:modified>
</coreProperties>
</file>