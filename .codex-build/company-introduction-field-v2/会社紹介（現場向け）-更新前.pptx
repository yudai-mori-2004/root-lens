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d3540e98434def" /><Relationship Type="http://schemas.openxmlformats.org/officeDocument/2006/relationships/extended-properties" Target="/docProps/app.xml" Id="Rfa75183536c3473f" /><Relationship Type="http://schemas.openxmlformats.org/officeDocument/2006/relationships/officeDocument" Target="/ppt/presentation.xml" Id="Rcea7891c0ca64bab" /></Relationships>
</file>

<file path=ppt/presentation.xml><?xml version="1.0" encoding="utf-8"?>
<p:presentation xmlns:p="http://schemas.openxmlformats.org/presentationml/2006/main">
  <p:sldMasterIdLst>
    <p:sldMasterId xmlns:r="http://schemas.openxmlformats.org/officeDocument/2006/relationships" id="2147483648" r:id="R2aae1c8511f84189"/>
  </p:sldMasterIdLst>
  <p:notesMasterIdLst>
    <p:notesMasterId xmlns:r="http://schemas.openxmlformats.org/officeDocument/2006/relationships" r:id="R8465050339ac43bf"/>
  </p:notesMasterIdLst>
  <p:sldIdLst>
    <p:sldId xmlns:r="http://schemas.openxmlformats.org/officeDocument/2006/relationships" id="256" r:id="Rdd9c0e7d1ee14247"/>
    <p:sldId xmlns:r="http://schemas.openxmlformats.org/officeDocument/2006/relationships" id="257" r:id="Rfe40b87a15e94665"/>
    <p:sldId xmlns:r="http://schemas.openxmlformats.org/officeDocument/2006/relationships" id="258" r:id="R54e4fe4582934a0c"/>
    <p:sldId xmlns:r="http://schemas.openxmlformats.org/officeDocument/2006/relationships" id="259" r:id="R74825dfebc6c4f90"/>
    <p:sldId xmlns:r="http://schemas.openxmlformats.org/officeDocument/2006/relationships" id="260" r:id="R8823577a57aa428c"/>
    <p:sldId xmlns:r="http://schemas.openxmlformats.org/officeDocument/2006/relationships" id="261" r:id="Rcced952393ab418c"/>
    <p:sldId xmlns:r="http://schemas.openxmlformats.org/officeDocument/2006/relationships" id="262" r:id="R743526ee8f754123"/>
    <p:sldId xmlns:r="http://schemas.openxmlformats.org/officeDocument/2006/relationships" id="263" r:id="R7d28827f62504785"/>
    <p:sldId xmlns:r="http://schemas.openxmlformats.org/officeDocument/2006/relationships" id="264" r:id="Rad28366ab34040c7"/>
    <p:sldId xmlns:r="http://schemas.openxmlformats.org/officeDocument/2006/relationships" id="265" r:id="Rf4ee2a34421c4a01"/>
    <p:sldId xmlns:r="http://schemas.openxmlformats.org/officeDocument/2006/relationships" id="266" r:id="R6f5c0091ebdb4bd8"/>
    <p:sldId xmlns:r="http://schemas.openxmlformats.org/officeDocument/2006/relationships" id="267" r:id="R7374ed597eb849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11b24d62cb49f1" /><Relationship Type="http://schemas.openxmlformats.org/officeDocument/2006/relationships/slideMaster" Target="/ppt/slideMasters/slideMaster1.xml" Id="R2aae1c8511f84189" /><Relationship Type="http://schemas.openxmlformats.org/officeDocument/2006/relationships/notesMaster" Target="/ppt/notesMasters/notesMaster1.xml" Id="R8465050339ac43bf" /><Relationship Type="http://schemas.openxmlformats.org/officeDocument/2006/relationships/presProps" Target="/ppt/presProps.xml" Id="R892d58ad8ea140a2" /><Relationship Type="http://schemas.openxmlformats.org/officeDocument/2006/relationships/tableStyles" Target="/ppt/tableStyles.xml" Id="Rb9ff019ef40f49f5" /><Relationship Type="http://schemas.openxmlformats.org/officeDocument/2006/relationships/slide" Target="/ppt/slides/slide1.xml" Id="Rdd9c0e7d1ee14247" /><Relationship Type="http://schemas.openxmlformats.org/officeDocument/2006/relationships/slide" Target="/ppt/slides/slide2.xml" Id="Rfe40b87a15e94665" /><Relationship Type="http://schemas.openxmlformats.org/officeDocument/2006/relationships/slide" Target="/ppt/slides/slide3.xml" Id="R54e4fe4582934a0c" /><Relationship Type="http://schemas.openxmlformats.org/officeDocument/2006/relationships/slide" Target="/ppt/slides/slide4.xml" Id="R74825dfebc6c4f90" /><Relationship Type="http://schemas.openxmlformats.org/officeDocument/2006/relationships/slide" Target="/ppt/slides/slide5.xml" Id="R8823577a57aa428c" /><Relationship Type="http://schemas.openxmlformats.org/officeDocument/2006/relationships/slide" Target="/ppt/slides/slide6.xml" Id="Rcced952393ab418c" /><Relationship Type="http://schemas.openxmlformats.org/officeDocument/2006/relationships/slide" Target="/ppt/slides/slide7.xml" Id="R743526ee8f754123" /><Relationship Type="http://schemas.openxmlformats.org/officeDocument/2006/relationships/slide" Target="/ppt/slides/slide8.xml" Id="R7d28827f62504785" /><Relationship Type="http://schemas.openxmlformats.org/officeDocument/2006/relationships/slide" Target="/ppt/slides/slide9.xml" Id="Rad28366ab34040c7" /><Relationship Type="http://schemas.openxmlformats.org/officeDocument/2006/relationships/slide" Target="/ppt/slides/slide10.xml" Id="Rf4ee2a34421c4a01" /><Relationship Type="http://schemas.openxmlformats.org/officeDocument/2006/relationships/slide" Target="/ppt/slides/slide11.xml" Id="R6f5c0091ebdb4bd8" /><Relationship Type="http://schemas.openxmlformats.org/officeDocument/2006/relationships/slide" Target="/ppt/slides/slide12.xml" Id="R7374ed597eb849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9e0d89757d49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09140e9e04418f" /><Relationship Type="http://schemas.openxmlformats.org/officeDocument/2006/relationships/notesMaster" Target="/ppt/notesMasters/notesMaster1.xml" Id="R9b7a473d2c9346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5ff5af6b894a2d" /><Relationship Type="http://schemas.openxmlformats.org/officeDocument/2006/relationships/notesMaster" Target="/ppt/notesMasters/notesMaster1.xml" Id="Rc70d4cdbffc045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8c9d6ca8b64eb9" /><Relationship Type="http://schemas.openxmlformats.org/officeDocument/2006/relationships/notesMaster" Target="/ppt/notesMasters/notesMaster1.xml" Id="R3675fe4896d34c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111533f2ae486e" /><Relationship Type="http://schemas.openxmlformats.org/officeDocument/2006/relationships/notesMaster" Target="/ppt/notesMasters/notesMaster1.xml" Id="Rdb5aa6c6e73746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ddde3a19384576" /><Relationship Type="http://schemas.openxmlformats.org/officeDocument/2006/relationships/notesMaster" Target="/ppt/notesMasters/notesMaster1.xml" Id="R6305a1aa127c4f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18adcbb2b34d2b" /><Relationship Type="http://schemas.openxmlformats.org/officeDocument/2006/relationships/notesMaster" Target="/ppt/notesMasters/notesMaster1.xml" Id="R59772c061deb4e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d21f7bf3c44fe5" /><Relationship Type="http://schemas.openxmlformats.org/officeDocument/2006/relationships/notesMaster" Target="/ppt/notesMasters/notesMaster1.xml" Id="R97e3927be5874b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2a8b2ccc61499b" /><Relationship Type="http://schemas.openxmlformats.org/officeDocument/2006/relationships/notesMaster" Target="/ppt/notesMasters/notesMaster1.xml" Id="Rde197fb2d19642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661d524cf64ffc" /><Relationship Type="http://schemas.openxmlformats.org/officeDocument/2006/relationships/notesMaster" Target="/ppt/notesMasters/notesMaster1.xml" Id="R80dfc46731e841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dc98d57f5e4d3a" /><Relationship Type="http://schemas.openxmlformats.org/officeDocument/2006/relationships/notesMaster" Target="/ppt/notesMasters/notesMaster1.xml" Id="Rd16e29e2b0644d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eb53cc95994508" /><Relationship Type="http://schemas.openxmlformats.org/officeDocument/2006/relationships/notesMaster" Target="/ppt/notesMasters/notesMaster1.xml" Id="R3b86e0324bea4d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79b52b926b47fd" /><Relationship Type="http://schemas.openxmlformats.org/officeDocument/2006/relationships/notesMaster" Target="/ppt/notesMasters/notesMaster1.xml" Id="Rf42a8125239a45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は、実際に動くロボットのボディと、その関節をどう動かすか判断するAIを組み合わせる分野です。AIが周囲の状況を見て動きを決めることで、ロボットが現実世界で自律的に作業できる状態を目指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撮影したデータを確認し、承認したデータ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収益配分は、基本的にレベニューシェア方式を採用します。現場で撮影したデータを当社が加工・販売し、その収益の50%を現場へ還元します。</a:t>
            </a:r>
          </a:p>
          <a:p xmlns:a="http://schemas.openxmlformats.org/drawingml/2006/main">
            <a:r>
              <a:t/>
            </a:r>
          </a:p>
          <a:p xmlns:a="http://schemas.openxmlformats.org/drawingml/2006/main">
            <a:r>
              <a:t>現時点では、1時間の撮影につき500円から800円ほどの還元を見込んでいます。実際の条件は撮影を始める前に提示します。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c7db7b14094c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a5ff8d4c9e4ed0" /><Relationship Type="http://schemas.openxmlformats.org/officeDocument/2006/relationships/slideLayout" Target="/ppt/slideLayouts/slideLayout1.xml" Id="R05f3a9291f9247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f3a9291f9247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15d140cc764ed4" /><Relationship Type="http://schemas.openxmlformats.org/officeDocument/2006/relationships/image" Target="/ppt/media/image.png" Id="Rc508b7b19eed4962" /><Relationship Type="http://schemas.openxmlformats.org/officeDocument/2006/relationships/notesSlide" Target="/ppt/notesSlides/notesSlide1.xml" Id="R76476c8d666640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177f1afaff417b" /><Relationship Type="http://schemas.openxmlformats.org/officeDocument/2006/relationships/notesSlide" Target="/ppt/notesSlides/notesSlide2.xml" Id="R83d97186806743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c72fb88edb445f" /><Relationship Type="http://schemas.openxmlformats.org/officeDocument/2006/relationships/image" Target="/ppt/media/image2.png" Id="Ra844338721ab422e" /><Relationship Type="http://schemas.openxmlformats.org/officeDocument/2006/relationships/notesSlide" Target="/ppt/notesSlides/notesSlide3.xml" Id="Rb2a6cc640a7b4d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1e153f554f4c0c" /><Relationship Type="http://schemas.openxmlformats.org/officeDocument/2006/relationships/image" Target="/ppt/media/image.jpeg" Id="R25bb7f154b284aeb" /><Relationship Type="http://schemas.openxmlformats.org/officeDocument/2006/relationships/notesSlide" Target="/ppt/notesSlides/notesSlide4.xml" Id="R54a78da2a8624f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373aa4b1cb4e07" /><Relationship Type="http://schemas.openxmlformats.org/officeDocument/2006/relationships/image" Target="/ppt/media/image3.png" Id="R7cf66720d2974439" /><Relationship Type="http://schemas.openxmlformats.org/officeDocument/2006/relationships/notesSlide" Target="/ppt/notesSlides/notesSlide5.xml" Id="R1349dd7229414d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28a69cb67e4b4c" /><Relationship Type="http://schemas.openxmlformats.org/officeDocument/2006/relationships/image" Target="/ppt/media/image4.png" Id="Rf8b36eb1bc2c4b77" /><Relationship Type="http://schemas.openxmlformats.org/officeDocument/2006/relationships/notesSlide" Target="/ppt/notesSlides/notesSlide6.xml" Id="Rb80b3de5d5a74c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2df627c1a04de2" /><Relationship Type="http://schemas.openxmlformats.org/officeDocument/2006/relationships/image" Target="/ppt/media/image2.jpeg" Id="Re843ee41cfc6499d" /><Relationship Type="http://schemas.openxmlformats.org/officeDocument/2006/relationships/notesSlide" Target="/ppt/notesSlides/notesSlide7.xml" Id="Rd799541d884a4b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59ab79f79540ba" /><Relationship Type="http://schemas.openxmlformats.org/officeDocument/2006/relationships/image" Target="/ppt/media/image5.png" Id="Rb868ebfb0b42464c" /><Relationship Type="http://schemas.openxmlformats.org/officeDocument/2006/relationships/notesSlide" Target="/ppt/notesSlides/notesSlide8.xml" Id="Rb7cc758f31694e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f778ecc122428c" /><Relationship Type="http://schemas.openxmlformats.org/officeDocument/2006/relationships/image" Target="/ppt/media/image6.png" Id="R53dd0fe06ba9474f" /><Relationship Type="http://schemas.openxmlformats.org/officeDocument/2006/relationships/notesSlide" Target="/ppt/notesSlides/notesSlide9.xml" Id="R153929f38cfe42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5486ea8bf24e9e" /><Relationship Type="http://schemas.openxmlformats.org/officeDocument/2006/relationships/image" Target="/ppt/media/image7.png" Id="R3c4860ab64cd474c" /><Relationship Type="http://schemas.openxmlformats.org/officeDocument/2006/relationships/notesSlide" Target="/ppt/notesSlides/notesSlide10.xml" Id="Re7ee576a344e4a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b9cd584d834d9d" /><Relationship Type="http://schemas.openxmlformats.org/officeDocument/2006/relationships/notesSlide" Target="/ppt/notesSlides/notesSlide11.xml" Id="R1c110e5e758440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49332c510f45e7" /><Relationship Type="http://schemas.openxmlformats.org/officeDocument/2006/relationships/notesSlide" Target="/ppt/notesSlides/notesSlide12.xml" Id="Rbdd8b45cc3c54bb3"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508b7b19eed49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39D4B9-E936-4FC8-BA5B-B3B628604F5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664300-807D-4BEE-9F29-15160BCB9DC4}"/>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4271FB61-4263-4B27-AF95-945F09EA22E8}"/>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98AE4755-17C9-4683-A3E9-3DA202B497EB}"/>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1AEA1294-B9A2-4238-8E6C-B405D955E479}"/>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AE9684-8638-4055-89D9-F04944825348}"/>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1A199541-AB12-489E-B179-4122650A7A8A}"/>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264937947"/>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E654272-DA84-4AE2-ADF6-5E1E0B98A44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9C9C0D-DC3A-4165-A774-2F7FACA3F3B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C589F166-5776-4690-8482-5D3FA83EFD6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4C0990-CF1D-4B1B-A7A5-903AFB10837E}"/>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D6D9FE70-6EA9-498E-88B9-313CF032F621}"/>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0E3336D0-7C0A-4272-98F5-884312C622C0}"/>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F5A0693-7961-44D5-A192-56D14E5BBA35}"/>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779CE7F2-6A38-4B1C-AEFE-A708F12575C1}"/>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308F549-8875-47F0-AD65-A8D77B403D3B}"/>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5D63D06F-6F1F-4887-AD5B-6BFFA2C2E7A2}"/>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073DB7-5442-4A1D-BB5C-24B33E6AFC2B}"/>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3795438E-2EEC-4AA7-BA78-C44C2FFE180F}"/>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74A707-114B-44E0-8165-8A885BCF11A5}"/>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2020585839"/>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E808ED-B96E-4E16-8DF4-444285F12D8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D0A8DA-858A-4B25-8D91-26D8841C665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6BFA6223-B396-43DB-8F49-8E83B323899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56295F-338F-4DC4-AFD7-3749AF62E652}"/>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自由に動かせる関節を持つロボット</a:t>
            </a:r>
          </a:p>
        </p:txBody>
      </p:sp>
      <p:sp>
        <p:nvSpPr>
          <p:cNvPr id="5" name="">
            <a:extLst xmlns:a="http://schemas.openxmlformats.org/drawingml/2006/main">
              <a:ext uri="{FF2B5EF4-FFF2-40B4-BE49-F238E27FC236}">
                <a16:creationId xmlns:a16="http://schemas.microsoft.com/office/drawing/2014/main" id="{1BD709B5-1996-48BF-96FE-55D402735041}"/>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ロボットの関節をどう動かすかを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決める脳</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844338721ab422e"/>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89AE16D-0A33-448B-AA3D-62B3914D8131}"/>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これらを組み合わせ、現実世界で「自律的」に動くロボットを作る試みが、今、世界中で進んでいる。</a:t>
            </a:r>
          </a:p>
        </p:txBody>
      </p:sp>
    </p:spTree>
    <p:extLst>
      <p:ext uri="{BB962C8B-B14F-4D97-AF65-F5344CB8AC3E}">
        <p14:creationId xmlns:p14="http://schemas.microsoft.com/office/powerpoint/2010/main" val="1238366708"/>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B4863A-1E3C-4CE3-8806-87169E95E49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51718D-E20F-498A-99DA-C893D3712CF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D66CE35D-BE39-4769-AE59-F84EDFAAEB2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5bb7f154b284aeb"/>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A5D8DB7-0C5F-4D48-B653-70E392A4E6F6}"/>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C91BF84D-4617-4ADB-851A-48145BEE9FA3}"/>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2083850394"/>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F48F3F-5751-4C1A-93B4-38A3A1AA801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AB7A6E-D3CB-408C-B2E5-242D809B73F2}"/>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2FBB4D2A-7691-4155-8365-F09EB3986B7F}"/>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C2672FE7-42B4-4CF4-92DC-B6A521AAB78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2E43EA-F8A7-4652-A007-FCB02E4DD363}"/>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A08DDDF7-0178-4F4B-B878-B5747BA148EC}"/>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f66720d297443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A0DF910-42D3-46CE-AF05-7CE1848B7B55}"/>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1844521903"/>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65A3AEA-FDC1-4B6F-9BD4-FECFEFD9336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4300F5-5322-4F34-9ED0-867400D5306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6B82F73F-0E3E-4121-BAC1-02B336B6EBA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8b36eb1bc2c4b77"/>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1F20F5D-C7E8-4D63-A9CF-6DA06FB8784F}"/>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E075A6DB-FCA6-40B8-9D4F-58AC28346A6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4D948D5E-1565-49FB-981B-7A3395BDDD87}"/>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77BB4C9E-021F-4E1F-9880-F7A5E6950ED8}"/>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CE71E1B4-DB52-4460-9954-52E72F603DE0}"/>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1A623A37-DE0B-4783-9EC0-C61144E0D2B5}"/>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456ED995-EAB4-49D0-AB2B-1276F7A68BD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E3B43A4B-107D-4120-96DB-C28AB47CAD4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6907F6A1-6487-43B0-9AFF-D54C1758DBA7}"/>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8EEDCFEA-8611-44D4-8569-65324BF329D4}"/>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D461C8E4-F338-47A1-88EB-C242E414484A}"/>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4EC478B6-D2A3-43F9-9D99-6BEB06EC37E6}"/>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4036A2F8-DDD6-4819-BC61-C0C15018D371}"/>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DF4835D1-2903-4A18-8D34-8C9141BBEF12}"/>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FE3911EB-9569-4DA1-A16D-5231645DEB88}"/>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4E6BD432-2966-4935-A377-C6BB7901556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E7A6B89A-6D17-4285-889A-1FF89A3E21E4}"/>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ED1696AC-5026-4738-904E-E8F67F2638BE}"/>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6C05C9A3-080D-4083-A4FA-5465BEA27002}"/>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1B5AB68D-BC07-4FE2-860B-DE27A6821DFA}"/>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5527C673-9F76-4D87-A414-2C30616D9A4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752363A7-A776-4717-952C-3EEA78925783}"/>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02C44CE5-FCEF-4CAE-A4B6-7D892C7F33F2}"/>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B8732CF0-199C-4479-81CD-277DE166AF99}"/>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1926B9F4-DD7D-424A-9794-2777D6134792}"/>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E47BF70B-2448-4746-9557-84165BC899B1}"/>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DAE07F19-799E-450D-9611-C2153052488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C1CE1DD4-E75B-486F-86F4-F9BC0026231D}"/>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48F42F0A-E503-4116-97E6-F5A816BF8A4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C0049DE0-1EA5-4F88-B53F-815447F0028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54158B0E-4777-412B-8B61-689C1E86FC8F}"/>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F2F7AD46-7D31-44FA-A9E1-1DD08F437040}"/>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B615F47A-771B-46E2-9FEC-C255D7CD1D6A}"/>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56804F8E-4343-4680-80FE-0C6F6880A8D8}"/>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FDACA722-0515-4D99-8390-F1B85FEE04C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5B3AFF51-61ED-4D46-B19A-455E34E9A593}"/>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DAE2F205-9B5B-4226-BFFC-EA78461C749A}"/>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61FC024-2F40-480B-9181-FF16CD4C357C}"/>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51672904-9216-43E3-B904-0572961C1D40}"/>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990050509"/>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D04DB93-1D42-4824-91AB-EFD4996F6BE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A744CC-59FB-48CC-9ACE-29B71D0E1F9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A59292C3-F43C-4B9C-B6D5-398A46CBB86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843ee41cfc6499d"/>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7FFAD7A-0A04-418F-AD25-1A4B46A92F36}"/>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C3DB0344-460A-4EA8-87F7-DB39EDD98311}"/>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F7C5B608-AD0F-4A99-9CF8-5AFD3461AF32}"/>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CFD44E13-35F6-4ED1-A2AA-EA519628E4C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FE92E12D-E2E9-40BE-8595-E2ECE8F29174}"/>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E95E7DFF-F208-4B64-86D8-C06774FF51B1}"/>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185E8330-0514-48E2-A14F-E93707CDA656}"/>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BB6E4B76-E0DB-4028-882A-23ADEF5F7D04}"/>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453639DE-DB23-423E-BB0C-0BDAABD7D73A}"/>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2FF08338-1CAD-4786-99D9-6C802ACDBB8F}"/>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E7D6C1EC-1AF1-425A-A0AA-B24ACAC7F8F8}"/>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7B18A6F4-34BC-4E76-B9B3-DE5C4844C477}"/>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4E681692-AF60-4983-8E80-4684FBA317E2}"/>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531B9454-D6A9-4A2A-99B0-E6A39A05CE53}"/>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A0BCD1B0-5017-4A11-8A56-0AD7B8A7C785}"/>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78598DC3-4EC4-48FA-B705-FB5CF03157C3}"/>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E4FA7D3D-122E-476B-A139-7AFC60F10D2A}"/>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2FDC9268-1298-40EA-88D5-F3E42E8A314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F6307AD3-911C-4CC5-9C53-F410E26933EB}"/>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E9808CCF-65E7-46F3-9164-59212A7DCD84}"/>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1C266A64-4D92-45A7-93CB-54284BC2E83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249EF246-1C5B-4835-A73F-6A3FE5E6998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EC649DF1-6BFF-4CE2-B85E-24D66FE09110}"/>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893DD3C4-323A-4C93-B379-314AFC6157B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DA32018B-B886-4BB7-8EE7-4415AEF02E90}"/>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16A35262-0D54-464C-B3CF-F2A602CDC21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3B4CDBFD-9A4E-41B3-BE64-BD16CC46755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8C733420-A98D-42F8-81C7-E92F1A11E5C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E9E66D5B-BA32-447B-9541-B2937EFE7FCF}"/>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18F2B542-0450-4E00-8AFC-609E760F49E3}"/>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657A3E4E-5A35-4210-B96E-048A590F2A75}"/>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B1BEFB59-4944-4B4E-8029-5250917CA02C}"/>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A65B73CF-2770-44C7-9E12-AC4B761D86BB}"/>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FF578460-8A35-40E9-B4FE-81CE8BDF6422}"/>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B0812585-13AB-4537-B81A-D14E18BEE05C}"/>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82DDA41F-37DA-47B9-8D54-99F3822A522C}"/>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C43F35F7-DB13-411D-8CFE-BFA2B93A244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2467CC5-F972-40E1-A335-57EE25F1D03D}"/>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FCA2E630-4F9D-4C53-AFFB-8BC2E20D25C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661083888"/>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892E78F8-197B-4917-9D28-85CCF576926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82EA57-CDEA-4995-987D-1E7D49BE123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C26EA73C-4178-43A5-B0B6-01E576546C1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868ebfb0b42464c"/>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F07480-6A92-41B2-928C-3744890D9EBC}"/>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0FDBF714-825E-4F2A-B6CD-A93027B8136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1D994AD5-18D6-401C-9016-5162DC7AF54D}"/>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647EFDC0-7862-4C24-B0BB-E641F05A5D69}"/>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C108BE3B-4245-4358-BFCF-7ACA41EC8F30}"/>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7A4BA5B-A1CB-4B8B-BA33-A88511DB3653}"/>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B159E0F7-F3A2-4C14-9179-14AE286C817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06DB4769-014F-43B7-976A-C954071556D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7446E65B-27D9-493F-B1E0-0C48A92B5426}"/>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BF43F7F6-9859-4E47-881E-3DCE6DD33985}"/>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8F2A5351-0FE7-4C35-AD3D-E1F89EF1734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8CEFD781-6E98-4E79-BB02-DA27D8C2849A}"/>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424CB951-9FC7-4FD2-AF13-B2DEA5BF0011}"/>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321DDAD6-A58F-4F40-A3D8-2632FD576F01}"/>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8D710ACC-58EB-4E79-914C-E0450ED35951}"/>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2849C30B-D8DD-4D59-AE46-6FE3DCB6D74F}"/>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CF57CC6A-7B98-411A-BEB2-1DDA50001515}"/>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2476EEC4-BFEB-4A7F-9CC2-DC4AAAF47DC2}"/>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721058D7-D2BB-4C0F-8C0F-E4B6B63E8296}"/>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352AD674-A262-476A-8B25-E1010996F1D5}"/>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573695E3-7CC0-4CE3-878B-B5210621E0F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15C49CFA-8E80-49F5-8866-9967DCB91B74}"/>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E5E0A5EB-CAE9-4409-AE05-5D3298FD164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05A7786-10DB-4F4D-8231-13C9B7A1CE6D}"/>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5CD8C1E4-0840-4F3D-905B-EEC4C2F388CD}"/>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6AC873AF-CFE1-4860-8243-5A21B1F279CA}"/>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9AD1B30-BA9D-4378-A44B-C941EFCF24CF}"/>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589470B2-13C5-494E-8968-9F4D2397389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B7AB604-193F-4DE5-9C22-A7A9C079D9DC}"/>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9DFD7B2D-D0A8-475F-A108-0AEF3CB34950}"/>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1BDE50A9-8321-446A-93E1-BA1A1F075977}"/>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E82FAE88-7FC6-4D8A-B217-8F03F571FEBA}"/>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7A27DB96-A08E-4ABE-BFDE-7753FC452C6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950BF84-50A5-44FD-92AF-58DFA6C62BBF}"/>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296DBA7-4CF2-4110-937C-4E5C56748CF1}"/>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332080FF-9C2E-4BBC-A22F-E4EA13FAE1C2}"/>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F939CB58-167A-4932-BD7C-DD8364094A13}"/>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04CA294-C5F1-4256-A797-AE5050E9DD9C}"/>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2BDC232D-87D3-4D9E-8D1B-0357589AE09E}"/>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497D95E8-EE5F-417B-8DFE-9064B05A32A7}"/>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506704279"/>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41CE0E-2757-4E05-B271-60E1FB88055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7D3837-DCBF-430D-A0BC-A05D4A69D5D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4BD08C9B-3588-4EA2-8C68-340838066FB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3dd0fe06ba9474f"/>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E862BA-6C0A-4E4E-A2CF-0D6D5D342468}"/>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3DEE8BF2-73D1-4F08-97EC-C9A24E873B26}"/>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486E8F80-E2B2-4C20-99BE-DC665594FFF6}"/>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F9E197-38AC-4D6B-BBA2-0A06A795727F}"/>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BC76442-CE1D-4828-BFE7-8942935B1641}"/>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805B3585-9F80-4AA7-80C7-A54990ABEE52}"/>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565453-CC09-4573-B38B-FF1E4E2F1894}"/>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6D94EE6F-4290-4087-AAD8-2979E65E6478}"/>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C3122ED1-29C7-4F0C-93C8-30889CF7801A}"/>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700925-98F9-4C14-B0E9-1BD375DC3F0C}"/>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89E1D4D3-9B78-4974-A9C9-B0A4531B336F}"/>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PCに接続して、データを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承認・提出する</a:t>
            </a:r>
          </a:p>
        </p:txBody>
      </p:sp>
    </p:spTree>
    <p:extLst>
      <p:ext uri="{BB962C8B-B14F-4D97-AF65-F5344CB8AC3E}">
        <p14:creationId xmlns:p14="http://schemas.microsoft.com/office/powerpoint/2010/main" val="549214260"/>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485CD7-644C-4F20-AC2D-5B2CF1F917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873CD2-DAE8-40B0-8A5A-5CC2D9E9028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22A42E4C-25F3-4AD6-9EB4-ADC0610B82B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6AD534-1E60-4A21-A151-C2E804AACB99}"/>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EB05C7D5-86F5-4C71-8B53-2B52DE295D55}"/>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4DEE4A86-A16B-4DC0-AB56-5CF1F0CDE772}"/>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01B95B04-24E4-46E6-8BFE-37E1BDBF6B9D}"/>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E3BE96DE-B204-4E0A-B438-E88A3B15C707}"/>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46D14581-5A87-4EC3-B180-5AF34F598661}"/>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c4860ab64cd474c"/>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1986420253"/>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C9197BE-D90E-4281-9DF5-CA8D3BE705A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F5BC3E-FA1F-4401-AE1D-E78533BB104C}"/>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FE85C4AB-E5F0-461D-A9B1-2F8A4D37EC49}"/>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40CF826A-9F25-43D9-95BF-13C46650B840}"/>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88A89979-00BD-48DD-B75F-28993774D564}"/>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BD6E0E1F-57B0-4FE5-AC4A-E02A652141E7}"/>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B2F2EE-EA84-452F-A738-4B89F9963B8C}"/>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CE5E5980-C587-4B8E-BE8C-F6CC705A84A0}"/>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13399867-38BC-4F64-B42D-2645D7B25482}"/>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B7DEFB30-7702-4EFA-842A-ABA8E51401D5}"/>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A929F6E5-1005-4BB5-9960-7D4B6FE5C57D}"/>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1D4D63-E613-497D-B1E4-0F92E079C46C}"/>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B787D71C-53DC-4876-A6B2-EBC39B28C7AA}"/>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2A0D05EC-B3F5-4BE8-9E64-06FEEF539CAD}"/>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4FC111B7-A852-4359-9D0B-BEE3BD22D811}"/>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一度承認したデータが加工され、販売が始まるまでには</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約2週間の猶予があります。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販売開始後も、いつでも販売を停止できます。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ただし、一度販売されたデータが完全に消去されることは保証できません。</a:t>
            </a:r>
          </a:p>
        </p:txBody>
      </p:sp>
    </p:spTree>
    <p:extLst>
      <p:ext uri="{BB962C8B-B14F-4D97-AF65-F5344CB8AC3E}">
        <p14:creationId xmlns:p14="http://schemas.microsoft.com/office/powerpoint/2010/main" val="1160343335"/>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4D39ED-731F-4F42-B10B-1CB1193A112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42B99A-C7D2-40A9-B50B-8C2AF663BDB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11836FCD-39C6-4411-88E0-CA1D46784C5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430E40-4BF9-4930-9920-C0B78212608E}"/>
              </a:ext>
            </a:extLst>
          </p:cNvPr>
          <p:cNvSpPr>
            <a:spLocks xmlns:a="http://schemas.openxmlformats.org/drawingml/2006/main" noGrp="1"/>
          </p:cNvSpPr>
          <p:nvPr/>
        </p:nvSpPr>
        <p:spPr>
          <a:xfrm xmlns:a="http://schemas.openxmlformats.org/drawingml/2006/main">
            <a:off x="685800" y="16573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4E7661"/>
                </a:solidFill>
                <a:latin typeface="Hiragino Sans"/>
                <a:ea typeface="Hiragino Sans"/>
                <a:cs typeface="Hiragino Sans"/>
              </a:defRPr>
            </a:pPr>
            <a:r>
              <a:rPr sz="2400" b="1">
                <a:solidFill>
                  <a:srgbClr val="4E7661"/>
                </a:solidFill>
                <a:latin typeface="Hiragino Sans"/>
                <a:ea typeface="Hiragino Sans"/>
                <a:cs typeface="Hiragino Sans"/>
              </a:rPr>
              <a:t>収益配分の形態は、基本的にレベニューシェア方式を採用します。</a:t>
            </a:r>
          </a:p>
        </p:txBody>
      </p:sp>
      <p:sp>
        <p:nvSpPr>
          <p:cNvPr id="5" name="">
            <a:extLst xmlns:a="http://schemas.openxmlformats.org/drawingml/2006/main">
              <a:ext uri="{FF2B5EF4-FFF2-40B4-BE49-F238E27FC236}">
                <a16:creationId xmlns:a16="http://schemas.microsoft.com/office/drawing/2014/main" id="{883D5A01-066D-4F6A-84E2-C6D63CB90287}"/>
              </a:ext>
            </a:extLst>
          </p:cNvPr>
          <p:cNvSpPr>
            <a:spLocks xmlns:a="http://schemas.openxmlformats.org/drawingml/2006/main" noGrp="1"/>
          </p:cNvSpPr>
          <p:nvPr/>
        </p:nvSpPr>
        <p:spPr>
          <a:xfrm xmlns:a="http://schemas.openxmlformats.org/drawingml/2006/main">
            <a:off x="685800" y="24669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62838F-44F8-43BD-82F9-EAA2294C333F}"/>
              </a:ext>
            </a:extLst>
          </p:cNvPr>
          <p:cNvSpPr>
            <a:spLocks xmlns:a="http://schemas.openxmlformats.org/drawingml/2006/main" noGrp="1"/>
          </p:cNvSpPr>
          <p:nvPr/>
        </p:nvSpPr>
        <p:spPr>
          <a:xfrm xmlns:a="http://schemas.openxmlformats.org/drawingml/2006/main">
            <a:off x="685800" y="2857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当社が現場データを加工・販売して得た収益の50%を還元します。</a:t>
            </a:r>
          </a:p>
        </p:txBody>
      </p:sp>
      <p:sp>
        <p:nvSpPr>
          <p:cNvPr id="7" name="">
            <a:extLst xmlns:a="http://schemas.openxmlformats.org/drawingml/2006/main">
              <a:ext uri="{FF2B5EF4-FFF2-40B4-BE49-F238E27FC236}">
                <a16:creationId xmlns:a16="http://schemas.microsoft.com/office/drawing/2014/main" id="{648E61AB-9AB1-47E8-89E9-25BEA681C8A5}"/>
              </a:ext>
            </a:extLst>
          </p:cNvPr>
          <p:cNvSpPr>
            <a:spLocks xmlns:a="http://schemas.openxmlformats.org/drawingml/2006/main" noGrp="1"/>
          </p:cNvSpPr>
          <p:nvPr/>
        </p:nvSpPr>
        <p:spPr>
          <a:xfrm xmlns:a="http://schemas.openxmlformats.org/drawingml/2006/main">
            <a:off x="685800" y="3752850"/>
            <a:ext cx="1057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800" b="1">
                <a:solidFill>
                  <a:srgbClr val="4E7661"/>
                </a:solidFill>
                <a:latin typeface="Hiragino Sans"/>
                <a:ea typeface="Hiragino Sans"/>
                <a:cs typeface="Hiragino Sans"/>
              </a:defRPr>
            </a:pPr>
            <a:r>
              <a:rPr sz="7800" b="1">
                <a:solidFill>
                  <a:srgbClr val="4E7661"/>
                </a:solidFill>
                <a:latin typeface="Hiragino Sans"/>
                <a:ea typeface="Hiragino Sans"/>
                <a:cs typeface="Hiragino Sans"/>
              </a:rPr>
              <a:t>50%</a:t>
            </a:r>
          </a:p>
        </p:txBody>
      </p:sp>
      <p:sp>
        <p:nvSpPr>
          <p:cNvPr id="8" name="">
            <a:extLst xmlns:a="http://schemas.openxmlformats.org/drawingml/2006/main">
              <a:ext uri="{FF2B5EF4-FFF2-40B4-BE49-F238E27FC236}">
                <a16:creationId xmlns:a16="http://schemas.microsoft.com/office/drawing/2014/main" id="{DA80EA01-3937-4D31-8F19-93C1EE982C7F}"/>
              </a:ext>
            </a:extLst>
          </p:cNvPr>
          <p:cNvSpPr>
            <a:spLocks xmlns:a="http://schemas.openxmlformats.org/drawingml/2006/main" noGrp="1"/>
          </p:cNvSpPr>
          <p:nvPr/>
        </p:nvSpPr>
        <p:spPr>
          <a:xfrm xmlns:a="http://schemas.openxmlformats.org/drawingml/2006/main">
            <a:off x="685800" y="493395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BF11BE-D4E9-4118-AAE6-EC9E1419DC46}"/>
              </a:ext>
            </a:extLst>
          </p:cNvPr>
          <p:cNvSpPr>
            <a:spLocks xmlns:a="http://schemas.openxmlformats.org/drawingml/2006/main" noGrp="1"/>
          </p:cNvSpPr>
          <p:nvPr/>
        </p:nvSpPr>
        <p:spPr>
          <a:xfrm xmlns:a="http://schemas.openxmlformats.org/drawingml/2006/main">
            <a:off x="685800" y="53340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500" b="1">
                <a:solidFill>
                  <a:srgbClr val="2E6178"/>
                </a:solidFill>
                <a:latin typeface="Hiragino Sans"/>
                <a:ea typeface="Hiragino Sans"/>
                <a:cs typeface="Hiragino Sans"/>
              </a:defRPr>
            </a:pPr>
            <a:r>
              <a:rPr sz="2500" b="1">
                <a:solidFill>
                  <a:srgbClr val="2E6178"/>
                </a:solidFill>
                <a:latin typeface="Hiragino Sans"/>
                <a:ea typeface="Hiragino Sans"/>
                <a:cs typeface="Hiragino Sans"/>
              </a:rPr>
              <a:t>1時間の撮影につき、500〜800円ほどの還元を見込んでいます</a:t>
            </a:r>
          </a:p>
        </p:txBody>
      </p:sp>
    </p:spTree>
    <p:extLst>
      <p:ext uri="{BB962C8B-B14F-4D97-AF65-F5344CB8AC3E}">
        <p14:creationId xmlns:p14="http://schemas.microsoft.com/office/powerpoint/2010/main" val="1540294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2026-09-16T06:45:04.0550000Z</dcterms:created>
  <dcterms:modified xsi:type="dcterms:W3CDTF">2026-09-16T06:45:04.0560000Z</dcterms:modified>
</coreProperties>
</file>