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2a6381dda34023" /><Relationship Type="http://schemas.openxmlformats.org/officeDocument/2006/relationships/extended-properties" Target="/docProps/app.xml" Id="R60c619f54cad4186" /><Relationship Type="http://schemas.openxmlformats.org/officeDocument/2006/relationships/officeDocument" Target="/ppt/presentation.xml" Id="Rfaf9f0ff23bd4c27" /></Relationships>
</file>

<file path=ppt/presentation.xml><?xml version="1.0" encoding="utf-8"?>
<p:presentation xmlns:p="http://schemas.openxmlformats.org/presentationml/2006/main">
  <p:sldMasterIdLst>
    <p:sldMasterId xmlns:r="http://schemas.openxmlformats.org/officeDocument/2006/relationships" id="2147483648" r:id="Rcbcc141595db4165"/>
  </p:sldMasterIdLst>
  <p:notesMasterIdLst>
    <p:notesMasterId xmlns:r="http://schemas.openxmlformats.org/officeDocument/2006/relationships" r:id="R02a865a5cfce4a64"/>
  </p:notesMasterIdLst>
  <p:sldIdLst>
    <p:sldId xmlns:r="http://schemas.openxmlformats.org/officeDocument/2006/relationships" id="256" r:id="Ra5ec336c168d4f95"/>
    <p:sldId xmlns:r="http://schemas.openxmlformats.org/officeDocument/2006/relationships" id="257" r:id="R21057b397b5f4cc5"/>
    <p:sldId xmlns:r="http://schemas.openxmlformats.org/officeDocument/2006/relationships" id="258" r:id="R715e829c89ec4a8a"/>
    <p:sldId xmlns:r="http://schemas.openxmlformats.org/officeDocument/2006/relationships" id="259" r:id="R736d1f1bf6fc459a"/>
    <p:sldId xmlns:r="http://schemas.openxmlformats.org/officeDocument/2006/relationships" id="260" r:id="R7ce4cd530947407a"/>
    <p:sldId xmlns:r="http://schemas.openxmlformats.org/officeDocument/2006/relationships" id="261" r:id="R5191d630f345481b"/>
    <p:sldId xmlns:r="http://schemas.openxmlformats.org/officeDocument/2006/relationships" id="262" r:id="R4744cc8945094c2b"/>
    <p:sldId xmlns:r="http://schemas.openxmlformats.org/officeDocument/2006/relationships" id="263" r:id="Ra1aa9195d444408d"/>
    <p:sldId xmlns:r="http://schemas.openxmlformats.org/officeDocument/2006/relationships" id="264" r:id="Rb730443eed2f4dac"/>
    <p:sldId xmlns:r="http://schemas.openxmlformats.org/officeDocument/2006/relationships" id="265" r:id="Rdba6e10c762b447e"/>
    <p:sldId xmlns:r="http://schemas.openxmlformats.org/officeDocument/2006/relationships" id="266" r:id="R382fed23692147fd"/>
    <p:sldId xmlns:r="http://schemas.openxmlformats.org/officeDocument/2006/relationships" id="267" r:id="R808233da1dd244b2"/>
    <p:sldId xmlns:r="http://schemas.openxmlformats.org/officeDocument/2006/relationships" id="268" r:id="Ra9f8c7488a9e49f3"/>
    <p:sldId xmlns:r="http://schemas.openxmlformats.org/officeDocument/2006/relationships" id="269" r:id="Rf4498c4ed1184397"/>
    <p:sldId xmlns:r="http://schemas.openxmlformats.org/officeDocument/2006/relationships" id="270" r:id="R540a5f7cd7024c0a"/>
    <p:sldId xmlns:r="http://schemas.openxmlformats.org/officeDocument/2006/relationships" id="271" r:id="Rdaa5dbf5924f49ee"/>
    <p:sldId xmlns:r="http://schemas.openxmlformats.org/officeDocument/2006/relationships" id="272" r:id="Re90979feeae647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975bd1dc5a4603" /><Relationship Type="http://schemas.openxmlformats.org/officeDocument/2006/relationships/slideMaster" Target="/ppt/slideMasters/slideMaster1.xml" Id="Rcbcc141595db4165" /><Relationship Type="http://schemas.openxmlformats.org/officeDocument/2006/relationships/notesMaster" Target="/ppt/notesMasters/notesMaster1.xml" Id="R02a865a5cfce4a64" /><Relationship Type="http://schemas.openxmlformats.org/officeDocument/2006/relationships/presProps" Target="/ppt/presProps.xml" Id="Rbfcf67a016734f9f" /><Relationship Type="http://schemas.openxmlformats.org/officeDocument/2006/relationships/tableStyles" Target="/ppt/tableStyles.xml" Id="R95f157dc342a4d1f" /><Relationship Type="http://schemas.openxmlformats.org/officeDocument/2006/relationships/slide" Target="/ppt/slides/slide1.xml" Id="Ra5ec336c168d4f95" /><Relationship Type="http://schemas.openxmlformats.org/officeDocument/2006/relationships/slide" Target="/ppt/slides/slide2.xml" Id="R21057b397b5f4cc5" /><Relationship Type="http://schemas.openxmlformats.org/officeDocument/2006/relationships/slide" Target="/ppt/slides/slide3.xml" Id="R715e829c89ec4a8a" /><Relationship Type="http://schemas.openxmlformats.org/officeDocument/2006/relationships/slide" Target="/ppt/slides/slide4.xml" Id="R736d1f1bf6fc459a" /><Relationship Type="http://schemas.openxmlformats.org/officeDocument/2006/relationships/slide" Target="/ppt/slides/slide5.xml" Id="R7ce4cd530947407a" /><Relationship Type="http://schemas.openxmlformats.org/officeDocument/2006/relationships/slide" Target="/ppt/slides/slide6.xml" Id="R5191d630f345481b" /><Relationship Type="http://schemas.openxmlformats.org/officeDocument/2006/relationships/slide" Target="/ppt/slides/slide7.xml" Id="R4744cc8945094c2b" /><Relationship Type="http://schemas.openxmlformats.org/officeDocument/2006/relationships/slide" Target="/ppt/slides/slide8.xml" Id="Ra1aa9195d444408d" /><Relationship Type="http://schemas.openxmlformats.org/officeDocument/2006/relationships/slide" Target="/ppt/slides/slide9.xml" Id="Rb730443eed2f4dac" /><Relationship Type="http://schemas.openxmlformats.org/officeDocument/2006/relationships/slide" Target="/ppt/slides/slide10.xml" Id="Rdba6e10c762b447e" /><Relationship Type="http://schemas.openxmlformats.org/officeDocument/2006/relationships/slide" Target="/ppt/slides/slide11.xml" Id="R382fed23692147fd" /><Relationship Type="http://schemas.openxmlformats.org/officeDocument/2006/relationships/slide" Target="/ppt/slides/slide12.xml" Id="R808233da1dd244b2" /><Relationship Type="http://schemas.openxmlformats.org/officeDocument/2006/relationships/slide" Target="/ppt/slides/slide13.xml" Id="Ra9f8c7488a9e49f3" /><Relationship Type="http://schemas.openxmlformats.org/officeDocument/2006/relationships/slide" Target="/ppt/slides/slide14.xml" Id="Rf4498c4ed1184397" /><Relationship Type="http://schemas.openxmlformats.org/officeDocument/2006/relationships/slide" Target="/ppt/slides/slide15.xml" Id="R540a5f7cd7024c0a" /><Relationship Type="http://schemas.openxmlformats.org/officeDocument/2006/relationships/slide" Target="/ppt/slides/slide16.xml" Id="Rdaa5dbf5924f49ee" /><Relationship Type="http://schemas.openxmlformats.org/officeDocument/2006/relationships/slide" Target="/ppt/slides/slide17.xml" Id="Re90979feeae647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bbe7d02f2240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5e5374f0264932" /><Relationship Type="http://schemas.openxmlformats.org/officeDocument/2006/relationships/notesMaster" Target="/ppt/notesMasters/notesMaster1.xml" Id="Rf3a01b23639345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21f0c5c0654d69" /><Relationship Type="http://schemas.openxmlformats.org/officeDocument/2006/relationships/notesMaster" Target="/ppt/notesMasters/notesMaster1.xml" Id="R3e80d668756441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f4c4331f014cd9" /><Relationship Type="http://schemas.openxmlformats.org/officeDocument/2006/relationships/notesMaster" Target="/ppt/notesMasters/notesMaster1.xml" Id="R99f91ebad2224c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c20aabd6b444e9" /><Relationship Type="http://schemas.openxmlformats.org/officeDocument/2006/relationships/notesMaster" Target="/ppt/notesMasters/notesMaster1.xml" Id="Rcb54e051ce444d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c6e2b5901a449b" /><Relationship Type="http://schemas.openxmlformats.org/officeDocument/2006/relationships/notesMaster" Target="/ppt/notesMasters/notesMaster1.xml" Id="R2e2de1ad1bf647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84586f22534519" /><Relationship Type="http://schemas.openxmlformats.org/officeDocument/2006/relationships/notesMaster" Target="/ppt/notesMasters/notesMaster1.xml" Id="R003ba4021c324a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d8ea16395a4c40" /><Relationship Type="http://schemas.openxmlformats.org/officeDocument/2006/relationships/notesMaster" Target="/ppt/notesMasters/notesMaster1.xml" Id="R325471cdbe2f43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def70b17574816" /><Relationship Type="http://schemas.openxmlformats.org/officeDocument/2006/relationships/notesMaster" Target="/ppt/notesMasters/notesMaster1.xml" Id="R8c9ed5764da54b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070a7efc5e467c" /><Relationship Type="http://schemas.openxmlformats.org/officeDocument/2006/relationships/notesMaster" Target="/ppt/notesMasters/notesMaster1.xml" Id="R849d8b05545148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03c9bdca8940e0" /><Relationship Type="http://schemas.openxmlformats.org/officeDocument/2006/relationships/notesMaster" Target="/ppt/notesMasters/notesMaster1.xml" Id="R8d021c93b55e47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860fcd2efb4245" /><Relationship Type="http://schemas.openxmlformats.org/officeDocument/2006/relationships/notesMaster" Target="/ppt/notesMasters/notesMaster1.xml" Id="R2f27c4130e52443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2d6f8775044f52" /><Relationship Type="http://schemas.openxmlformats.org/officeDocument/2006/relationships/notesMaster" Target="/ppt/notesMasters/notesMaster1.xml" Id="R3a4057cef63e43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88760eeb2fa4131" /><Relationship Type="http://schemas.openxmlformats.org/officeDocument/2006/relationships/notesMaster" Target="/ppt/notesMasters/notesMaster1.xml" Id="R96314fba666641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f0312bff96a42ee" /><Relationship Type="http://schemas.openxmlformats.org/officeDocument/2006/relationships/notesMaster" Target="/ppt/notesMasters/notesMaster1.xml" Id="Ra69bc3a28ae9442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60ff25ad609414d" /><Relationship Type="http://schemas.openxmlformats.org/officeDocument/2006/relationships/notesMaster" Target="/ppt/notesMasters/notesMaster1.xml" Id="Ra4a693b85619405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61246d35434029" /><Relationship Type="http://schemas.openxmlformats.org/officeDocument/2006/relationships/notesMaster" Target="/ppt/notesMasters/notesMaster1.xml" Id="R98d3559b933c4be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3c78531c35d47f9" /><Relationship Type="http://schemas.openxmlformats.org/officeDocument/2006/relationships/notesMaster" Target="/ppt/notesMasters/notesMaster1.xml" Id="R557e6543b9554f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ロボティクス・フィジカルAIでは、現実世界で作業するロボットと、周囲の状況を見て動きを判断するAIを組み合わせます。目指しているのは、状況に応じてロボットが自ら動き、作業できる状態です。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対象にしているのは、現場で仕事をするロボットです。現場ごとに環境や作業が異なるため、ロボットをその仕事に合わせる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実際の撮影にはTOBI E2を使用する予定です。同時に、データ品質を保ちながら目立ちにくさを改善し、快適に使える撮影機材も開発しています。図の評価はTOBI E2を基準に、目立ちにくさを5にした開発目標を示しています。機材の外観や製品名はこれから決めていきます。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現場管理者がデータを確認し、承認したものだけ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配分にはレベニューシェア方式を採用します。当社が撮影データを加工・販売し、その販売収益に応じて現場へ還元し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ベーカリー『サトウカエデ』での撮影検証について紹介するページ。内容は後日、実施内容と結果を確認してから追加する。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者2名を中心に、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仕事から得たデータを、ロボット開発に活かします。そのデータを販売して得た収益の一部を、撮影に協力いただいた現場にも戻します。RootLensは、現場とフィジカルAIの間にこの循環をつく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eb16ae8d134c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224e46ea824034" /><Relationship Type="http://schemas.openxmlformats.org/officeDocument/2006/relationships/slideLayout" Target="/ppt/slideLayouts/slideLayout1.xml" Id="Re13841fc96064f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3841fc96064f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073bfe583147e7" /><Relationship Type="http://schemas.openxmlformats.org/officeDocument/2006/relationships/image" Target="/ppt/media/image.png" Id="R1949f65364e643cc" /><Relationship Type="http://schemas.openxmlformats.org/officeDocument/2006/relationships/notesSlide" Target="/ppt/notesSlides/notesSlide1.xml" Id="R904d60a9519c47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cd1130c4554c23" /><Relationship Type="http://schemas.openxmlformats.org/officeDocument/2006/relationships/notesSlide" Target="/ppt/notesSlides/notesSlide2.xml" Id="Rcb5baa69d44348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d93092e3a54304" /><Relationship Type="http://schemas.openxmlformats.org/officeDocument/2006/relationships/image" Target="/ppt/media/image2.png" Id="Rd1b1a9cef06546a6" /><Relationship Type="http://schemas.openxmlformats.org/officeDocument/2006/relationships/notesSlide" Target="/ppt/notesSlides/notesSlide3.xml" Id="R079055a14ae046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cb5f10227104121" /><Relationship Type="http://schemas.openxmlformats.org/officeDocument/2006/relationships/notesSlide" Target="/ppt/notesSlides/notesSlide4.xml" Id="Rf68968ae0bc742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fdc70405f1e4ab6" /><Relationship Type="http://schemas.openxmlformats.org/officeDocument/2006/relationships/image" Target="/ppt/media/image.jpeg" Id="R9f40c14588cf4f87" /><Relationship Type="http://schemas.openxmlformats.org/officeDocument/2006/relationships/notesSlide" Target="/ppt/notesSlides/notesSlide5.xml" Id="R0461d1ebe6a048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192da31eade45a6" /><Relationship Type="http://schemas.openxmlformats.org/officeDocument/2006/relationships/image" Target="/ppt/media/image3.png" Id="Rfc5869402c0c4d5a" /><Relationship Type="http://schemas.openxmlformats.org/officeDocument/2006/relationships/notesSlide" Target="/ppt/notesSlides/notesSlide6.xml" Id="Re869460233b948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97f6065bbd43df" /><Relationship Type="http://schemas.openxmlformats.org/officeDocument/2006/relationships/image" Target="/ppt/media/image4.png" Id="R42d51ce323ed4e42" /><Relationship Type="http://schemas.openxmlformats.org/officeDocument/2006/relationships/notesSlide" Target="/ppt/notesSlides/notesSlide7.xml" Id="R414e8cae9db548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6669dedafd43e8" /><Relationship Type="http://schemas.openxmlformats.org/officeDocument/2006/relationships/image" Target="/ppt/media/image2.jpeg" Id="Rf5e2c5774edc4f50" /><Relationship Type="http://schemas.openxmlformats.org/officeDocument/2006/relationships/notesSlide" Target="/ppt/notesSlides/notesSlide8.xml" Id="Rf8b27b7f0e8a46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c76a62c43774c5e" /><Relationship Type="http://schemas.openxmlformats.org/officeDocument/2006/relationships/image" Target="/ppt/media/image5.png" Id="Rffb852ca35634a4f" /><Relationship Type="http://schemas.openxmlformats.org/officeDocument/2006/relationships/notesSlide" Target="/ppt/notesSlides/notesSlide9.xml" Id="Ra1cf4aff38b84e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303eeb80374619" /><Relationship Type="http://schemas.openxmlformats.org/officeDocument/2006/relationships/notesSlide" Target="/ppt/notesSlides/notesSlide10.xml" Id="Rdcb1a22d5f5441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69a8107a2974824" /><Relationship Type="http://schemas.openxmlformats.org/officeDocument/2006/relationships/image" Target="/ppt/media/image6.png" Id="R6bcf0b8d70364095" /><Relationship Type="http://schemas.openxmlformats.org/officeDocument/2006/relationships/notesSlide" Target="/ppt/notesSlides/notesSlide11.xml" Id="Rea4010f9a7b34d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29d3789884d4558" /><Relationship Type="http://schemas.openxmlformats.org/officeDocument/2006/relationships/image" Target="/ppt/media/image7.png" Id="R1a03658fff2a4da8" /><Relationship Type="http://schemas.openxmlformats.org/officeDocument/2006/relationships/notesSlide" Target="/ppt/notesSlides/notesSlide12.xml" Id="Re820d6c53a2c49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62cb7d412224706" /><Relationship Type="http://schemas.openxmlformats.org/officeDocument/2006/relationships/notesSlide" Target="/ppt/notesSlides/notesSlide13.xml" Id="Rd3c46a46da1545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cdceda7e190432b" /><Relationship Type="http://schemas.openxmlformats.org/officeDocument/2006/relationships/notesSlide" Target="/ppt/notesSlides/notesSlide14.xml" Id="Rbd0fe8134dd245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6b65116f5014b04" /><Relationship Type="http://schemas.openxmlformats.org/officeDocument/2006/relationships/notesSlide" Target="/ppt/notesSlides/notesSlide15.xml" Id="R9c33258a475040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cad77e4eaa54a6a" /><Relationship Type="http://schemas.openxmlformats.org/officeDocument/2006/relationships/notesSlide" Target="/ppt/notesSlides/notesSlide16.xml" Id="R9855a239351f495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ebe1d4627a340e2" /><Relationship Type="http://schemas.openxmlformats.org/officeDocument/2006/relationships/image" Target="/ppt/media/image8.png" Id="R03115cfcb8134ade" /><Relationship Type="http://schemas.openxmlformats.org/officeDocument/2006/relationships/notesSlide" Target="/ppt/notesSlides/notesSlide17.xml" Id="R49b083de169641f9"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949f65364e643c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A257649-3D7D-482C-A544-FF89D0EE6AE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E23E75B-1862-40CC-AB11-D69830931DFE}"/>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B4C3EA63-A521-4D64-9EE4-7ED3CDE339CF}"/>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247FBA18-2990-436E-98C2-1D1422AAE5E0}"/>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2926D72F-B280-441E-8C43-E15A926229C4}"/>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F17EBC7-67EC-4ED3-9FBF-60BC147896E4}"/>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7841F6F9-B8A8-4623-A92E-9E910EFBC0F2}"/>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301231244"/>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3118149-DC16-4228-8DB9-F56C03304F8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638A0A-321D-48C9-89B9-DCCC1BFF0EC8}"/>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CE1155B2-52AF-40F4-8D0B-ED62350213EA}"/>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724827-CAE7-4C1C-BC85-61F4DBD97B0B}"/>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11C88CB3-8971-4DDB-8C7B-C08177B61CB1}"/>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C0BF91F0-5D07-4DA2-8966-36356AB166CE}"/>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536B2C6-0B70-4802-8613-2209025BC093}"/>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E6819831-BE85-420A-88EE-27DA6C58AAFE}"/>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C322BBD-8859-4C21-B4E5-57B7BFEC2E89}"/>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8B0DD767-0EB2-4EBE-ACCC-C8B1C3C597A0}"/>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5149B8F-B3F7-44FE-9CA0-925854A1F08C}"/>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02DF629F-7137-46C3-863D-C02252102C5D}"/>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79DAF71-AA47-42BD-8D89-38FE467E1A40}"/>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2134859715"/>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9B85F5-7D5A-40D1-B3D1-61300149C83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1395EE-B558-4D19-A4F3-266CC096F141}"/>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9C78E549-5903-4ED9-9FFD-98E69ECEC700}"/>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D1A6A1-5C18-46D3-9ED7-4F962D8372A1}"/>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現実世界で作業するロボット</a:t>
            </a:r>
          </a:p>
        </p:txBody>
      </p:sp>
      <p:sp>
        <p:nvSpPr>
          <p:cNvPr id="5" name="">
            <a:extLst xmlns:a="http://schemas.openxmlformats.org/drawingml/2006/main">
              <a:ext uri="{FF2B5EF4-FFF2-40B4-BE49-F238E27FC236}">
                <a16:creationId xmlns:a16="http://schemas.microsoft.com/office/drawing/2014/main" id="{EF580D98-7EDA-4B94-A6E9-5F3D79D763F4}"/>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周囲を見て、どう動くかを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判断するAI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1b1a9cef06546a6"/>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F4D5A21-693A-4C8D-B54B-E93D2D3ED32B}"/>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ロボットとAIを組み合わせ、周囲の状況に応じて自ら動くロボットの開発が進んでいる。</a:t>
            </a:r>
          </a:p>
        </p:txBody>
      </p:sp>
    </p:spTree>
    <p:extLst>
      <p:ext uri="{BB962C8B-B14F-4D97-AF65-F5344CB8AC3E}">
        <p14:creationId xmlns:p14="http://schemas.microsoft.com/office/powerpoint/2010/main" val="129339090"/>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4B2BA2D-7A90-45BA-9388-14086EAA07D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5B9CEA-EB64-410A-8657-F62CFE32701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
            <a:extLst xmlns:a="http://schemas.openxmlformats.org/drawingml/2006/main">
              <a:ext uri="{FF2B5EF4-FFF2-40B4-BE49-F238E27FC236}">
                <a16:creationId xmlns:a16="http://schemas.microsoft.com/office/drawing/2014/main" id="{FA510FD1-E953-4E32-B32D-004A30C1FD41}"/>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3DFBBEE-BB0A-45D7-AFBD-7BF8BD2B912C}"/>
              </a:ext>
            </a:extLst>
          </p:cNvPr>
          <p:cNvSpPr>
            <a:spLocks xmlns:a="http://schemas.openxmlformats.org/drawingml/2006/main" noGrp="1"/>
          </p:cNvSpPr>
          <p:nvPr/>
        </p:nvSpPr>
        <p:spPr>
          <a:xfrm xmlns:a="http://schemas.openxmlformats.org/drawingml/2006/main">
            <a:off x="704850" y="1581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現場ごとに環境や作業は異なる。ロボットをその仕事に合わせるには、</a:t>
            </a:r>
          </a:p>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現場の環境と作業を知るためのデータが要る。</a:t>
            </a:r>
          </a:p>
        </p:txBody>
      </p:sp>
      <p:sp>
        <p:nvSpPr>
          <p:cNvPr id="5" name="">
            <a:extLst xmlns:a="http://schemas.openxmlformats.org/drawingml/2006/main">
              <a:ext uri="{FF2B5EF4-FFF2-40B4-BE49-F238E27FC236}">
                <a16:creationId xmlns:a16="http://schemas.microsoft.com/office/drawing/2014/main" id="{E7B4BE09-597C-4B6D-9F24-9FDD1647C4BA}"/>
              </a:ext>
            </a:extLst>
          </p:cNvPr>
          <p:cNvSpPr>
            <a:spLocks xmlns:a="http://schemas.openxmlformats.org/drawingml/2006/main" noGrp="1"/>
          </p:cNvSpPr>
          <p:nvPr/>
        </p:nvSpPr>
        <p:spPr>
          <a:xfrm xmlns:a="http://schemas.openxmlformats.org/drawingml/2006/main">
            <a:off x="74295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
            <a:extLst xmlns:a="http://schemas.openxmlformats.org/drawingml/2006/main">
              <a:ext uri="{FF2B5EF4-FFF2-40B4-BE49-F238E27FC236}">
                <a16:creationId xmlns:a16="http://schemas.microsoft.com/office/drawing/2014/main" id="{C6F60046-9FFD-4710-B21E-027EF6C42F03}"/>
              </a:ext>
            </a:extLst>
          </p:cNvPr>
          <p:cNvSpPr>
            <a:spLocks xmlns:a="http://schemas.openxmlformats.org/drawingml/2006/main" noGrp="1"/>
          </p:cNvSpPr>
          <p:nvPr/>
        </p:nvSpPr>
        <p:spPr>
          <a:xfrm xmlns:a="http://schemas.openxmlformats.org/drawingml/2006/main">
            <a:off x="1047750" y="36576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81710E1-6A34-44C7-8802-88C176C75E9D}"/>
              </a:ext>
            </a:extLst>
          </p:cNvPr>
          <p:cNvSpPr>
            <a:spLocks xmlns:a="http://schemas.openxmlformats.org/drawingml/2006/main" noGrp="1"/>
          </p:cNvSpPr>
          <p:nvPr/>
        </p:nvSpPr>
        <p:spPr>
          <a:xfrm xmlns:a="http://schemas.openxmlformats.org/drawingml/2006/main">
            <a:off x="74295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
            <a:extLst xmlns:a="http://schemas.openxmlformats.org/drawingml/2006/main">
              <a:ext uri="{FF2B5EF4-FFF2-40B4-BE49-F238E27FC236}">
                <a16:creationId xmlns:a16="http://schemas.microsoft.com/office/drawing/2014/main" id="{F8C3FF9E-B289-416F-85C8-3714E5ED1A6D}"/>
              </a:ext>
            </a:extLst>
          </p:cNvPr>
          <p:cNvSpPr>
            <a:spLocks xmlns:a="http://schemas.openxmlformats.org/drawingml/2006/main" noGrp="1"/>
          </p:cNvSpPr>
          <p:nvPr/>
        </p:nvSpPr>
        <p:spPr>
          <a:xfrm xmlns:a="http://schemas.openxmlformats.org/drawingml/2006/main">
            <a:off x="4448175"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
            <a:extLst xmlns:a="http://schemas.openxmlformats.org/drawingml/2006/main">
              <a:ext uri="{FF2B5EF4-FFF2-40B4-BE49-F238E27FC236}">
                <a16:creationId xmlns:a16="http://schemas.microsoft.com/office/drawing/2014/main" id="{9BA0C148-57D3-4EBA-8570-F28BE65BEF58}"/>
              </a:ext>
            </a:extLst>
          </p:cNvPr>
          <p:cNvSpPr>
            <a:spLocks xmlns:a="http://schemas.openxmlformats.org/drawingml/2006/main" noGrp="1"/>
          </p:cNvSpPr>
          <p:nvPr/>
        </p:nvSpPr>
        <p:spPr>
          <a:xfrm xmlns:a="http://schemas.openxmlformats.org/drawingml/2006/main">
            <a:off x="4752975" y="36576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8BF7572-DC44-4E21-BAF7-0D6DC1F84C6E}"/>
              </a:ext>
            </a:extLst>
          </p:cNvPr>
          <p:cNvSpPr>
            <a:spLocks xmlns:a="http://schemas.openxmlformats.org/drawingml/2006/main" noGrp="1"/>
          </p:cNvSpPr>
          <p:nvPr/>
        </p:nvSpPr>
        <p:spPr>
          <a:xfrm xmlns:a="http://schemas.openxmlformats.org/drawingml/2006/main">
            <a:off x="4448175"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
            <a:extLst xmlns:a="http://schemas.openxmlformats.org/drawingml/2006/main">
              <a:ext uri="{FF2B5EF4-FFF2-40B4-BE49-F238E27FC236}">
                <a16:creationId xmlns:a16="http://schemas.microsoft.com/office/drawing/2014/main" id="{74B00BC4-E529-4075-8C19-D6DE452EEF5C}"/>
              </a:ext>
            </a:extLst>
          </p:cNvPr>
          <p:cNvSpPr>
            <a:spLocks xmlns:a="http://schemas.openxmlformats.org/drawingml/2006/main" noGrp="1"/>
          </p:cNvSpPr>
          <p:nvPr/>
        </p:nvSpPr>
        <p:spPr>
          <a:xfrm xmlns:a="http://schemas.openxmlformats.org/drawingml/2006/main">
            <a:off x="815340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
            <a:extLst xmlns:a="http://schemas.openxmlformats.org/drawingml/2006/main">
              <a:ext uri="{FF2B5EF4-FFF2-40B4-BE49-F238E27FC236}">
                <a16:creationId xmlns:a16="http://schemas.microsoft.com/office/drawing/2014/main" id="{3CA1EBCE-A30E-433F-B81A-F59645F8BA13}"/>
              </a:ext>
            </a:extLst>
          </p:cNvPr>
          <p:cNvSpPr>
            <a:spLocks xmlns:a="http://schemas.openxmlformats.org/drawingml/2006/main" noGrp="1"/>
          </p:cNvSpPr>
          <p:nvPr/>
        </p:nvSpPr>
        <p:spPr>
          <a:xfrm xmlns:a="http://schemas.openxmlformats.org/drawingml/2006/main">
            <a:off x="8458200" y="36576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2231472-12F0-4B95-8709-72C7EA0EEF1A}"/>
              </a:ext>
            </a:extLst>
          </p:cNvPr>
          <p:cNvSpPr>
            <a:spLocks xmlns:a="http://schemas.openxmlformats.org/drawingml/2006/main" noGrp="1"/>
          </p:cNvSpPr>
          <p:nvPr/>
        </p:nvSpPr>
        <p:spPr>
          <a:xfrm xmlns:a="http://schemas.openxmlformats.org/drawingml/2006/main">
            <a:off x="815340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
            <a:extLst xmlns:a="http://schemas.openxmlformats.org/drawingml/2006/main">
              <a:ext uri="{FF2B5EF4-FFF2-40B4-BE49-F238E27FC236}">
                <a16:creationId xmlns:a16="http://schemas.microsoft.com/office/drawing/2014/main" id="{C4970E63-980C-459D-8B43-1F72DD532C67}"/>
              </a:ext>
            </a:extLst>
          </p:cNvPr>
          <p:cNvSpPr>
            <a:spLocks xmlns:a="http://schemas.openxmlformats.org/drawingml/2006/main" noGrp="1"/>
          </p:cNvSpPr>
          <p:nvPr/>
        </p:nvSpPr>
        <p:spPr>
          <a:xfrm xmlns:a="http://schemas.openxmlformats.org/drawingml/2006/main">
            <a:off x="685800" y="51149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9329AC2-F955-4D58-92D9-2190CB35DBA6}"/>
              </a:ext>
            </a:extLst>
          </p:cNvPr>
          <p:cNvSpPr>
            <a:spLocks xmlns:a="http://schemas.openxmlformats.org/drawingml/2006/main" noGrp="1"/>
          </p:cNvSpPr>
          <p:nvPr/>
        </p:nvSpPr>
        <p:spPr>
          <a:xfrm xmlns:a="http://schemas.openxmlformats.org/drawingml/2006/main">
            <a:off x="704850" y="53340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304326101"/>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923DFF-3705-4362-8767-5DAD49C40BD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3A02CD-FAEF-43D7-A506-E9FD287B0F86}"/>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F93B46B7-77E0-4DE9-A878-19472D65459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f40c14588cf4f87"/>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A594B1C-BA97-4556-8B9E-0FB219D33CA0}"/>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475CD856-A1E8-4C8E-98F2-CE641F5713A4}"/>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430327064"/>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6B724B-B5CB-457E-9096-03228BC79A9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C64202-2E2F-4550-B038-6D3575B40860}"/>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8B22FB47-BBFF-476D-B838-A4C1F469562F}"/>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31499190-2DAA-41C0-B85A-B3D70C2BB0B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71F69D4-60D2-4A03-AF6D-DCA38FF9DD1C}"/>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E2DEDD4B-F4DE-4534-9055-1FDE99D3DD08}"/>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c5869402c0c4d5a"/>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0B1EEC4-C2CD-459A-AE5D-395463136F8B}"/>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1074414486"/>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5F03495-6034-4C04-A780-1CFBE629F82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D7EAA6-BDF4-4B4C-864B-F5ADBF22966F}"/>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2ABFE944-99FC-4BA5-A626-EFB6AC705A06}"/>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42d51ce323ed4e42"/>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567AA90-A65C-41E7-B36F-82ABBA02DE5F}"/>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400791FB-6CD3-46AA-8B0A-55189CC796AF}"/>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E36019C0-299C-4B9F-9C91-82E221B2B242}"/>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8" name="">
            <a:extLst xmlns:a="http://schemas.openxmlformats.org/drawingml/2006/main">
              <a:ext uri="{FF2B5EF4-FFF2-40B4-BE49-F238E27FC236}">
                <a16:creationId xmlns:a16="http://schemas.microsoft.com/office/drawing/2014/main" id="{E0C194E3-5F8B-4B3D-BA82-22E8E8C87424}"/>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D0D05F56-29C3-40DF-9235-BD155BFC7A17}"/>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F727A43B-DD4C-4D84-8FAF-DD78988E7040}"/>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AF5DBDF7-D035-47D3-A5FE-28313AD7EB9E}"/>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A78BEA00-9A1D-4CCE-9B11-E90244004931}"/>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6CA8994A-B065-42C1-B7E9-1AF66DF940BD}"/>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CEEDC201-6776-4535-AA5B-5F252CFDAF15}"/>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7CBD59D6-AEB0-4C60-B58A-E1459937240A}"/>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3021D313-DA3F-4CF8-9CE4-6AC97A51964C}"/>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3FE4C218-D861-443A-9291-2058220CE39E}"/>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20DD8826-745F-4A4B-B6AA-2B1741742AB6}"/>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CD80D4DB-C088-4F0F-A0C3-D2E3901395A2}"/>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5F60C513-CB57-4A8A-83BC-9E4CAAE23EA8}"/>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24663551-50E0-484C-9145-805D4F6277E2}"/>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0F71180F-7CC6-49A3-BEF8-989479150ED7}"/>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78B9627A-77C9-42D8-A53A-404E5F353CAD}"/>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DB86763F-A894-4FBC-ACB4-61DE80D8CB80}"/>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A1310659-5286-4878-BBFB-F39E38FE8504}"/>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B1341368-18EC-4264-9AA9-51003E262B20}"/>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C8F61E79-C13B-41CF-BEFA-ED3137B26867}"/>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0DCA09F7-7CB6-4589-9145-36F3B5284256}"/>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DCB40492-A450-4F71-A322-6B0EB0642733}"/>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2220106F-07EB-4F41-80D9-545E8E95C9C8}"/>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4165CC29-B387-48D6-BCC1-3D45F677BC0D}"/>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F387FB6E-AC24-421B-B4C0-07716F251BC4}"/>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AF47FC05-0474-48A4-A49F-1C6197300B5A}"/>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CA9BACCC-FB76-4D71-9D50-3DC7277C2667}"/>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FD8D0879-67F2-4F17-9BD1-7A1E170A5514}"/>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AC56CB6D-3C9C-464D-9B03-43B1DA232359}"/>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337DE4A3-3CF2-4068-9461-0A14E8DF38A7}"/>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93D77D42-E8B5-4F63-802B-B276963EB1D3}"/>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B3515305-CF52-49BC-A244-08584342006B}"/>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8E00E9AE-C7AE-4165-8CE4-416B59D85AEA}"/>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0F4B0547-6A09-45B5-B581-655A46046166}"/>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FA3521E-E3F9-4C30-A206-2B72708355E0}"/>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34B88228-0DC6-4A19-842C-B04D9CFC1216}"/>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1310683694"/>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F6B43B23-7CAE-48A3-8744-D2D54DF8BFA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84D64D-64D3-4E62-A346-75791F504033}"/>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A5B44E09-3FDF-40F0-B352-FC1B43100C9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5e2c5774edc4f50"/>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DCE5174-EBEB-42D6-B312-D66E7E639656}"/>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9D787588-B1D4-4C51-B89E-E1680A4FC43F}"/>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AF56F317-C8E6-40D1-8FC9-46D2E0D30A5B}"/>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0E4B99A1-4F72-4034-82D3-0F27884CC4A3}"/>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03729EE6-A17D-4D07-B174-F3552A056897}"/>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B0EFC738-4554-40DA-B33B-0FD1DE892D02}"/>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B6A87147-6812-4958-A417-459A4DCC5F0E}"/>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232B262A-3329-45ED-8982-17C66F0715C8}"/>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7FB36E0C-1C39-40BC-9926-CCA4E5743677}"/>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24A07944-EE5B-419B-B958-CD2FC4F9E47F}"/>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867DDD4C-41F1-46D1-8896-C83635B7390A}"/>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A7A37064-D3F2-4B15-8287-2DB5CE58DC04}"/>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393D8926-EEC2-4A57-BFAD-9B7527E3E3C7}"/>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C7064045-8B1A-471F-9BA5-FCACDD9A7255}"/>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1CF2728A-AA60-480C-BCB7-1EDE3DE34594}"/>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3B896162-D209-4F10-986D-B5B019B5E9D2}"/>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578F473A-67EC-4AE8-99D3-9C929B77F309}"/>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BDC832D7-ABFD-4C0C-9FEE-123B1D7FFC35}"/>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A659BC27-6894-43DF-80AA-33FE9F384562}"/>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B3B624DA-CCFD-4443-9348-5C3F32865050}"/>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72E8D96C-9635-4369-A141-5CD39E43735C}"/>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14CD08DB-FFF5-44ED-8EC3-59B12A1719CC}"/>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26A3B66D-75EF-4FA1-8A51-9BC6B9DC34B8}"/>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1B0DB756-82D9-433E-9FE0-4D4325FFE7BD}"/>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5CDDE4E3-865D-4768-AB38-D7E2B0F29C1D}"/>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AB349CA0-20D0-4831-91AD-2BC1AE94E28F}"/>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886CC00C-E674-4D61-AE30-06E6975B69F9}"/>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56879EAD-844A-456C-B735-02CF507F5478}"/>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6AAB8B74-C2F0-42B6-B12F-768437AB389D}"/>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CAEF7FD0-0488-4165-BB9E-B54A50A717BF}"/>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6C5D0B3F-07F6-4978-8B31-0EFBA2BD3F27}"/>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A80C4D40-A6D6-4A5E-BA6A-5A14D1F6AEA9}"/>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4480CC7A-90BB-4F6B-BAD3-7BE717F4B714}"/>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E8DE8D29-7C39-4D4F-9383-F01F7628676D}"/>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1FCAD3C3-F36F-4582-BE24-4B5064D3BB9E}"/>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CE9EDD16-DDD2-4A85-80FD-E1B183562946}"/>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74E42586-9508-479D-A615-A08AAE1F7AB2}"/>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B2EBA28-AAF0-45BB-A52A-FCA8996A54F1}"/>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46673AFA-30EE-4E42-A29F-FA29F188950E}"/>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748916293"/>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ED48957E-1A04-4910-8F8C-CF98FE67CAA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F31FEF-5CC3-486D-8592-12CCE22A7B89}"/>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88C1ED48-3D37-4DE8-A880-23CB3487D6A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ffb852ca35634a4f"/>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DFA18A9-C969-422D-9535-BFA2D0E6AC80}"/>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
            <a:extLst xmlns:a="http://schemas.openxmlformats.org/drawingml/2006/main">
              <a:ext uri="{FF2B5EF4-FFF2-40B4-BE49-F238E27FC236}">
                <a16:creationId xmlns:a16="http://schemas.microsoft.com/office/drawing/2014/main" id="{228F9035-0D00-46D2-B4EA-34D850932840}"/>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F3811048-C943-4DB1-BE93-BADC99F95E0A}"/>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6E5895D3-19FA-49A5-9A43-5813CC861A53}"/>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D43AEAA9-C950-45FD-9FAF-6C075D1A7303}"/>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36AE90E4-C342-46DA-8B3B-2BB2E843AD22}"/>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F683FC7C-34A6-44D2-A6F6-D8DCB74BDCC5}"/>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E1BA8FB9-7009-4C8E-8C64-8D598BAEEAC8}"/>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
            <a:extLst xmlns:a="http://schemas.openxmlformats.org/drawingml/2006/main">
              <a:ext uri="{FF2B5EF4-FFF2-40B4-BE49-F238E27FC236}">
                <a16:creationId xmlns:a16="http://schemas.microsoft.com/office/drawing/2014/main" id="{FB255E93-63EB-4776-9224-223B32C38300}"/>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2A27684F-8213-4EC9-B0BD-B2904CE42132}"/>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FDC75218-6C6E-44AB-8F27-5B9CD0BB1848}"/>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DD4ABC63-7777-4C37-AEC7-F5490EDFFD00}"/>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D7982B90-F35E-457B-89CA-FFA9FAEE03BF}"/>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C5A916BB-A973-4408-AD56-CCB649587C10}"/>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3BA848A4-F035-410E-9528-D55FDC4564A4}"/>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EC0D5154-4495-4904-8CA4-2124A5018AA0}"/>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62777147-3540-4572-BEC8-DF09FB9376F7}"/>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436DC82C-2910-48F1-A218-1FC5E36F06C8}"/>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378C45C0-F213-417A-8716-0028A35231B9}"/>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BAFB0CB2-1F40-4848-8226-6A050D01EE6A}"/>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5D4C4941-B785-41FC-A31F-0C6EB04D6A02}"/>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FFD06A1E-05E4-4D70-9C0D-A225689806C6}"/>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
            <a:extLst xmlns:a="http://schemas.openxmlformats.org/drawingml/2006/main">
              <a:ext uri="{FF2B5EF4-FFF2-40B4-BE49-F238E27FC236}">
                <a16:creationId xmlns:a16="http://schemas.microsoft.com/office/drawing/2014/main" id="{5C1E8309-1B4F-4C6C-956E-49001CA7D417}"/>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A8B4BEED-BB4D-4834-AE30-73F23CC3E487}"/>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B3F8B4DA-49F6-47C8-B7BE-F616B5B8F7C8}"/>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AFD3090E-2399-4813-A61D-444751C9A6DF}"/>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D827BBC5-A391-4508-ABEC-2E45AE09CDD6}"/>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999A9BBE-E342-49B5-9BFA-D3D8B349816E}"/>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90062058-885F-4AB0-8E4E-72033706F8BA}"/>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046EA078-1CF5-4EF5-8C5A-9C97AACCCE88}"/>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9F2F3024-6C93-43A1-ABCF-114329076ECA}"/>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61CB79D1-F8AB-470D-8C52-821CF52561CB}"/>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3AF946DC-6E5D-48E5-A38B-7DAD55F26A8F}"/>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C3ABB21B-45F6-49C9-ADCA-B2CE460D2888}"/>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7480425B-6C4C-4C9C-A2C7-690B511E414B}"/>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54A92C72-C5E8-4A57-878F-8F15018493DA}"/>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1" name="">
            <a:extLst xmlns:a="http://schemas.openxmlformats.org/drawingml/2006/main">
              <a:ext uri="{FF2B5EF4-FFF2-40B4-BE49-F238E27FC236}">
                <a16:creationId xmlns:a16="http://schemas.microsoft.com/office/drawing/2014/main" id="{C7F7A849-EDB0-4CC6-A4E4-FC59BE423B01}"/>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C32DDA7-79FA-4682-8CB7-CF54110DB4B8}"/>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
            <a:extLst xmlns:a="http://schemas.openxmlformats.org/drawingml/2006/main">
              <a:ext uri="{FF2B5EF4-FFF2-40B4-BE49-F238E27FC236}">
                <a16:creationId xmlns:a16="http://schemas.microsoft.com/office/drawing/2014/main" id="{6BE312C6-B406-46FC-AB77-0030A8F952C2}"/>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
            <a:extLst xmlns:a="http://schemas.openxmlformats.org/drawingml/2006/main">
              <a:ext uri="{FF2B5EF4-FFF2-40B4-BE49-F238E27FC236}">
                <a16:creationId xmlns:a16="http://schemas.microsoft.com/office/drawing/2014/main" id="{3D8BF990-FA61-4D80-B822-B4CACA82CA8B}"/>
              </a:ext>
            </a:extLst>
          </p:cNvPr>
          <p:cNvSpPr>
            <a:spLocks xmlns:a="http://schemas.openxmlformats.org/drawingml/2006/main" noGrp="1"/>
          </p:cNvSpPr>
          <p:nvPr/>
        </p:nvSpPr>
        <p:spPr>
          <a:xfrm xmlns:a="http://schemas.openxmlformats.org/drawingml/2006/main">
            <a:off x="6496050" y="626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821834660"/>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198D30ED-F934-4FC5-B26E-16CC4C86A68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F9E572-1D5A-4CAB-B011-74A39A7CF543}"/>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撮影機材の開発</a:t>
            </a:r>
          </a:p>
        </p:txBody>
      </p:sp>
      <p:sp>
        <p:nvSpPr>
          <p:cNvPr id="3" name="">
            <a:extLst xmlns:a="http://schemas.openxmlformats.org/drawingml/2006/main">
              <a:ext uri="{FF2B5EF4-FFF2-40B4-BE49-F238E27FC236}">
                <a16:creationId xmlns:a16="http://schemas.microsoft.com/office/drawing/2014/main" id="{56D28916-9216-4A27-AF97-2A2C20ABFA0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0392B9-7E4E-4B01-B813-C3262780C3E5}"/>
              </a:ext>
            </a:extLst>
          </p:cNvPr>
          <p:cNvSpPr>
            <a:spLocks xmlns:a="http://schemas.openxmlformats.org/drawingml/2006/main" noGrp="1"/>
          </p:cNvSpPr>
          <p:nvPr/>
        </p:nvSpPr>
        <p:spPr>
          <a:xfrm xmlns:a="http://schemas.openxmlformats.org/drawingml/2006/main">
            <a:off x="704850" y="1809750"/>
            <a:ext cx="5000625" cy="3333750"/>
          </a:xfrm>
          <a:prstGeom xmlns:a="http://schemas.openxmlformats.org/drawingml/2006/main" prst="rect">
            <a:avLst/>
          </a:prstGeom>
          <a:solidFill xmlns:a="http://schemas.openxmlformats.org/drawingml/2006/main">
            <a:srgbClr val="E5E8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5DCF3E1-158D-4C30-B59A-68EBF70D24C8}"/>
              </a:ext>
            </a:extLst>
          </p:cNvPr>
          <p:cNvSpPr>
            <a:spLocks xmlns:a="http://schemas.openxmlformats.org/drawingml/2006/main" noGrp="1"/>
          </p:cNvSpPr>
          <p:nvPr/>
        </p:nvSpPr>
        <p:spPr>
          <a:xfrm xmlns:a="http://schemas.openxmlformats.org/drawingml/2006/main">
            <a:off x="1000125" y="2114550"/>
            <a:ext cx="4410075" cy="2724150"/>
          </a:xfrm>
          <a:prstGeom xmlns:a="http://schemas.openxmlformats.org/drawingml/2006/main" prst="rect">
            <a:avLst/>
          </a:prstGeom>
          <a:solidFill xmlns:a="http://schemas.openxmlformats.org/drawingml/2006/main">
            <a:srgbClr val="D8DD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052ABDE-B454-4D87-BE31-55743456BAA7}"/>
              </a:ext>
            </a:extLst>
          </p:cNvPr>
          <p:cNvSpPr>
            <a:spLocks xmlns:a="http://schemas.openxmlformats.org/drawingml/2006/main" noGrp="1"/>
          </p:cNvSpPr>
          <p:nvPr/>
        </p:nvSpPr>
        <p:spPr>
          <a:xfrm xmlns:a="http://schemas.openxmlformats.org/drawingml/2006/main">
            <a:off x="1000125" y="3048000"/>
            <a:ext cx="4410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00" b="1">
                <a:solidFill>
                  <a:srgbClr val="647177"/>
                </a:solidFill>
                <a:latin typeface="Hiragino Sans"/>
                <a:ea typeface="Hiragino Sans"/>
                <a:cs typeface="Hiragino Sans"/>
              </a:defRPr>
            </a:pPr>
            <a:r>
              <a:rPr sz="5200" b="1">
                <a:solidFill>
                  <a:srgbClr val="647177"/>
                </a:solidFill>
                <a:latin typeface="Hiragino Sans"/>
                <a:ea typeface="Hiragino Sans"/>
                <a:cs typeface="Hiragino Sans"/>
              </a:rPr>
              <a:t>???</a:t>
            </a:r>
          </a:p>
        </p:txBody>
      </p:sp>
      <p:sp>
        <p:nvSpPr>
          <p:cNvPr id="7" name="">
            <a:extLst xmlns:a="http://schemas.openxmlformats.org/drawingml/2006/main">
              <a:ext uri="{FF2B5EF4-FFF2-40B4-BE49-F238E27FC236}">
                <a16:creationId xmlns:a16="http://schemas.microsoft.com/office/drawing/2014/main" id="{538DCF3E-7140-4A25-BA7F-42149AA86A41}"/>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a:t>
            </a:r>
          </a:p>
        </p:txBody>
      </p:sp>
      <p:sp>
        <p:nvSpPr>
          <p:cNvPr id="8" name="">
            <a:extLst xmlns:a="http://schemas.openxmlformats.org/drawingml/2006/main">
              <a:ext uri="{FF2B5EF4-FFF2-40B4-BE49-F238E27FC236}">
                <a16:creationId xmlns:a16="http://schemas.microsoft.com/office/drawing/2014/main" id="{094382F6-292C-4B5B-B51A-B3922C8CD245}"/>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9" name="">
            <a:extLst xmlns:a="http://schemas.openxmlformats.org/drawingml/2006/main">
              <a:ext uri="{FF2B5EF4-FFF2-40B4-BE49-F238E27FC236}">
                <a16:creationId xmlns:a16="http://schemas.microsoft.com/office/drawing/2014/main" id="{738C1946-A538-42E3-A075-DF9EB5FCFAA7}"/>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2F76B232-3993-406D-8F20-5C6B6DEF95B6}"/>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B778A0E6-EC5B-400B-8E14-4F886612B07E}"/>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F0A1E947-4E03-4B9E-9F99-A9A4CF04FA96}"/>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3" name="">
            <a:extLst xmlns:a="http://schemas.openxmlformats.org/drawingml/2006/main">
              <a:ext uri="{FF2B5EF4-FFF2-40B4-BE49-F238E27FC236}">
                <a16:creationId xmlns:a16="http://schemas.microsoft.com/office/drawing/2014/main" id="{17E88983-D402-434A-973A-D0A988785974}"/>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4" name="">
            <a:extLst xmlns:a="http://schemas.openxmlformats.org/drawingml/2006/main">
              <a:ext uri="{FF2B5EF4-FFF2-40B4-BE49-F238E27FC236}">
                <a16:creationId xmlns:a16="http://schemas.microsoft.com/office/drawing/2014/main" id="{CFDC5E72-032B-4009-AED6-E3FFDF918148}"/>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468EF6F5-6D16-4DC7-8405-075B2ED20401}"/>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6" name="">
            <a:extLst xmlns:a="http://schemas.openxmlformats.org/drawingml/2006/main">
              <a:ext uri="{FF2B5EF4-FFF2-40B4-BE49-F238E27FC236}">
                <a16:creationId xmlns:a16="http://schemas.microsoft.com/office/drawing/2014/main" id="{B6B97D1C-DA11-4815-AAE7-FB656440A30D}"/>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05CC369E-797A-4879-8C13-EED813257DE7}"/>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01A5A540-169D-4170-905B-5D70FC9E534C}"/>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0E1709FD-467A-4577-A155-AC0E63326325}"/>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0" name="">
            <a:extLst xmlns:a="http://schemas.openxmlformats.org/drawingml/2006/main">
              <a:ext uri="{FF2B5EF4-FFF2-40B4-BE49-F238E27FC236}">
                <a16:creationId xmlns:a16="http://schemas.microsoft.com/office/drawing/2014/main" id="{9A850AE6-71E7-4DD3-A2F3-52CAF00A5B42}"/>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1" name="">
            <a:extLst xmlns:a="http://schemas.openxmlformats.org/drawingml/2006/main">
              <a:ext uri="{FF2B5EF4-FFF2-40B4-BE49-F238E27FC236}">
                <a16:creationId xmlns:a16="http://schemas.microsoft.com/office/drawing/2014/main" id="{A2BEB53A-AD17-4A81-B1B2-3831B0017C32}"/>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2" name="">
            <a:extLst xmlns:a="http://schemas.openxmlformats.org/drawingml/2006/main">
              <a:ext uri="{FF2B5EF4-FFF2-40B4-BE49-F238E27FC236}">
                <a16:creationId xmlns:a16="http://schemas.microsoft.com/office/drawing/2014/main" id="{68C5182F-FB89-4AB2-97F4-DA75E2127A6D}"/>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3" name="">
            <a:extLst xmlns:a="http://schemas.openxmlformats.org/drawingml/2006/main">
              <a:ext uri="{FF2B5EF4-FFF2-40B4-BE49-F238E27FC236}">
                <a16:creationId xmlns:a16="http://schemas.microsoft.com/office/drawing/2014/main" id="{57132A87-CC81-4B19-AF39-A9F5898815B3}"/>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4CB08FD1-F461-4F50-BE1A-1A0487F6E4FE}"/>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17D16EE0-3856-41A9-9B76-DB2FEB05B3FB}"/>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ABAD762C-DA26-4456-BB7D-6B532E19E3E9}"/>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7" name="">
            <a:extLst xmlns:a="http://schemas.openxmlformats.org/drawingml/2006/main">
              <a:ext uri="{FF2B5EF4-FFF2-40B4-BE49-F238E27FC236}">
                <a16:creationId xmlns:a16="http://schemas.microsoft.com/office/drawing/2014/main" id="{27B488C3-1109-4C55-AE27-33F1C780A3AD}"/>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8" name="">
            <a:extLst xmlns:a="http://schemas.openxmlformats.org/drawingml/2006/main">
              <a:ext uri="{FF2B5EF4-FFF2-40B4-BE49-F238E27FC236}">
                <a16:creationId xmlns:a16="http://schemas.microsoft.com/office/drawing/2014/main" id="{57D4F107-4D41-4B4A-8244-60F11FF72222}"/>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9" name="">
            <a:extLst xmlns:a="http://schemas.openxmlformats.org/drawingml/2006/main">
              <a:ext uri="{FF2B5EF4-FFF2-40B4-BE49-F238E27FC236}">
                <a16:creationId xmlns:a16="http://schemas.microsoft.com/office/drawing/2014/main" id="{CEBA78B5-ED24-4BF3-BC4C-1BB4E3C187DE}"/>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30" name="">
            <a:extLst xmlns:a="http://schemas.openxmlformats.org/drawingml/2006/main">
              <a:ext uri="{FF2B5EF4-FFF2-40B4-BE49-F238E27FC236}">
                <a16:creationId xmlns:a16="http://schemas.microsoft.com/office/drawing/2014/main" id="{FE74C4FD-8648-40B3-B045-7BDE3BE9D7BE}"/>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D6F2F636-F312-4E53-8856-80110ABFB3AD}"/>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5FE65BD8-DAAE-49B0-9D13-15BB77D44302}"/>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8F742062-DA23-468E-A452-3990FA72E570}"/>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0236004F-130F-414F-ADB4-16E8E8905B7F}"/>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5" name="">
            <a:extLst xmlns:a="http://schemas.openxmlformats.org/drawingml/2006/main">
              <a:ext uri="{FF2B5EF4-FFF2-40B4-BE49-F238E27FC236}">
                <a16:creationId xmlns:a16="http://schemas.microsoft.com/office/drawing/2014/main" id="{0484FB54-91E8-44B0-8263-105015463F1D}"/>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6" name="">
            <a:extLst xmlns:a="http://schemas.openxmlformats.org/drawingml/2006/main">
              <a:ext uri="{FF2B5EF4-FFF2-40B4-BE49-F238E27FC236}">
                <a16:creationId xmlns:a16="http://schemas.microsoft.com/office/drawing/2014/main" id="{37962844-D6B2-4EE6-8B18-8AA58E5E20D5}"/>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7" name="">
            <a:extLst xmlns:a="http://schemas.openxmlformats.org/drawingml/2006/main">
              <a:ext uri="{FF2B5EF4-FFF2-40B4-BE49-F238E27FC236}">
                <a16:creationId xmlns:a16="http://schemas.microsoft.com/office/drawing/2014/main" id="{12414325-9CD7-48E3-8234-D6CF86872D7F}"/>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43533737-E3F9-4711-B3F2-77F54A0B5E15}"/>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7706C678-B460-427A-9DFA-3F3525B141BC}"/>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9C183BBE-7EE3-4797-88DD-012C4201CA75}"/>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1" name="">
            <a:extLst xmlns:a="http://schemas.openxmlformats.org/drawingml/2006/main">
              <a:ext uri="{FF2B5EF4-FFF2-40B4-BE49-F238E27FC236}">
                <a16:creationId xmlns:a16="http://schemas.microsoft.com/office/drawing/2014/main" id="{4374C0B8-29E1-429F-BBCD-9102E47120FB}"/>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2" name="">
            <a:extLst xmlns:a="http://schemas.openxmlformats.org/drawingml/2006/main">
              <a:ext uri="{FF2B5EF4-FFF2-40B4-BE49-F238E27FC236}">
                <a16:creationId xmlns:a16="http://schemas.microsoft.com/office/drawing/2014/main" id="{9D4E6E53-F748-42FB-8B5C-4F02E0346017}"/>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3" name="">
            <a:extLst xmlns:a="http://schemas.openxmlformats.org/drawingml/2006/main">
              <a:ext uri="{FF2B5EF4-FFF2-40B4-BE49-F238E27FC236}">
                <a16:creationId xmlns:a16="http://schemas.microsoft.com/office/drawing/2014/main" id="{88B7B625-F989-493B-AFFA-765651920053}"/>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2C005BB-DAE3-4F62-8D4F-C81B63085F98}"/>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開発の目標</a:t>
            </a:r>
          </a:p>
        </p:txBody>
      </p:sp>
      <p:sp>
        <p:nvSpPr>
          <p:cNvPr id="45" name="">
            <a:extLst xmlns:a="http://schemas.openxmlformats.org/drawingml/2006/main">
              <a:ext uri="{FF2B5EF4-FFF2-40B4-BE49-F238E27FC236}">
                <a16:creationId xmlns:a16="http://schemas.microsoft.com/office/drawing/2014/main" id="{58BCECDE-5721-4B35-AFC0-4B1DB121F308}"/>
              </a:ext>
            </a:extLst>
          </p:cNvPr>
          <p:cNvSpPr>
            <a:spLocks xmlns:a="http://schemas.openxmlformats.org/drawingml/2006/main" noGrp="1"/>
          </p:cNvSpPr>
          <p:nvPr/>
        </p:nvSpPr>
        <p:spPr>
          <a:xfrm xmlns:a="http://schemas.openxmlformats.org/drawingml/2006/main">
            <a:off x="6496050" y="5715000"/>
            <a:ext cx="4762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データ品質を保ち、</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「目立たない快適なデバイス」を</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目標に開発も行っている</a:t>
            </a:r>
          </a:p>
        </p:txBody>
      </p:sp>
    </p:spTree>
    <p:extLst>
      <p:ext uri="{BB962C8B-B14F-4D97-AF65-F5344CB8AC3E}">
        <p14:creationId xmlns:p14="http://schemas.microsoft.com/office/powerpoint/2010/main" val="968393547"/>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43004E9-2D49-4324-A73A-A9B5D331EBF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5C2466-0FF2-4939-ABFA-4C6139D43C3D}"/>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1EB22C2B-05B8-4FC8-8F6B-9C0003547872}"/>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bcf0b8d70364095"/>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3342512-C38D-44F3-864F-9EF0E734A510}"/>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5ABC5489-5CDE-46F3-BF7A-0B30AE42E851}"/>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20D89497-B37F-44CC-B6EB-8A2B1339DD52}"/>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9C9A75A-2648-49F6-8E11-A95132441077}"/>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863203AD-8CA7-40A2-BADF-E020EA7DE9A8}"/>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E359599F-B4E4-4A59-A6FF-BAFEB11E884E}"/>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7964F7D-CDDC-44CA-99A3-F140DACE1333}"/>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79017C0C-86F5-49A0-9D35-AD560147A6B1}"/>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A3C1B3C0-EA56-4D97-8865-E16168AA7660}"/>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9EE41AD-F8C1-4279-A967-9E48DD31A50A}"/>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9621B5DD-6636-4C56-81D9-48875EB0A998}"/>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PCで現場管理者が確認し、</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承認したデータを提出する</a:t>
            </a:r>
          </a:p>
        </p:txBody>
      </p:sp>
    </p:spTree>
    <p:extLst>
      <p:ext uri="{BB962C8B-B14F-4D97-AF65-F5344CB8AC3E}">
        <p14:creationId xmlns:p14="http://schemas.microsoft.com/office/powerpoint/2010/main" val="2050366181"/>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E59555-9C10-4677-89BB-F6525AE05FE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17CCC7-6018-4749-82EA-1F8E0B28CB5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5593B187-75FD-4599-B6AC-C401AF1615A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D8F4EF0-095A-487E-9C8C-B322F6F2754F}"/>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BD98776B-9FCC-440C-AB96-21BABA88EF94}"/>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4A645602-8215-4A6E-BF92-C90EE0785059}"/>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26C130BA-DDD9-4578-B38E-084C2948B362}"/>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40879B29-233B-4284-BDB4-46F80E56C9B6}"/>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CE3FB9C7-4DE5-409F-92E4-AC69F2E37719}"/>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a03658fff2a4da8"/>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1591793722"/>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9F2DE82-B359-4B0F-A8E3-11E0A00941B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4D7CDE-7219-4A55-95E3-572A6775BDC7}"/>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869F3853-5653-4F48-9F4B-F47C002CCEFD}"/>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3AB7FDFA-CBAE-4F9C-B7A7-A4E1051F0FEA}"/>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DED36DB5-9AC3-4F14-BEC3-766C6D2AF4F7}"/>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382DCC86-79F3-48A0-8FF8-A47857779E3D}"/>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57B2B4-54F4-40CD-8064-2A88F69871D4}"/>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F6FD635D-BF38-4E76-8152-718EA4A10ABC}"/>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D234AB33-178E-4522-A5FB-A3C08980E9C8}"/>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623807B4-3EF9-454B-B133-C8A3F34CA032}"/>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219C48B2-6F71-45CE-B998-96811DF4D03D}"/>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4449392-CBA8-4B31-816D-C1DC46962DAD}"/>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F14202E6-051C-4C93-91CA-B6F919A9CCDC}"/>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2F0E59C3-8957-4B48-817C-F2DDF886E24C}"/>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9267E3E3-755F-4386-AF87-1F453650CFC7}"/>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535612790"/>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4896112-0770-42ED-A8D2-D8691CF04C1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BDE4B7-D7E2-4B9E-82DD-98B1654F0F63}"/>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3ECF28BB-871B-4548-9DC2-6BCF3FBB405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3FBC4D-0AAA-40A5-8D92-336F22F10CDE}"/>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撮影データの販売収益に応じて、現場へ還元するレベニューシェア方式です。</a:t>
            </a:r>
          </a:p>
        </p:txBody>
      </p:sp>
      <p:sp>
        <p:nvSpPr>
          <p:cNvPr id="5" name="">
            <a:extLst xmlns:a="http://schemas.openxmlformats.org/drawingml/2006/main">
              <a:ext uri="{FF2B5EF4-FFF2-40B4-BE49-F238E27FC236}">
                <a16:creationId xmlns:a16="http://schemas.microsoft.com/office/drawing/2014/main" id="{26020AF7-EDA6-4F6D-9B2F-0C7B265D19C2}"/>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C5FE415-8969-4482-96AD-B4BBDEE52FE3}"/>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E67CD1E0-20C8-49D1-B057-41CDC26AE04F}"/>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C2B96E3-910E-42FB-8B2D-F24D13946013}"/>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A9DB5115-677A-443A-9AF0-D93A9518C905}"/>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364372649"/>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DF9822-7B17-4044-BCD1-15CB3CCCB9E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F88D91-DE02-472F-BE25-460BCF1642E1}"/>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01C01347-8EC9-458D-87C7-DDAF04FDE5B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CB3C90-46BF-498A-85A9-C4177333A29E}"/>
              </a:ext>
            </a:extLst>
          </p:cNvPr>
          <p:cNvSpPr>
            <a:spLocks xmlns:a="http://schemas.openxmlformats.org/drawingml/2006/main" noGrp="1"/>
          </p:cNvSpPr>
          <p:nvPr/>
        </p:nvSpPr>
        <p:spPr>
          <a:xfrm xmlns:a="http://schemas.openxmlformats.org/drawingml/2006/main">
            <a:off x="704850" y="190500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ベーカリー：サトウカエデ</a:t>
            </a:r>
          </a:p>
        </p:txBody>
      </p:sp>
      <p:sp>
        <p:nvSpPr>
          <p:cNvPr id="5" name="">
            <a:extLst xmlns:a="http://schemas.openxmlformats.org/drawingml/2006/main">
              <a:ext uri="{FF2B5EF4-FFF2-40B4-BE49-F238E27FC236}">
                <a16:creationId xmlns:a16="http://schemas.microsoft.com/office/drawing/2014/main" id="{6573F111-42D3-4D35-B9DB-05544D163359}"/>
              </a:ext>
            </a:extLst>
          </p:cNvPr>
          <p:cNvSpPr>
            <a:spLocks xmlns:a="http://schemas.openxmlformats.org/drawingml/2006/main" noGrp="1"/>
          </p:cNvSpPr>
          <p:nvPr/>
        </p:nvSpPr>
        <p:spPr>
          <a:xfrm xmlns:a="http://schemas.openxmlformats.org/drawingml/2006/main">
            <a:off x="704850" y="2847975"/>
            <a:ext cx="104775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Tree>
    <p:extLst>
      <p:ext uri="{BB962C8B-B14F-4D97-AF65-F5344CB8AC3E}">
        <p14:creationId xmlns:p14="http://schemas.microsoft.com/office/powerpoint/2010/main" val="2097324525"/>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9D188D3-527B-4551-9DB0-A34DDC55FFB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AC8DE9-0D8D-4EA4-B8C2-FBC66FBB7130}"/>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38BDF180-27B1-4597-970E-09ED700BF96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79857B-AF03-4A29-8870-55D126C5C3BC}"/>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909FB7BC-D7C3-47BD-9BA0-117DF6C984EF}"/>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AD56A098-9F9F-46B2-8044-668B9FD766D1}"/>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現場開拓・販売先開拓・撮影機材の開発</a:t>
            </a:r>
          </a:p>
        </p:txBody>
      </p:sp>
      <p:sp>
        <p:nvSpPr>
          <p:cNvPr id="7" name="">
            <a:extLst xmlns:a="http://schemas.openxmlformats.org/drawingml/2006/main">
              <a:ext uri="{FF2B5EF4-FFF2-40B4-BE49-F238E27FC236}">
                <a16:creationId xmlns:a16="http://schemas.microsoft.com/office/drawing/2014/main" id="{51443541-994F-4AEC-B4A7-BC8773A04E20}"/>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929BA5E-24C9-462E-890F-71D26F43928D}"/>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4005688B-BB01-473D-BBCE-0DE2811888A6}"/>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10" name="">
            <a:extLst xmlns:a="http://schemas.openxmlformats.org/drawingml/2006/main">
              <a:ext uri="{FF2B5EF4-FFF2-40B4-BE49-F238E27FC236}">
                <a16:creationId xmlns:a16="http://schemas.microsoft.com/office/drawing/2014/main" id="{AB0E5328-C336-4733-8E38-C65E5DF337F1}"/>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a:t>
            </a:r>
          </a:p>
        </p:txBody>
      </p:sp>
      <p:sp>
        <p:nvSpPr>
          <p:cNvPr id="11" name="">
            <a:extLst xmlns:a="http://schemas.openxmlformats.org/drawingml/2006/main">
              <a:ext uri="{FF2B5EF4-FFF2-40B4-BE49-F238E27FC236}">
                <a16:creationId xmlns:a16="http://schemas.microsoft.com/office/drawing/2014/main" id="{20746363-05BC-426F-9E48-50C5E93B78B2}"/>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D87F4B6-7BFF-4724-8773-C853F3D5B3E0}"/>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4D8F671F-8EF1-4B5D-8A8E-267EAF0CBDF6}"/>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FE0779A6-E1A6-4FD0-A765-36443B33F98F}"/>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9266853D-7F4F-49DE-8E52-A63B4940DD48}"/>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5523EDA-723C-4DE5-83AB-5AC9F52F2DB9}"/>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F6F2C06A-B8FF-4742-84F4-D8CE290EC3B1}"/>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214C6333-3736-454B-9970-F5AF635A5072}"/>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81350449"/>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757ABC-46E1-47AE-8F59-5276F15CFC9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B9FF2D-2382-4DFC-8735-1726036E3A36}"/>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3115cfcb8134ade"/>
          <a:stretch xmlns:a="http://schemas.openxmlformats.org/drawingml/2006/main"/>
        </p:blipFill>
        <p:spPr>
          <a:xfrm xmlns:a="http://schemas.openxmlformats.org/drawingml/2006/main">
            <a:off x="2372646" y="1238250"/>
            <a:ext cx="7446708"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C06F249-7D2C-413C-AF54-EF00100F3830}"/>
              </a:ext>
            </a:extLst>
          </p:cNvPr>
          <p:cNvSpPr>
            <a:spLocks xmlns:a="http://schemas.openxmlformats.org/drawingml/2006/main" noGrp="1"/>
          </p:cNvSpPr>
          <p:nvPr/>
        </p:nvSpPr>
        <p:spPr>
          <a:xfrm xmlns:a="http://schemas.openxmlformats.org/drawingml/2006/main">
            <a:off x="704850" y="55816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現場のデータをロボット開発に活かし、</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データの販売収益を現場にも戻す。僕らはこういう企業です。</a:t>
            </a:r>
          </a:p>
        </p:txBody>
      </p:sp>
    </p:spTree>
    <p:extLst>
      <p:ext uri="{BB962C8B-B14F-4D97-AF65-F5344CB8AC3E}">
        <p14:creationId xmlns:p14="http://schemas.microsoft.com/office/powerpoint/2010/main" val="18404046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2026-09-16T08:02:09.8260000Z</dcterms:created>
  <dcterms:modified xsi:type="dcterms:W3CDTF">2026-09-16T08:02:09.8260000Z</dcterms:modified>
</coreProperties>
</file>