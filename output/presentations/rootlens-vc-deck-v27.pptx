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1b504e19214638" /><Relationship Type="http://schemas.openxmlformats.org/officeDocument/2006/relationships/extended-properties" Target="/docProps/app.xml" Id="R92d07318b1a845bc" /><Relationship Type="http://schemas.openxmlformats.org/officeDocument/2006/relationships/officeDocument" Target="/ppt/presentation.xml" Id="R514591f712374dc5" /></Relationships>
</file>

<file path=ppt/presentation.xml><?xml version="1.0" encoding="utf-8"?>
<p:presentation xmlns:p="http://schemas.openxmlformats.org/presentationml/2006/main">
  <p:sldMasterIdLst>
    <p:sldMasterId xmlns:r="http://schemas.openxmlformats.org/officeDocument/2006/relationships" id="2147483648" r:id="R243e340fa337441e"/>
  </p:sldMasterIdLst>
  <p:notesMasterIdLst>
    <p:notesMasterId xmlns:r="http://schemas.openxmlformats.org/officeDocument/2006/relationships" r:id="R6c4f106f00794f4e"/>
  </p:notesMasterIdLst>
  <p:sldIdLst>
    <p:sldId xmlns:r="http://schemas.openxmlformats.org/officeDocument/2006/relationships" id="256" r:id="R1d6dba7518714a7d"/>
    <p:sldId xmlns:r="http://schemas.openxmlformats.org/officeDocument/2006/relationships" id="257" r:id="R09838d04ed054743"/>
    <p:sldId xmlns:r="http://schemas.openxmlformats.org/officeDocument/2006/relationships" id="258" r:id="R2b5930393e9a4588"/>
    <p:sldId xmlns:r="http://schemas.openxmlformats.org/officeDocument/2006/relationships" id="259" r:id="R02d68765dc6e44aa"/>
    <p:sldId xmlns:r="http://schemas.openxmlformats.org/officeDocument/2006/relationships" id="260" r:id="R8caed425c0ef42c3"/>
    <p:sldId xmlns:r="http://schemas.openxmlformats.org/officeDocument/2006/relationships" id="261" r:id="Rb5d25bcf1bcd46b6"/>
    <p:sldId xmlns:r="http://schemas.openxmlformats.org/officeDocument/2006/relationships" id="262" r:id="R66c2986fe67f4a94"/>
    <p:sldId xmlns:r="http://schemas.openxmlformats.org/officeDocument/2006/relationships" id="263" r:id="R5e9d9215d7d846e3"/>
    <p:sldId xmlns:r="http://schemas.openxmlformats.org/officeDocument/2006/relationships" id="264" r:id="R9a76e43c67c24239"/>
    <p:sldId xmlns:r="http://schemas.openxmlformats.org/officeDocument/2006/relationships" id="265" r:id="R2ccb8492e7174afa"/>
    <p:sldId xmlns:r="http://schemas.openxmlformats.org/officeDocument/2006/relationships" id="266" r:id="R1eefe2be122a4651"/>
    <p:sldId xmlns:r="http://schemas.openxmlformats.org/officeDocument/2006/relationships" id="267" r:id="R95ad9d98f3e04150"/>
    <p:sldId xmlns:r="http://schemas.openxmlformats.org/officeDocument/2006/relationships" id="268" r:id="R4a44d864914f44d3"/>
    <p:sldId xmlns:r="http://schemas.openxmlformats.org/officeDocument/2006/relationships" id="269" r:id="Ra013e6f247be4e1a"/>
    <p:sldId xmlns:r="http://schemas.openxmlformats.org/officeDocument/2006/relationships" id="270" r:id="Rd855b8e7d8e543ba"/>
    <p:sldId xmlns:r="http://schemas.openxmlformats.org/officeDocument/2006/relationships" id="271" r:id="R5819ad0e03564262"/>
    <p:sldId xmlns:r="http://schemas.openxmlformats.org/officeDocument/2006/relationships" id="272" r:id="R0be8e8d594354c4f"/>
    <p:sldId xmlns:r="http://schemas.openxmlformats.org/officeDocument/2006/relationships" id="273" r:id="R842af4b2e0bd43d2"/>
    <p:sldId xmlns:r="http://schemas.openxmlformats.org/officeDocument/2006/relationships" id="274" r:id="R49005c6b368c4cde"/>
    <p:sldId xmlns:r="http://schemas.openxmlformats.org/officeDocument/2006/relationships" id="275" r:id="Rb4e9939e10c541bf"/>
    <p:sldId xmlns:r="http://schemas.openxmlformats.org/officeDocument/2006/relationships" id="276" r:id="Rda682a88327a4794"/>
    <p:sldId xmlns:r="http://schemas.openxmlformats.org/officeDocument/2006/relationships" id="277" r:id="R89162dc293d044e3"/>
    <p:sldId xmlns:r="http://schemas.openxmlformats.org/officeDocument/2006/relationships" id="278" r:id="Rb08d6a1b95bc485a"/>
    <p:sldId xmlns:r="http://schemas.openxmlformats.org/officeDocument/2006/relationships" id="279" r:id="R04c4e882719845db"/>
    <p:sldId xmlns:r="http://schemas.openxmlformats.org/officeDocument/2006/relationships" id="280" r:id="Ra04967d8e02746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1944de735a4778" /><Relationship Type="http://schemas.openxmlformats.org/officeDocument/2006/relationships/slideMaster" Target="/ppt/slideMasters/slideMaster1.xml" Id="R243e340fa337441e" /><Relationship Type="http://schemas.openxmlformats.org/officeDocument/2006/relationships/notesMaster" Target="/ppt/notesMasters/notesMaster1.xml" Id="R6c4f106f00794f4e" /><Relationship Type="http://schemas.openxmlformats.org/officeDocument/2006/relationships/presProps" Target="/ppt/presProps.xml" Id="Rf308ecf34878467b" /><Relationship Type="http://schemas.openxmlformats.org/officeDocument/2006/relationships/tableStyles" Target="/ppt/tableStyles.xml" Id="Rc863fed2f7e549d3" /><Relationship Type="http://schemas.openxmlformats.org/officeDocument/2006/relationships/slide" Target="/ppt/slides/slide1.xml" Id="R1d6dba7518714a7d" /><Relationship Type="http://schemas.openxmlformats.org/officeDocument/2006/relationships/slide" Target="/ppt/slides/slide2.xml" Id="R09838d04ed054743" /><Relationship Type="http://schemas.openxmlformats.org/officeDocument/2006/relationships/slide" Target="/ppt/slides/slide3.xml" Id="R2b5930393e9a4588" /><Relationship Type="http://schemas.openxmlformats.org/officeDocument/2006/relationships/slide" Target="/ppt/slides/slide4.xml" Id="R02d68765dc6e44aa" /><Relationship Type="http://schemas.openxmlformats.org/officeDocument/2006/relationships/slide" Target="/ppt/slides/slide5.xml" Id="R8caed425c0ef42c3" /><Relationship Type="http://schemas.openxmlformats.org/officeDocument/2006/relationships/slide" Target="/ppt/slides/slide6.xml" Id="Rb5d25bcf1bcd46b6" /><Relationship Type="http://schemas.openxmlformats.org/officeDocument/2006/relationships/slide" Target="/ppt/slides/slide7.xml" Id="R66c2986fe67f4a94" /><Relationship Type="http://schemas.openxmlformats.org/officeDocument/2006/relationships/slide" Target="/ppt/slides/slide8.xml" Id="R5e9d9215d7d846e3" /><Relationship Type="http://schemas.openxmlformats.org/officeDocument/2006/relationships/slide" Target="/ppt/slides/slide9.xml" Id="R9a76e43c67c24239" /><Relationship Type="http://schemas.openxmlformats.org/officeDocument/2006/relationships/slide" Target="/ppt/slides/slide10.xml" Id="R2ccb8492e7174afa" /><Relationship Type="http://schemas.openxmlformats.org/officeDocument/2006/relationships/slide" Target="/ppt/slides/slide11.xml" Id="R1eefe2be122a4651" /><Relationship Type="http://schemas.openxmlformats.org/officeDocument/2006/relationships/slide" Target="/ppt/slides/slide12.xml" Id="R95ad9d98f3e04150" /><Relationship Type="http://schemas.openxmlformats.org/officeDocument/2006/relationships/slide" Target="/ppt/slides/slide13.xml" Id="R4a44d864914f44d3" /><Relationship Type="http://schemas.openxmlformats.org/officeDocument/2006/relationships/slide" Target="/ppt/slides/slide14.xml" Id="Ra013e6f247be4e1a" /><Relationship Type="http://schemas.openxmlformats.org/officeDocument/2006/relationships/slide" Target="/ppt/slides/slide15.xml" Id="Rd855b8e7d8e543ba" /><Relationship Type="http://schemas.openxmlformats.org/officeDocument/2006/relationships/slide" Target="/ppt/slides/slide16.xml" Id="R5819ad0e03564262" /><Relationship Type="http://schemas.openxmlformats.org/officeDocument/2006/relationships/slide" Target="/ppt/slides/slide17.xml" Id="R0be8e8d594354c4f" /><Relationship Type="http://schemas.openxmlformats.org/officeDocument/2006/relationships/slide" Target="/ppt/slides/slide18.xml" Id="R842af4b2e0bd43d2" /><Relationship Type="http://schemas.openxmlformats.org/officeDocument/2006/relationships/slide" Target="/ppt/slides/slide19.xml" Id="R49005c6b368c4cde" /><Relationship Type="http://schemas.openxmlformats.org/officeDocument/2006/relationships/slide" Target="/ppt/slides/slide20.xml" Id="Rb4e9939e10c541bf" /><Relationship Type="http://schemas.openxmlformats.org/officeDocument/2006/relationships/slide" Target="/ppt/slides/slide21.xml" Id="Rda682a88327a4794" /><Relationship Type="http://schemas.openxmlformats.org/officeDocument/2006/relationships/slide" Target="/ppt/slides/slide22.xml" Id="R89162dc293d044e3" /><Relationship Type="http://schemas.openxmlformats.org/officeDocument/2006/relationships/slide" Target="/ppt/slides/slide23.xml" Id="Rb08d6a1b95bc485a" /><Relationship Type="http://schemas.openxmlformats.org/officeDocument/2006/relationships/slide" Target="/ppt/slides/slide24.xml" Id="R04c4e882719845db" /><Relationship Type="http://schemas.openxmlformats.org/officeDocument/2006/relationships/slide" Target="/ppt/slides/slide25.xml" Id="Ra04967d8e02746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72c3f853bf44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6b0b3562bc44a3" /><Relationship Type="http://schemas.openxmlformats.org/officeDocument/2006/relationships/notesMaster" Target="/ppt/notesMasters/notesMaster1.xml" Id="Ra4025c2fcc3f46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318f1f9dce4a97" /><Relationship Type="http://schemas.openxmlformats.org/officeDocument/2006/relationships/notesMaster" Target="/ppt/notesMasters/notesMaster1.xml" Id="Rb9479daa82a84e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331a2656ad49f8" /><Relationship Type="http://schemas.openxmlformats.org/officeDocument/2006/relationships/notesMaster" Target="/ppt/notesMasters/notesMaster1.xml" Id="Rfd7afe0e2b4946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b59193762742d0" /><Relationship Type="http://schemas.openxmlformats.org/officeDocument/2006/relationships/notesMaster" Target="/ppt/notesMasters/notesMaster1.xml" Id="Rf9d46561971745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2c3641364642f3" /><Relationship Type="http://schemas.openxmlformats.org/officeDocument/2006/relationships/notesMaster" Target="/ppt/notesMasters/notesMaster1.xml" Id="R6b1a1e2dc15a4c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d4ae82b03a4c98" /><Relationship Type="http://schemas.openxmlformats.org/officeDocument/2006/relationships/notesMaster" Target="/ppt/notesMasters/notesMaster1.xml" Id="R0a0504ff6ff94e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a70c9d5c354f8b" /><Relationship Type="http://schemas.openxmlformats.org/officeDocument/2006/relationships/notesMaster" Target="/ppt/notesMasters/notesMaster1.xml" Id="R7d46b6a6487841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c9bceb3e544b2f" /><Relationship Type="http://schemas.openxmlformats.org/officeDocument/2006/relationships/notesMaster" Target="/ppt/notesMasters/notesMaster1.xml" Id="R135723ff6c5548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cf2463f3bd40ca" /><Relationship Type="http://schemas.openxmlformats.org/officeDocument/2006/relationships/notesMaster" Target="/ppt/notesMasters/notesMaster1.xml" Id="R8eddc7cdc87948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1af4c584da406f" /><Relationship Type="http://schemas.openxmlformats.org/officeDocument/2006/relationships/notesMaster" Target="/ppt/notesMasters/notesMaster1.xml" Id="Rfe83b464f7fa47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eb336061664164" /><Relationship Type="http://schemas.openxmlformats.org/officeDocument/2006/relationships/notesMaster" Target="/ppt/notesMasters/notesMaster1.xml" Id="R8f9088d502c54e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b345e1d8404851" /><Relationship Type="http://schemas.openxmlformats.org/officeDocument/2006/relationships/notesMaster" Target="/ppt/notesMasters/notesMaster1.xml" Id="R75b1beefd71e43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b231b2d29d49ab" /><Relationship Type="http://schemas.openxmlformats.org/officeDocument/2006/relationships/notesMaster" Target="/ppt/notesMasters/notesMaster1.xml" Id="R60dd8f130bb24a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3aa9615e02457f" /><Relationship Type="http://schemas.openxmlformats.org/officeDocument/2006/relationships/notesMaster" Target="/ppt/notesMasters/notesMaster1.xml" Id="Rc74df6c03d204e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d4bbd1fac84176" /><Relationship Type="http://schemas.openxmlformats.org/officeDocument/2006/relationships/notesMaster" Target="/ppt/notesMasters/notesMaster1.xml" Id="R06c87f4d8f5544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2c7f31321a4c3c" /><Relationship Type="http://schemas.openxmlformats.org/officeDocument/2006/relationships/notesMaster" Target="/ppt/notesMasters/notesMaster1.xml" Id="Rc7cfc68b1fab4b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2e749ddd8943f3" /><Relationship Type="http://schemas.openxmlformats.org/officeDocument/2006/relationships/notesMaster" Target="/ppt/notesMasters/notesMaster1.xml" Id="R329c5aa39a7449d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dd123b7e45406a" /><Relationship Type="http://schemas.openxmlformats.org/officeDocument/2006/relationships/notesMaster" Target="/ppt/notesMasters/notesMaster1.xml" Id="R2bc55d824f2c40c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8a0f6419394dac" /><Relationship Type="http://schemas.openxmlformats.org/officeDocument/2006/relationships/notesMaster" Target="/ppt/notesMasters/notesMaster1.xml" Id="Re406fbde51b34ee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416850046d3402e" /><Relationship Type="http://schemas.openxmlformats.org/officeDocument/2006/relationships/notesMaster" Target="/ppt/notesMasters/notesMaster1.xml" Id="R5c32ccdd3cff481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f87f6465b14d1c" /><Relationship Type="http://schemas.openxmlformats.org/officeDocument/2006/relationships/notesMaster" Target="/ppt/notesMasters/notesMaster1.xml" Id="Rb7de2325acd542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62a7c7420849cf" /><Relationship Type="http://schemas.openxmlformats.org/officeDocument/2006/relationships/notesMaster" Target="/ppt/notesMasters/notesMaster1.xml" Id="R7f8165cbe8fa48f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39480a19974d90" /><Relationship Type="http://schemas.openxmlformats.org/officeDocument/2006/relationships/notesMaster" Target="/ppt/notesMasters/notesMaster1.xml" Id="R145de386135d4d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3a4e690740b4802" /><Relationship Type="http://schemas.openxmlformats.org/officeDocument/2006/relationships/notesMaster" Target="/ppt/notesMasters/notesMaster1.xml" Id="R29ff42f625ef43e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6b388197aae4886" /><Relationship Type="http://schemas.openxmlformats.org/officeDocument/2006/relationships/notesMaster" Target="/ppt/notesMasters/notesMaster1.xml" Id="Re6eda0ff8cac40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DeepReachやBuildAIが挙げられます。基盤モデル・シミュレーション層にはPI、SkilledAI、NVIDIAがあります。ハードウェア開発層ではUnitreeが強く、現場統合層ではHIVE RoboticsやFormicが、既存のロボットやモデルを使った現場への導入を進めています。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RootLensは、日本で先に多くの現場との関係を築き、このポジションを取りに行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理由はデータの品質ではなく、私たちの収集規模が世界的にはまだ小さく、低い優先度として扱われているためです。収集規模を拡大すれば解決できる課題だ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2513126c7044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4f804646eb4fd4" /><Relationship Type="http://schemas.openxmlformats.org/officeDocument/2006/relationships/slideLayout" Target="/ppt/slideLayouts/slideLayout1.xml" Id="R111d757d5a8e42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1d757d5a8e42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951d109b35496d" /><Relationship Type="http://schemas.openxmlformats.org/officeDocument/2006/relationships/notesSlide" Target="/ppt/notesSlides/notesSlide1.xml" Id="R098372406a7141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efd04bd72f433e" /><Relationship Type="http://schemas.openxmlformats.org/officeDocument/2006/relationships/notesSlide" Target="/ppt/notesSlides/notesSlide2.xml" Id="R2ba280da5a3c4c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7d934e0c9e499f" /><Relationship Type="http://schemas.openxmlformats.org/officeDocument/2006/relationships/notesSlide" Target="/ppt/notesSlides/notesSlide3.xml" Id="R2564d2844db249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516d750b4c4b3b" /><Relationship Type="http://schemas.openxmlformats.org/officeDocument/2006/relationships/notesSlide" Target="/ppt/notesSlides/notesSlide4.xml" Id="R291329667d1d47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cabae01c7946e5" /><Relationship Type="http://schemas.openxmlformats.org/officeDocument/2006/relationships/notesSlide" Target="/ppt/notesSlides/notesSlide5.xml" Id="R19e6ae1dbd6449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f198cfc23c4c04" /><Relationship Type="http://schemas.openxmlformats.org/officeDocument/2006/relationships/notesSlide" Target="/ppt/notesSlides/notesSlide6.xml" Id="Rc1d3695d91d44a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ecb534144042b6" /><Relationship Type="http://schemas.openxmlformats.org/officeDocument/2006/relationships/notesSlide" Target="/ppt/notesSlides/notesSlide7.xml" Id="R813f928b839d41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a6f149b58340b0" /><Relationship Type="http://schemas.openxmlformats.org/officeDocument/2006/relationships/notesSlide" Target="/ppt/notesSlides/notesSlide8.xml" Id="R95304a4c1a8540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39d326ace345a2" /><Relationship Type="http://schemas.openxmlformats.org/officeDocument/2006/relationships/notesSlide" Target="/ppt/notesSlides/notesSlide9.xml" Id="R5768da489dcd4b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eb9a2491114f4a" /><Relationship Type="http://schemas.openxmlformats.org/officeDocument/2006/relationships/notesSlide" Target="/ppt/notesSlides/notesSlide10.xml" Id="R4d2a1d0d0a8b4d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76756b614949ff" /><Relationship Type="http://schemas.openxmlformats.org/officeDocument/2006/relationships/notesSlide" Target="/ppt/notesSlides/notesSlide11.xml" Id="R3652d12778a848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5bb5940dde4186" /><Relationship Type="http://schemas.openxmlformats.org/officeDocument/2006/relationships/notesSlide" Target="/ppt/notesSlides/notesSlide12.xml" Id="Rc6c03193d6344e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0c368a12634a0d" /><Relationship Type="http://schemas.openxmlformats.org/officeDocument/2006/relationships/notesSlide" Target="/ppt/notesSlides/notesSlide13.xml" Id="R4bda3772ef3e45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eeb86124464624" /><Relationship Type="http://schemas.openxmlformats.org/officeDocument/2006/relationships/notesSlide" Target="/ppt/notesSlides/notesSlide14.xml" Id="R5eba8bce5a2b4f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0dcc36e40e4a31" /><Relationship Type="http://schemas.openxmlformats.org/officeDocument/2006/relationships/notesSlide" Target="/ppt/notesSlides/notesSlide15.xml" Id="R0f8ea966cf6648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fc81e4b24e242f2" /><Relationship Type="http://schemas.openxmlformats.org/officeDocument/2006/relationships/notesSlide" Target="/ppt/notesSlides/notesSlide16.xml" Id="R1e64f89301b4480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e0def56057471c" /><Relationship Type="http://schemas.openxmlformats.org/officeDocument/2006/relationships/image" Target="/ppt/media/image.jpeg" Id="R186d0181a3bb450b" /><Relationship Type="http://schemas.openxmlformats.org/officeDocument/2006/relationships/image" Target="/ppt/media/image2.jpeg" Id="Rb1da6361efff4bcb" /><Relationship Type="http://schemas.openxmlformats.org/officeDocument/2006/relationships/image" Target="/ppt/media/image3.jpeg" Id="R2c1ec6e35b8a4efc" /><Relationship Type="http://schemas.openxmlformats.org/officeDocument/2006/relationships/notesSlide" Target="/ppt/notesSlides/notesSlide17.xml" Id="R40cb4e50b5a448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18c6462e1a47db" /><Relationship Type="http://schemas.openxmlformats.org/officeDocument/2006/relationships/notesSlide" Target="/ppt/notesSlides/notesSlide18.xml" Id="R372f791366a74b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2a9b819f4784b08" /><Relationship Type="http://schemas.openxmlformats.org/officeDocument/2006/relationships/notesSlide" Target="/ppt/notesSlides/notesSlide19.xml" Id="R736d218c689f44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2fa1d4660d404b" /><Relationship Type="http://schemas.openxmlformats.org/officeDocument/2006/relationships/notesSlide" Target="/ppt/notesSlides/notesSlide20.xml" Id="R221cc388d90844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e86fe92f75b4ef6" /><Relationship Type="http://schemas.openxmlformats.org/officeDocument/2006/relationships/notesSlide" Target="/ppt/notesSlides/notesSlide21.xml" Id="Rae6f9069a6cf42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210af2d80be4392" /><Relationship Type="http://schemas.openxmlformats.org/officeDocument/2006/relationships/notesSlide" Target="/ppt/notesSlides/notesSlide22.xml" Id="R7e7bd8ad710f474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c4cb815a25545f2" /><Relationship Type="http://schemas.openxmlformats.org/officeDocument/2006/relationships/notesSlide" Target="/ppt/notesSlides/notesSlide23.xml" Id="R6c2fed84a9e348a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d11ee9b06104567" /><Relationship Type="http://schemas.openxmlformats.org/officeDocument/2006/relationships/notesSlide" Target="/ppt/notesSlides/notesSlide24.xml" Id="R720704c51cf644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b7b977f959d4182" /><Relationship Type="http://schemas.openxmlformats.org/officeDocument/2006/relationships/notesSlide" Target="/ppt/notesSlides/notesSlide25.xml" Id="Rd3bd682571d748df"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B9A336-72BE-4ECB-8D4C-4A910AA9482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EAC4B6-FC1C-4D8F-91F7-5D6E891CA3AF}"/>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EFB2109A-D036-41FD-BD85-E6B576E160B2}"/>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EEB210CA-C78A-454E-A183-EEA2261C92C3}"/>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F196AD-F4A3-41DE-8FA2-92EA2FFB5271}"/>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F72FD7AE-E0C3-46D3-A551-B04CB2EAB5BB}"/>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843338450"/>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AC535DE-4BC2-42A2-8DEE-CABFFE1193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FF71B9-4961-4C74-8999-70D7FEB9C99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0123BE75-F857-4DA5-810F-08538FF94DB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83323F-D66A-491B-A815-7E97AB03400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CA2B5D28-E27E-4F74-8D83-BC8875FEB200}"/>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653C36F4-1FD1-4B27-A5AB-20EA6635AB76}"/>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7D991F-BF5D-4066-A088-86228EBE0332}"/>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413087-31BE-4237-9D60-DF6A0B6A918F}"/>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E99BC8F-915E-466B-882C-10D0CDA6BA88}"/>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DD51A7DD-9B13-4F39-A666-FB186DC7D8AC}"/>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F734519B-B5AB-4CCB-82C9-52EC21B33687}"/>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149E7DCE-F83C-4F80-8720-BF7C6C8C6D2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AC4E6152-9980-4256-A19F-8F2623FA4F15}"/>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9B855D83-F388-40AC-8E23-4692AE25C3FA}"/>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E3FF23F3-FF24-4120-BD6F-7C8BEE8DC5EE}"/>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F836093-1B0D-4E5B-AE2C-B1585C58AC0D}"/>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38A54076-7434-468E-B1E4-57B41282A490}"/>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143710B-9A2C-4685-AF56-939CC66B5726}"/>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BC9FD7-B5D1-4F59-AB4A-21094A187368}"/>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D02D61F-04B3-4931-852F-9E089193899C}"/>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4A8976DD-8723-4DE3-A354-416DCBF5AFC3}"/>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0296C58D-7C3F-4C4E-9D3C-E4A21C1BF1D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95A2F70-E1D1-4E7E-98A9-7509EA7B8FC5}"/>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A5C7A646-DDBE-4F49-8015-3BBF289C5EAC}"/>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E4CDC859-4FFE-4B77-8370-8B6CAB05B968}"/>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F34BCAC1-13D3-43EE-93E7-7B18AD85FA63}"/>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5D35765D-5A9A-4E8D-8AF5-51DBAC42650B}"/>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3997B7E7-15FF-45B4-8B92-B90C02082F75}"/>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90BB7BD9-6F4F-4409-958A-C59304A040FF}"/>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B40B2F98-AB4B-46A9-BA78-65B19FB7E023}"/>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88695F7D-3F11-490C-AAE1-8E9871B17CF7}"/>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FA4EF5F5-E559-4538-89E7-ED14D56E481A}"/>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73B19643-5D65-4837-BD42-CB89432CF148}"/>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6F79BED5-3D03-4EBA-8C04-2B91BF47090B}"/>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07A83D9E-F73B-497E-9E3C-3CDA9CC328B7}"/>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9A347816-240E-4C85-A574-FAFEF3687590}"/>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489335787"/>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9F46BC-F47D-4539-A656-4646E8621DA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9FE236-19FD-4628-9C48-5EA31602A1F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780B73C2-D84D-4AA8-A310-21C46EE4DB7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19BB4F-9750-45C8-B8B2-14B8BA61E34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92888B90-3862-43A2-B395-2A2F9AE333A8}"/>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45CD7157-04E6-4DAF-8062-93FCB347684D}"/>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EB963399-2A06-4686-9C15-BB98902F3071}"/>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24102763-7A47-4012-8BF0-DECB8F390984}"/>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D2CF2F5E-69FF-40BC-B26A-69A379B9965A}"/>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9665DD2-C7E5-4A9F-AAE3-E11F190A589A}"/>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16CD6749-C99F-4B55-808F-170A5BB72E4B}"/>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D97AA478-9400-4EC0-A72B-62DCF8B0296B}"/>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755324603"/>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A316619-1E46-42B6-8137-AE67BF0CD2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B325FA-7030-4412-A232-136C0F43E4A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AC7AF878-EBC9-45AF-82C1-5A1FF1D080D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16B6EB-2248-4C8E-AE5D-B154404F8BC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A9195544-D2CB-40CE-9708-55B567437D3D}"/>
              </a:ext>
            </a:extLst>
          </p:cNvPr>
          <p:cNvSpPr>
            <a:spLocks xmlns:a="http://schemas.openxmlformats.org/drawingml/2006/main" noGrp="1"/>
          </p:cNvSpPr>
          <p:nvPr/>
        </p:nvSpPr>
        <p:spPr>
          <a:xfrm xmlns:a="http://schemas.openxmlformats.org/drawingml/2006/main" rot="0">
            <a:off x="9191625" y="1571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企業例</a:t>
            </a:r>
          </a:p>
        </p:txBody>
      </p:sp>
      <p:sp>
        <p:nvSpPr>
          <p:cNvPr id="6" name="">
            <a:extLst xmlns:a="http://schemas.openxmlformats.org/drawingml/2006/main">
              <a:ext uri="{FF2B5EF4-FFF2-40B4-BE49-F238E27FC236}">
                <a16:creationId xmlns:a16="http://schemas.microsoft.com/office/drawing/2014/main" id="{4C9B9DA8-43A7-48D9-91FF-E1D1E05E8317}"/>
              </a:ext>
            </a:extLst>
          </p:cNvPr>
          <p:cNvSpPr>
            <a:spLocks xmlns:a="http://schemas.openxmlformats.org/drawingml/2006/main" noGrp="1"/>
          </p:cNvSpPr>
          <p:nvPr/>
        </p:nvSpPr>
        <p:spPr>
          <a:xfrm xmlns:a="http://schemas.openxmlformats.org/drawingml/2006/main" rot="0">
            <a:off x="723900" y="1809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7" name="">
            <a:extLst xmlns:a="http://schemas.openxmlformats.org/drawingml/2006/main">
              <a:ext uri="{FF2B5EF4-FFF2-40B4-BE49-F238E27FC236}">
                <a16:creationId xmlns:a16="http://schemas.microsoft.com/office/drawing/2014/main" id="{A305872E-DC2B-42A0-A29F-128999A85C03}"/>
              </a:ext>
            </a:extLst>
          </p:cNvPr>
          <p:cNvSpPr>
            <a:spLocks xmlns:a="http://schemas.openxmlformats.org/drawingml/2006/main" noGrp="1"/>
          </p:cNvSpPr>
          <p:nvPr/>
        </p:nvSpPr>
        <p:spPr>
          <a:xfrm xmlns:a="http://schemas.openxmlformats.org/drawingml/2006/main" rot="0">
            <a:off x="3143250" y="1790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人間の作業データ、テレオペレーション、合成データ、生データの加工。収集に特化したデバイス開発も広がりはじめている。</a:t>
            </a:r>
          </a:p>
        </p:txBody>
      </p:sp>
      <p:sp>
        <p:nvSpPr>
          <p:cNvPr id="8" name="">
            <a:extLst xmlns:a="http://schemas.openxmlformats.org/drawingml/2006/main">
              <a:ext uri="{FF2B5EF4-FFF2-40B4-BE49-F238E27FC236}">
                <a16:creationId xmlns:a16="http://schemas.microsoft.com/office/drawing/2014/main" id="{2D7FCD49-619C-4440-B258-992DB45ED1C0}"/>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7413F3D-41BF-464E-ABC6-E40FBD492D44}"/>
              </a:ext>
            </a:extLst>
          </p:cNvPr>
          <p:cNvSpPr>
            <a:spLocks xmlns:a="http://schemas.openxmlformats.org/drawingml/2006/main" noGrp="1"/>
          </p:cNvSpPr>
          <p:nvPr/>
        </p:nvSpPr>
        <p:spPr>
          <a:xfrm xmlns:a="http://schemas.openxmlformats.org/drawingml/2006/main" rot="0">
            <a:off x="9191625" y="2009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DeepReach / BuildAI</a:t>
            </a:r>
          </a:p>
        </p:txBody>
      </p:sp>
      <p:sp>
        <p:nvSpPr>
          <p:cNvPr id="10" name="">
            <a:extLst xmlns:a="http://schemas.openxmlformats.org/drawingml/2006/main">
              <a:ext uri="{FF2B5EF4-FFF2-40B4-BE49-F238E27FC236}">
                <a16:creationId xmlns:a16="http://schemas.microsoft.com/office/drawing/2014/main" id="{6CFA7903-AF34-445D-AFBA-A9CA8036EEA1}"/>
              </a:ext>
            </a:extLst>
          </p:cNvPr>
          <p:cNvSpPr>
            <a:spLocks xmlns:a="http://schemas.openxmlformats.org/drawingml/2006/main" noGrp="1"/>
          </p:cNvSpPr>
          <p:nvPr/>
        </p:nvSpPr>
        <p:spPr>
          <a:xfrm xmlns:a="http://schemas.openxmlformats.org/drawingml/2006/main" rot="0">
            <a:off x="723900" y="28575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基盤モデル・</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シミュレーション</a:t>
            </a:r>
          </a:p>
        </p:txBody>
      </p:sp>
      <p:sp>
        <p:nvSpPr>
          <p:cNvPr id="11" name="">
            <a:extLst xmlns:a="http://schemas.openxmlformats.org/drawingml/2006/main">
              <a:ext uri="{FF2B5EF4-FFF2-40B4-BE49-F238E27FC236}">
                <a16:creationId xmlns:a16="http://schemas.microsoft.com/office/drawing/2014/main" id="{24A21FB6-D88D-46E0-B116-D067666EAA72}"/>
              </a:ext>
            </a:extLst>
          </p:cNvPr>
          <p:cNvSpPr>
            <a:spLocks xmlns:a="http://schemas.openxmlformats.org/drawingml/2006/main" noGrp="1"/>
          </p:cNvSpPr>
          <p:nvPr/>
        </p:nvSpPr>
        <p:spPr>
          <a:xfrm xmlns:a="http://schemas.openxmlformats.org/drawingml/2006/main" rot="0">
            <a:off x="3143250" y="2838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現実世界を再現し、必要な実データ量を下げながらモデル開発まで進めるシミュレーション・デジタルツインがある。</a:t>
            </a:r>
          </a:p>
        </p:txBody>
      </p:sp>
      <p:sp>
        <p:nvSpPr>
          <p:cNvPr id="12" name="">
            <a:extLst xmlns:a="http://schemas.openxmlformats.org/drawingml/2006/main">
              <a:ext uri="{FF2B5EF4-FFF2-40B4-BE49-F238E27FC236}">
                <a16:creationId xmlns:a16="http://schemas.microsoft.com/office/drawing/2014/main" id="{04BF5EDE-6992-41E4-9FB4-7463E5A1AAFD}"/>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0CF4C3-14C8-46EE-86FB-81E98F615743}"/>
              </a:ext>
            </a:extLst>
          </p:cNvPr>
          <p:cNvSpPr>
            <a:spLocks xmlns:a="http://schemas.openxmlformats.org/drawingml/2006/main" noGrp="1"/>
          </p:cNvSpPr>
          <p:nvPr/>
        </p:nvSpPr>
        <p:spPr>
          <a:xfrm xmlns:a="http://schemas.openxmlformats.org/drawingml/2006/main" rot="0">
            <a:off x="9191625" y="3057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14" name="">
            <a:extLst xmlns:a="http://schemas.openxmlformats.org/drawingml/2006/main">
              <a:ext uri="{FF2B5EF4-FFF2-40B4-BE49-F238E27FC236}">
                <a16:creationId xmlns:a16="http://schemas.microsoft.com/office/drawing/2014/main" id="{0B2348BB-79BA-4850-B988-FA5A40615CC9}"/>
              </a:ext>
            </a:extLst>
          </p:cNvPr>
          <p:cNvSpPr>
            <a:spLocks xmlns:a="http://schemas.openxmlformats.org/drawingml/2006/main" noGrp="1"/>
          </p:cNvSpPr>
          <p:nvPr/>
        </p:nvSpPr>
        <p:spPr>
          <a:xfrm xmlns:a="http://schemas.openxmlformats.org/drawingml/2006/main" rot="0">
            <a:off x="723900" y="4000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ハードウェア開発層</a:t>
            </a:r>
          </a:p>
        </p:txBody>
      </p:sp>
      <p:sp>
        <p:nvSpPr>
          <p:cNvPr id="15" name="">
            <a:extLst xmlns:a="http://schemas.openxmlformats.org/drawingml/2006/main">
              <a:ext uri="{FF2B5EF4-FFF2-40B4-BE49-F238E27FC236}">
                <a16:creationId xmlns:a16="http://schemas.microsoft.com/office/drawing/2014/main" id="{F988996E-1707-4475-99AD-8880CEE939C7}"/>
              </a:ext>
            </a:extLst>
          </p:cNvPr>
          <p:cNvSpPr>
            <a:spLocks xmlns:a="http://schemas.openxmlformats.org/drawingml/2006/main" noGrp="1"/>
          </p:cNvSpPr>
          <p:nvPr/>
        </p:nvSpPr>
        <p:spPr>
          <a:xfrm xmlns:a="http://schemas.openxmlformats.org/drawingml/2006/main" rot="0">
            <a:off x="3143250" y="3981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特に中国系企業が、安価なロボットを提供する面で強い。</a:t>
            </a:r>
          </a:p>
        </p:txBody>
      </p:sp>
      <p:sp>
        <p:nvSpPr>
          <p:cNvPr id="16" name="">
            <a:extLst xmlns:a="http://schemas.openxmlformats.org/drawingml/2006/main">
              <a:ext uri="{FF2B5EF4-FFF2-40B4-BE49-F238E27FC236}">
                <a16:creationId xmlns:a16="http://schemas.microsoft.com/office/drawing/2014/main" id="{BAC7E871-8581-481E-B183-D00B62947B52}"/>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BF30774-FC97-43E7-AFD5-A94A3B427B35}"/>
              </a:ext>
            </a:extLst>
          </p:cNvPr>
          <p:cNvSpPr>
            <a:spLocks xmlns:a="http://schemas.openxmlformats.org/drawingml/2006/main" noGrp="1"/>
          </p:cNvSpPr>
          <p:nvPr/>
        </p:nvSpPr>
        <p:spPr>
          <a:xfrm xmlns:a="http://schemas.openxmlformats.org/drawingml/2006/main" rot="0">
            <a:off x="9191625" y="42005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18" name="">
            <a:extLst xmlns:a="http://schemas.openxmlformats.org/drawingml/2006/main">
              <a:ext uri="{FF2B5EF4-FFF2-40B4-BE49-F238E27FC236}">
                <a16:creationId xmlns:a16="http://schemas.microsoft.com/office/drawing/2014/main" id="{1ED1234D-72F6-42AD-838C-D0F8E484B15D}"/>
              </a:ext>
            </a:extLst>
          </p:cNvPr>
          <p:cNvSpPr>
            <a:spLocks xmlns:a="http://schemas.openxmlformats.org/drawingml/2006/main" noGrp="1"/>
          </p:cNvSpPr>
          <p:nvPr/>
        </p:nvSpPr>
        <p:spPr>
          <a:xfrm xmlns:a="http://schemas.openxmlformats.org/drawingml/2006/main" rot="0">
            <a:off x="723900" y="4857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9" name="">
            <a:extLst xmlns:a="http://schemas.openxmlformats.org/drawingml/2006/main">
              <a:ext uri="{FF2B5EF4-FFF2-40B4-BE49-F238E27FC236}">
                <a16:creationId xmlns:a16="http://schemas.microsoft.com/office/drawing/2014/main" id="{EA1955AC-3AC2-4707-812B-357FBBEA05E8}"/>
              </a:ext>
            </a:extLst>
          </p:cNvPr>
          <p:cNvSpPr>
            <a:spLocks xmlns:a="http://schemas.openxmlformats.org/drawingml/2006/main" noGrp="1"/>
          </p:cNvSpPr>
          <p:nvPr/>
        </p:nvSpPr>
        <p:spPr>
          <a:xfrm xmlns:a="http://schemas.openxmlformats.org/drawingml/2006/main" rot="0">
            <a:off x="3143250" y="4838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既存のロボットやモデルを利用し、現場への導入と運用調整を優先する。</a:t>
            </a:r>
          </a:p>
        </p:txBody>
      </p:sp>
      <p:sp>
        <p:nvSpPr>
          <p:cNvPr id="20" name="">
            <a:extLst xmlns:a="http://schemas.openxmlformats.org/drawingml/2006/main">
              <a:ext uri="{FF2B5EF4-FFF2-40B4-BE49-F238E27FC236}">
                <a16:creationId xmlns:a16="http://schemas.microsoft.com/office/drawing/2014/main" id="{74D026AD-4CA9-44D8-8F38-0FF707B05C7E}"/>
              </a:ext>
            </a:extLst>
          </p:cNvPr>
          <p:cNvSpPr>
            <a:spLocks xmlns:a="http://schemas.openxmlformats.org/drawingml/2006/main" noGrp="1"/>
          </p:cNvSpPr>
          <p:nvPr/>
        </p:nvSpPr>
        <p:spPr>
          <a:xfrm xmlns:a="http://schemas.openxmlformats.org/drawingml/2006/main" rot="0">
            <a:off x="9191625" y="5057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Tree>
    <p:extLst>
      <p:ext uri="{BB962C8B-B14F-4D97-AF65-F5344CB8AC3E}">
        <p14:creationId xmlns:p14="http://schemas.microsoft.com/office/powerpoint/2010/main" val="1959487624"/>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5E622525-27CA-4B38-ACC7-228CD92304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AC44F2-8F27-4C14-A352-52847DC745D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DD1AC18C-1700-4BFF-85FB-805D19ED35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74A27E-D2F2-4890-8F89-01E45A9B914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2FF2F970-5A52-4069-A233-2D06818CAD56}"/>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A078F478-B838-40A8-911E-E41320D84101}"/>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124F76-E802-4850-9922-5F2B04B69A9A}"/>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B2BBDE3-80D9-413F-A89C-93111A93CD51}"/>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1EC2ACD-AAFB-46F5-86C6-59F4A19E01F4}"/>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DF82B16-21CE-4C23-9FB0-2741EA41FF8C}"/>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E52572A4-47F9-4334-B9FF-A41034E504E4}"/>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8E78847-95CC-46B9-B02A-B767BE5DD7EF}"/>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70F35224-3E89-465D-A20C-524BFD50DB01}"/>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2F31C764-32D0-4FB3-8852-CFC95E805461}"/>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EBD9A3DC-F7FC-44CB-850F-E50EA6A3AA86}"/>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54B4131E-5902-4DBE-97D6-4665C0B473F2}"/>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BD8C92B9-E2D8-46A9-8877-E48304F4B4C2}"/>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2FC6F6B-1854-436F-AF78-4D0A6064B289}"/>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C0C60D5-C8BB-426E-A3FD-DDA7D02D22B7}"/>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636F8AA-5827-429B-BB14-422359D13C80}"/>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74FAE7BD-76C8-4212-9F13-43F44FF017A2}"/>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5447EABE-25F0-4802-9595-0D2F7572814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059E681-881E-4BA3-ADFE-BC3AD9A7E145}"/>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74327464-C0E5-4B1A-9FBA-4457D791E859}"/>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1DAAB5A-58B4-4684-8F36-639341A04B60}"/>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00E7F29-5E4A-4FA5-AF4D-40870E080324}"/>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38935D8-907E-46C0-995F-2FFC8A93D8E8}"/>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A439123-AA42-4BA1-9A7C-C0F6BDCC5040}"/>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271060A-DE86-40C1-9F16-6C7586907846}"/>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FF1D5EE-8785-4830-B3CC-9960386D6D91}"/>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BBF7A9B-2C41-4464-B841-FD840B4A4E0D}"/>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B849DE7-0905-45B7-8EDE-B4306D9DB065}"/>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7A4740D-C0E9-423A-AD66-DAE6FBB4893F}"/>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2DDE137-E18C-4477-8A35-ABC0745F99AA}"/>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01A994E-5C48-4142-A9D5-FCFE8D095FCC}"/>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A2591A3-F9DC-430F-A65C-CC6D4887166B}"/>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46EDAB8-102B-4DC2-80D9-C1AEE754727A}"/>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821959F-3C54-413F-95B8-2A3672380BDB}"/>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4DE5CB4-2A1C-4DBC-BD68-B97A097F691F}"/>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0CB9984-48DC-4273-A8D4-BBA8FF257F08}"/>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E2ED013-B36B-438A-8A41-B11329549069}"/>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1EA5C5D-EF05-4A06-85AD-5145668B5405}"/>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4E4E2FC-F56B-4A02-B21A-468088211E63}"/>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683E6BB-6F04-40B9-95E2-83E0A1679005}"/>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DDC93BD-4DD5-461D-87AE-CC1AD7857AB4}"/>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4A2CE4B-1AF7-47C7-B457-C996585FDBB5}"/>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775C2B4-A9CA-4EC9-8572-CC4796CF5617}"/>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C45D63B-B00C-471A-8049-B3A31A2502DB}"/>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15AEFE4-16DC-4540-A517-309EE88A7CC3}"/>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7B9FA37B-5673-422F-9E4B-239965BB7958}"/>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B0DA4C0B-379F-4135-B58A-CFF560971A74}"/>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282F0025-86A6-44C8-8FFA-41B7FC5D183F}"/>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84D03F8-1D98-41A2-A569-4996CE0D2D81}"/>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6D083EF2-2D20-4DA3-B3B0-2F1AAF6B9E5C}"/>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26A39212-4045-46E5-8C2F-77D79C9D8F74}"/>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9FFA2394-9E3D-4852-8FDD-42C5F07A5239}"/>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AB78702B-9CF6-482F-BEB1-944344DE8BCE}"/>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644617AD-1B8C-442A-9770-9DCAA1270B14}"/>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83134B1F-EC84-4881-B45F-4A58EDA6D604}"/>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82D626C7-DB84-47D9-B40F-6EBE17F623E7}"/>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E10CF5EE-FABC-4214-B3C4-3392966CC36C}"/>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CA4ABDB0-14E8-4E0D-B3DE-EEF7BC5BED94}"/>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A059CEEF-A5EB-4A8F-A089-DA191A9926E4}"/>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4C98C783-3058-4017-BF0A-0809F1A17BB7}"/>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714684902"/>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3B3043C7-8DE8-44C0-A845-7877B416F8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F01F56-5A09-4EBC-A6AA-4CCA19A9490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2007FB26-9366-4515-8A8B-E5C0B506E5C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A8C649-D484-4DFB-A8E7-D068AACFE8A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5A45523C-44EB-4BF7-9B86-3F9F5BE97090}"/>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2C29F1E4-CBEF-4BD2-B282-4C3E2067657B}"/>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838B7914-C78A-4BD7-BA96-6CCA1543A26D}"/>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F4DC8274-D8CA-45AB-A5B0-A598772C7AF9}"/>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44E4E777-9730-4302-A08A-11DD33A403EB}"/>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535D298C-57C9-4C77-AF2A-93D72B0CE2F1}"/>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CD886171-ED35-4279-96B1-EA002415A8E4}"/>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9775817-A6E7-46B7-9DAB-677FF3601302}"/>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BF0A12-B4F6-4B3A-994D-93C14F91788B}"/>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13E294F-516A-4E1A-9F8F-809315E9C11B}"/>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810A537-EEDE-45F4-B8A4-346C4771B8ED}"/>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1474F54-1D52-495E-9945-167E19D9C406}"/>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8C3EAF-5174-413C-99D3-2988F076ACC0}"/>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36C483D-16B1-461C-8E78-5F7B0D6A5FED}"/>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9604D3E-4B06-4CEA-A6CA-36C97FD8AC71}"/>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2FD7DF7-262E-43AE-9448-0AC6B997BF7A}"/>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9FAD3FD-9579-4BC9-B584-80B872BC34B4}"/>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F6385E9-CC7F-4103-A73E-34D8FB0AE787}"/>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76F8AF1-4DF3-4D46-A41B-1A89081F7F2E}"/>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09FD326-74B9-4F81-8327-30953762101E}"/>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B492AFB-EA80-4127-8538-F75DB68EF1AC}"/>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BA277ED-06DE-41D7-91D1-93B8E2F09D06}"/>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6916943-803D-4F5E-BE4D-715A71AD7C24}"/>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1E281B4-5705-4D8C-ABDD-F4C5935F5EE4}"/>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78A742C-9E3C-4602-9576-FFCE085E0666}"/>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2DDDCCB-2568-401F-933C-F70B748E7FE9}"/>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948804C-5B4F-4D9D-8DAB-D4212BA910F3}"/>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B25412D-17C9-49F2-9363-8E866D31D248}"/>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AA5C7B6-4C9C-4ED5-8D51-572A8395494C}"/>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78E48AC-87E6-4D09-B2D2-4EC449C71B74}"/>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28A61F4-2F96-4763-A83A-D9F798C0C07E}"/>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C815E86-0937-4C7F-B8E2-35EC50185988}"/>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69ABA95-1694-4F23-9EDD-D65288FD37BB}"/>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D6EB094-B1BB-468D-A34F-08CCABF29DA2}"/>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10A89D0-18C5-4F3C-A9CC-6E404A90D478}"/>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9B85886-4177-4338-9D68-E186721B0F01}"/>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98DB471-FF11-4CC3-BB02-580993B07DAF}"/>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EC8C172-581F-488F-ABC4-E39478C51260}"/>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C73A314-92EF-4002-B1D3-4DE50B7C8C7F}"/>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23CFC17-B12E-4430-B9EF-21A9E4B7DE4D}"/>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456BE31-D0B2-4870-B504-E2BAD09461C2}"/>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4E2C9A0D-484D-42AF-8238-997420B7588B}"/>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F2BC032-6C01-41E9-9032-3C7BA1AEF798}"/>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330F0D9-7536-4443-907F-F473BA65A885}"/>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D52FC0D-08FA-4167-9051-72B7D2C08821}"/>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BB5EC4B7-050B-43D9-94DC-C0A920A175B0}"/>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2AB0771-47E9-4916-B7EC-2C94D9FDD648}"/>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5CEC3D8-1608-40B9-A1D6-979B7D60C0C5}"/>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C4856002-33C7-4272-B36F-1F67B4B44D54}"/>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635C9463-3679-416C-99A4-ABBD929FEFB1}"/>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E1A2FF18-8886-48B0-866E-E04F607409F8}"/>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B8269D3-8043-4168-A3BC-E52CDC51E100}"/>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51B34B3-93A9-4DCD-9268-AAFB5697EB1B}"/>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64A36CBA-A4CB-421E-B0AA-E8F9BEF3812A}"/>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7930FDFC-98B5-406C-B177-011833594D2F}"/>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154AD166-7BA2-4A62-84FC-990648E72F5C}"/>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20C7B54-0366-43C1-B0C7-CB8F5CE069FA}"/>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D87CB701-6984-4F12-8FE9-7E9A5AE278DA}"/>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140BA149-6B8D-4655-B058-4C57F3176845}"/>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08388B0F-10D4-491C-A281-6344A09D70C8}"/>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545B4AE0-6172-4304-A122-D667351CA814}"/>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1E4D1980-CC81-4C30-A50B-9D92E1D58FD9}"/>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19048C42-0D45-48E5-AD35-CC1CDF376D81}"/>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92BE5C3F-8EBB-41B3-A8C2-DD78CCDD0444}"/>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現場稼働データが直接モデル改善</a:t>
            </a:r>
          </a:p>
        </p:txBody>
      </p:sp>
    </p:spTree>
    <p:extLst>
      <p:ext uri="{BB962C8B-B14F-4D97-AF65-F5344CB8AC3E}">
        <p14:creationId xmlns:p14="http://schemas.microsoft.com/office/powerpoint/2010/main" val="207867044"/>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E829427-83E5-4FC9-A250-435E081ED0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9B979E-A009-49E9-A1C8-B938DB09C79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21A4839E-74E8-4DB6-B628-15FFA445D4B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68146E-FC28-4052-A63F-DC855A08A1C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FD1817BF-DAC7-4ABD-829D-D456BF5C51FC}"/>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480781DE-DFE0-4222-BE93-339A73B2F832}"/>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A07F9BCB-BF1A-4F2F-A67C-78CDFB4B93FD}"/>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3C8B3CDC-2F24-43C0-BF8F-4663B14455EC}"/>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1DD8E46F-EEF5-4F8C-AF56-C76241F94C08}"/>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E93E2910-D406-4C5F-BDC9-572C9771B755}"/>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DFE03219-85F8-400D-9CBB-9D4DAF82CCCD}"/>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0617ED9E-9D3F-4D2C-8384-412597A2FD9A}"/>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DD9C5EAF-3B82-46B6-8B74-83EC014F84D0}"/>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94D91218-7369-4634-9080-082EB6F6248D}"/>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7CF30340-5350-43CE-B05B-CAA7310AD530}"/>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F33A930E-5AFE-4A64-B487-1ADC1400D819}"/>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354907C-ACD9-43B8-A6A2-721BD65BF7AD}"/>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C55CC8B8-AFBE-4578-AEB4-678B8F79B894}"/>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E8E002-84C5-4E65-9BA1-EC3C51836CC0}"/>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69639BA-468F-4D2E-9B9C-3F82FDC58635}"/>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75BDD38-3DDB-4768-9363-EFB87E522E43}"/>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65AA1EB6-EB35-407E-BB59-B7D77CC4F48E}"/>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32ACE37D-544D-466B-AF65-C92585EE2AC8}"/>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86272327"/>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31AAA3A-760A-417E-B28A-88692B6DB3B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EB3A93-6FA9-4D79-8A36-31A423E2737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7C36390C-5229-49C6-8BA0-3B4A5D299A7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D71CE5-5D01-44EF-9A0F-CCC893AEBD2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F075FD04-F7AC-4756-BBCD-763D2EB1A48A}"/>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504A95B4-D0CE-4F5C-B041-C89ADD0F9274}"/>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57A0F6A5-24F9-44F4-894F-08011377990F}"/>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960A93-5925-478D-BE26-410A0E037C14}"/>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E7201C4-E1C1-44EE-9BB5-FFD74D2C028A}"/>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A9BCD8E5-4D2C-4809-BEA6-B928EC81D007}"/>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F37680-5CEC-426B-93CD-AA6D867243FB}"/>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225F9B7A-CB13-4072-AC4C-7A1242AA4CF5}"/>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181FF25-4EFC-4C4F-A52B-01A53917AA57}"/>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3293A593-3F30-4A7A-B466-460A7F45BD8E}"/>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27988F-B280-4D8D-8C1F-14AD45805F45}"/>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0D9A4EA-B6B2-445B-A686-5F211829563A}"/>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79239E78-8710-42D6-8803-3C6EFF6C39EC}"/>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F13253E-B760-4D26-BE3F-386FFA65195C}"/>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1554309547"/>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70BDF8C8-7A6A-4DDE-A31E-7F519C9D08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BEBDF3-1D68-4B89-B964-CE739A3F888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AAE1EB5E-172E-45B1-869D-183C7D8C828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C96D73-1A23-4FE7-BF56-E62912AB38E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8D3A5FBA-6316-4665-8C80-CD110107AF6F}"/>
              </a:ext>
            </a:extLst>
          </p:cNvPr>
          <p:cNvSpPr>
            <a:spLocks xmlns:a="http://schemas.openxmlformats.org/drawingml/2006/main" noGrp="1"/>
          </p:cNvSpPr>
          <p:nvPr/>
        </p:nvSpPr>
        <p:spPr>
          <a:xfrm xmlns:a="http://schemas.openxmlformats.org/drawingml/2006/main">
            <a:off x="723900" y="1952625"/>
            <a:ext cx="190500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6" name="">
            <a:extLst xmlns:a="http://schemas.openxmlformats.org/drawingml/2006/main">
              <a:ext uri="{FF2B5EF4-FFF2-40B4-BE49-F238E27FC236}">
                <a16:creationId xmlns:a16="http://schemas.microsoft.com/office/drawing/2014/main" id="{DF60B7B7-72DF-4D83-8941-5099A7898EF5}"/>
              </a:ext>
            </a:extLst>
          </p:cNvPr>
          <p:cNvSpPr>
            <a:spLocks xmlns:a="http://schemas.openxmlformats.org/drawingml/2006/main" noGrp="1"/>
          </p:cNvSpPr>
          <p:nvPr/>
        </p:nvSpPr>
        <p:spPr>
          <a:xfrm xmlns:a="http://schemas.openxmlformats.org/drawingml/2006/main">
            <a:off x="2628900" y="1952625"/>
            <a:ext cx="219075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7" name="">
            <a:extLst xmlns:a="http://schemas.openxmlformats.org/drawingml/2006/main">
              <a:ext uri="{FF2B5EF4-FFF2-40B4-BE49-F238E27FC236}">
                <a16:creationId xmlns:a16="http://schemas.microsoft.com/office/drawing/2014/main" id="{D067EE01-4A6A-495B-8649-5A9EA18CECBB}"/>
              </a:ext>
            </a:extLst>
          </p:cNvPr>
          <p:cNvSpPr>
            <a:spLocks xmlns:a="http://schemas.openxmlformats.org/drawingml/2006/main" noGrp="1"/>
          </p:cNvSpPr>
          <p:nvPr/>
        </p:nvSpPr>
        <p:spPr>
          <a:xfrm xmlns:a="http://schemas.openxmlformats.org/drawingml/2006/main">
            <a:off x="4819650" y="1952625"/>
            <a:ext cx="647700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974C12F9-7573-4332-B658-BF6D49107D7B}"/>
              </a:ext>
            </a:extLst>
          </p:cNvPr>
          <p:cNvSpPr>
            <a:spLocks xmlns:a="http://schemas.openxmlformats.org/drawingml/2006/main" noGrp="1"/>
          </p:cNvSpPr>
          <p:nvPr/>
        </p:nvSpPr>
        <p:spPr>
          <a:xfrm xmlns:a="http://schemas.openxmlformats.org/drawingml/2006/main" rot="0">
            <a:off x="876300" y="206692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地域</a:t>
            </a:r>
          </a:p>
        </p:txBody>
      </p:sp>
      <p:sp>
        <p:nvSpPr>
          <p:cNvPr id="9" name="">
            <a:extLst xmlns:a="http://schemas.openxmlformats.org/drawingml/2006/main">
              <a:ext uri="{FF2B5EF4-FFF2-40B4-BE49-F238E27FC236}">
                <a16:creationId xmlns:a16="http://schemas.microsoft.com/office/drawing/2014/main" id="{509332A4-2777-4875-B338-1CE7803FE2A9}"/>
              </a:ext>
            </a:extLst>
          </p:cNvPr>
          <p:cNvSpPr>
            <a:spLocks xmlns:a="http://schemas.openxmlformats.org/drawingml/2006/main" noGrp="1"/>
          </p:cNvSpPr>
          <p:nvPr/>
        </p:nvSpPr>
        <p:spPr>
          <a:xfrm xmlns:a="http://schemas.openxmlformats.org/drawingml/2006/main" rot="0">
            <a:off x="2781300" y="20669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接続状況</a:t>
            </a:r>
          </a:p>
        </p:txBody>
      </p:sp>
      <p:sp>
        <p:nvSpPr>
          <p:cNvPr id="10" name="">
            <a:extLst xmlns:a="http://schemas.openxmlformats.org/drawingml/2006/main">
              <a:ext uri="{FF2B5EF4-FFF2-40B4-BE49-F238E27FC236}">
                <a16:creationId xmlns:a16="http://schemas.microsoft.com/office/drawing/2014/main" id="{0BE10FF7-0D4F-463F-8CBC-14613835E1CD}"/>
              </a:ext>
            </a:extLst>
          </p:cNvPr>
          <p:cNvSpPr>
            <a:spLocks xmlns:a="http://schemas.openxmlformats.org/drawingml/2006/main" noGrp="1"/>
          </p:cNvSpPr>
          <p:nvPr/>
        </p:nvSpPr>
        <p:spPr>
          <a:xfrm xmlns:a="http://schemas.openxmlformats.org/drawingml/2006/main" rot="0">
            <a:off x="4972050" y="2066925"/>
            <a:ext cx="617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現場との接続</a:t>
            </a:r>
          </a:p>
        </p:txBody>
      </p:sp>
      <p:sp>
        <p:nvSpPr>
          <p:cNvPr id="11" name="">
            <a:extLst xmlns:a="http://schemas.openxmlformats.org/drawingml/2006/main">
              <a:ext uri="{FF2B5EF4-FFF2-40B4-BE49-F238E27FC236}">
                <a16:creationId xmlns:a16="http://schemas.microsoft.com/office/drawing/2014/main" id="{EAAD6FAF-7467-49FC-8DDE-F551D95A7B49}"/>
              </a:ext>
            </a:extLst>
          </p:cNvPr>
          <p:cNvSpPr>
            <a:spLocks xmlns:a="http://schemas.openxmlformats.org/drawingml/2006/main" noGrp="1"/>
          </p:cNvSpPr>
          <p:nvPr/>
        </p:nvSpPr>
        <p:spPr>
          <a:xfrm xmlns:a="http://schemas.openxmlformats.org/drawingml/2006/main">
            <a:off x="723900" y="2381250"/>
            <a:ext cx="1905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018ACEE-B5BE-46C5-9EA5-E55C9FEB618E}"/>
              </a:ext>
            </a:extLst>
          </p:cNvPr>
          <p:cNvSpPr>
            <a:spLocks xmlns:a="http://schemas.openxmlformats.org/drawingml/2006/main" noGrp="1"/>
          </p:cNvSpPr>
          <p:nvPr/>
        </p:nvSpPr>
        <p:spPr>
          <a:xfrm xmlns:a="http://schemas.openxmlformats.org/drawingml/2006/main">
            <a:off x="2628900" y="2381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6535CD43-1EDE-4856-BF62-EA570CC86295}"/>
              </a:ext>
            </a:extLst>
          </p:cNvPr>
          <p:cNvSpPr>
            <a:spLocks xmlns:a="http://schemas.openxmlformats.org/drawingml/2006/main" noGrp="1"/>
          </p:cNvSpPr>
          <p:nvPr/>
        </p:nvSpPr>
        <p:spPr>
          <a:xfrm xmlns:a="http://schemas.openxmlformats.org/drawingml/2006/main">
            <a:off x="4819650" y="2381250"/>
            <a:ext cx="6477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6019CF90-859D-4458-86E9-78A22AF4B637}"/>
              </a:ext>
            </a:extLst>
          </p:cNvPr>
          <p:cNvSpPr>
            <a:spLocks xmlns:a="http://schemas.openxmlformats.org/drawingml/2006/main" noGrp="1"/>
          </p:cNvSpPr>
          <p:nvPr/>
        </p:nvSpPr>
        <p:spPr>
          <a:xfrm xmlns:a="http://schemas.openxmlformats.org/drawingml/2006/main" rot="0">
            <a:off x="876300" y="272415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15" name="">
            <a:extLst xmlns:a="http://schemas.openxmlformats.org/drawingml/2006/main">
              <a:ext uri="{FF2B5EF4-FFF2-40B4-BE49-F238E27FC236}">
                <a16:creationId xmlns:a16="http://schemas.microsoft.com/office/drawing/2014/main" id="{DCD893F8-926A-45DD-A0BE-3B82B4FEA4A5}"/>
              </a:ext>
            </a:extLst>
          </p:cNvPr>
          <p:cNvSpPr>
            <a:spLocks xmlns:a="http://schemas.openxmlformats.org/drawingml/2006/main" noGrp="1"/>
          </p:cNvSpPr>
          <p:nvPr/>
        </p:nvSpPr>
        <p:spPr>
          <a:xfrm xmlns:a="http://schemas.openxmlformats.org/drawingml/2006/main" rot="0">
            <a:off x="2781300" y="274320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接続が進む</a:t>
            </a:r>
          </a:p>
        </p:txBody>
      </p:sp>
      <p:sp>
        <p:nvSpPr>
          <p:cNvPr id="16" name="">
            <a:extLst xmlns:a="http://schemas.openxmlformats.org/drawingml/2006/main">
              <a:ext uri="{FF2B5EF4-FFF2-40B4-BE49-F238E27FC236}">
                <a16:creationId xmlns:a16="http://schemas.microsoft.com/office/drawing/2014/main" id="{B79432E6-DBA6-4EDF-AC50-7152AAEA3417}"/>
              </a:ext>
            </a:extLst>
          </p:cNvPr>
          <p:cNvSpPr>
            <a:spLocks xmlns:a="http://schemas.openxmlformats.org/drawingml/2006/main" noGrp="1"/>
          </p:cNvSpPr>
          <p:nvPr/>
        </p:nvSpPr>
        <p:spPr>
          <a:xfrm xmlns:a="http://schemas.openxmlformats.org/drawingml/2006/main">
            <a:off x="514350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7E11C33B-833B-403C-AA85-17A160C4C546}"/>
              </a:ext>
            </a:extLst>
          </p:cNvPr>
          <p:cNvSpPr>
            <a:spLocks xmlns:a="http://schemas.openxmlformats.org/drawingml/2006/main" noGrp="1"/>
          </p:cNvSpPr>
          <p:nvPr/>
        </p:nvSpPr>
        <p:spPr>
          <a:xfrm xmlns:a="http://schemas.openxmlformats.org/drawingml/2006/main" rot="0">
            <a:off x="514350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022650DD-628C-4222-AF4F-B632EDA98A9A}"/>
              </a:ext>
            </a:extLst>
          </p:cNvPr>
          <p:cNvSpPr>
            <a:spLocks xmlns:a="http://schemas.openxmlformats.org/drawingml/2006/main" noGrp="1"/>
          </p:cNvSpPr>
          <p:nvPr/>
        </p:nvSpPr>
        <p:spPr>
          <a:xfrm xmlns:a="http://schemas.openxmlformats.org/drawingml/2006/main">
            <a:off x="6048375"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0EA3A5FE-1A2B-4735-89FA-8EF9F20CC9A6}"/>
              </a:ext>
            </a:extLst>
          </p:cNvPr>
          <p:cNvSpPr>
            <a:spLocks xmlns:a="http://schemas.openxmlformats.org/drawingml/2006/main" noGrp="1"/>
          </p:cNvSpPr>
          <p:nvPr/>
        </p:nvSpPr>
        <p:spPr>
          <a:xfrm xmlns:a="http://schemas.openxmlformats.org/drawingml/2006/main" rot="0">
            <a:off x="604837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E53C4B80-882D-4403-866B-9C17CCA3832A}"/>
              </a:ext>
            </a:extLst>
          </p:cNvPr>
          <p:cNvSpPr>
            <a:spLocks xmlns:a="http://schemas.openxmlformats.org/drawingml/2006/main" noGrp="1"/>
          </p:cNvSpPr>
          <p:nvPr/>
        </p:nvSpPr>
        <p:spPr>
          <a:xfrm xmlns:a="http://schemas.openxmlformats.org/drawingml/2006/main">
            <a:off x="695325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90CCBFD1-E3C5-4CA5-83F3-9BCB56773CF8}"/>
              </a:ext>
            </a:extLst>
          </p:cNvPr>
          <p:cNvSpPr>
            <a:spLocks xmlns:a="http://schemas.openxmlformats.org/drawingml/2006/main" noGrp="1"/>
          </p:cNvSpPr>
          <p:nvPr/>
        </p:nvSpPr>
        <p:spPr>
          <a:xfrm xmlns:a="http://schemas.openxmlformats.org/drawingml/2006/main" rot="0">
            <a:off x="695325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4D918C86-9670-4F60-BACC-7FDE2705645B}"/>
              </a:ext>
            </a:extLst>
          </p:cNvPr>
          <p:cNvSpPr>
            <a:spLocks xmlns:a="http://schemas.openxmlformats.org/drawingml/2006/main" noGrp="1"/>
          </p:cNvSpPr>
          <p:nvPr/>
        </p:nvSpPr>
        <p:spPr>
          <a:xfrm xmlns:a="http://schemas.openxmlformats.org/drawingml/2006/main">
            <a:off x="7858125"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5F194814-6665-4B9D-BD29-E38C296D8337}"/>
              </a:ext>
            </a:extLst>
          </p:cNvPr>
          <p:cNvSpPr>
            <a:spLocks xmlns:a="http://schemas.openxmlformats.org/drawingml/2006/main" noGrp="1"/>
          </p:cNvSpPr>
          <p:nvPr/>
        </p:nvSpPr>
        <p:spPr>
          <a:xfrm xmlns:a="http://schemas.openxmlformats.org/drawingml/2006/main" rot="0">
            <a:off x="785812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AAFBE948-54FC-44F4-95E8-A36CD98E5D6B}"/>
              </a:ext>
            </a:extLst>
          </p:cNvPr>
          <p:cNvSpPr>
            <a:spLocks xmlns:a="http://schemas.openxmlformats.org/drawingml/2006/main" noGrp="1"/>
          </p:cNvSpPr>
          <p:nvPr/>
        </p:nvSpPr>
        <p:spPr>
          <a:xfrm xmlns:a="http://schemas.openxmlformats.org/drawingml/2006/main">
            <a:off x="876300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0C6CBC4B-EF5E-4BD8-84E8-7BFEFC107EE3}"/>
              </a:ext>
            </a:extLst>
          </p:cNvPr>
          <p:cNvSpPr>
            <a:spLocks xmlns:a="http://schemas.openxmlformats.org/drawingml/2006/main" noGrp="1"/>
          </p:cNvSpPr>
          <p:nvPr/>
        </p:nvSpPr>
        <p:spPr>
          <a:xfrm xmlns:a="http://schemas.openxmlformats.org/drawingml/2006/main" rot="0">
            <a:off x="876300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9AD7712B-FE11-4987-BADA-0C08ADFFB94F}"/>
              </a:ext>
            </a:extLst>
          </p:cNvPr>
          <p:cNvSpPr>
            <a:spLocks xmlns:a="http://schemas.openxmlformats.org/drawingml/2006/main" noGrp="1"/>
          </p:cNvSpPr>
          <p:nvPr/>
        </p:nvSpPr>
        <p:spPr>
          <a:xfrm xmlns:a="http://schemas.openxmlformats.org/drawingml/2006/main">
            <a:off x="9667875" y="2619375"/>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7A102367-6105-40D5-8198-BCCCB66ABC74}"/>
              </a:ext>
            </a:extLst>
          </p:cNvPr>
          <p:cNvSpPr>
            <a:spLocks xmlns:a="http://schemas.openxmlformats.org/drawingml/2006/main" noGrp="1"/>
          </p:cNvSpPr>
          <p:nvPr/>
        </p:nvSpPr>
        <p:spPr>
          <a:xfrm xmlns:a="http://schemas.openxmlformats.org/drawingml/2006/main" rot="0">
            <a:off x="966787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6034E14D-6AAE-4218-BAE9-38CAF83683EA}"/>
              </a:ext>
            </a:extLst>
          </p:cNvPr>
          <p:cNvSpPr>
            <a:spLocks xmlns:a="http://schemas.openxmlformats.org/drawingml/2006/main" noGrp="1"/>
          </p:cNvSpPr>
          <p:nvPr/>
        </p:nvSpPr>
        <p:spPr>
          <a:xfrm xmlns:a="http://schemas.openxmlformats.org/drawingml/2006/main">
            <a:off x="723900" y="3381375"/>
            <a:ext cx="1905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F7B56E54-9E57-4CE6-80D7-4A0D978737F1}"/>
              </a:ext>
            </a:extLst>
          </p:cNvPr>
          <p:cNvSpPr>
            <a:spLocks xmlns:a="http://schemas.openxmlformats.org/drawingml/2006/main" noGrp="1"/>
          </p:cNvSpPr>
          <p:nvPr/>
        </p:nvSpPr>
        <p:spPr>
          <a:xfrm xmlns:a="http://schemas.openxmlformats.org/drawingml/2006/main">
            <a:off x="2628900" y="3381375"/>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16FE5ECA-87F2-4C63-AFEE-84F362A256CA}"/>
              </a:ext>
            </a:extLst>
          </p:cNvPr>
          <p:cNvSpPr>
            <a:spLocks xmlns:a="http://schemas.openxmlformats.org/drawingml/2006/main" noGrp="1"/>
          </p:cNvSpPr>
          <p:nvPr/>
        </p:nvSpPr>
        <p:spPr>
          <a:xfrm xmlns:a="http://schemas.openxmlformats.org/drawingml/2006/main">
            <a:off x="4819650" y="3381375"/>
            <a:ext cx="6477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5535A20F-ED6B-455B-A85B-FF673DDEDE43}"/>
              </a:ext>
            </a:extLst>
          </p:cNvPr>
          <p:cNvSpPr>
            <a:spLocks xmlns:a="http://schemas.openxmlformats.org/drawingml/2006/main" noGrp="1"/>
          </p:cNvSpPr>
          <p:nvPr/>
        </p:nvSpPr>
        <p:spPr>
          <a:xfrm xmlns:a="http://schemas.openxmlformats.org/drawingml/2006/main" rot="0">
            <a:off x="876300" y="37242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日本</a:t>
            </a:r>
          </a:p>
        </p:txBody>
      </p:sp>
      <p:sp>
        <p:nvSpPr>
          <p:cNvPr id="32" name="">
            <a:extLst xmlns:a="http://schemas.openxmlformats.org/drawingml/2006/main">
              <a:ext uri="{FF2B5EF4-FFF2-40B4-BE49-F238E27FC236}">
                <a16:creationId xmlns:a16="http://schemas.microsoft.com/office/drawing/2014/main" id="{F26C3534-E309-44A3-8A3F-A71829A45B89}"/>
              </a:ext>
            </a:extLst>
          </p:cNvPr>
          <p:cNvSpPr>
            <a:spLocks xmlns:a="http://schemas.openxmlformats.org/drawingml/2006/main" noGrp="1"/>
          </p:cNvSpPr>
          <p:nvPr/>
        </p:nvSpPr>
        <p:spPr>
          <a:xfrm xmlns:a="http://schemas.openxmlformats.org/drawingml/2006/main" rot="0">
            <a:off x="2781300" y="37433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ほぼ空白</a:t>
            </a:r>
          </a:p>
        </p:txBody>
      </p:sp>
      <p:sp>
        <p:nvSpPr>
          <p:cNvPr id="33" name="">
            <a:extLst xmlns:a="http://schemas.openxmlformats.org/drawingml/2006/main">
              <a:ext uri="{FF2B5EF4-FFF2-40B4-BE49-F238E27FC236}">
                <a16:creationId xmlns:a16="http://schemas.microsoft.com/office/drawing/2014/main" id="{9A540D7D-C811-4484-B82D-4A7EE709F09F}"/>
              </a:ext>
            </a:extLst>
          </p:cNvPr>
          <p:cNvSpPr>
            <a:spLocks xmlns:a="http://schemas.openxmlformats.org/drawingml/2006/main" noGrp="1"/>
          </p:cNvSpPr>
          <p:nvPr/>
        </p:nvSpPr>
        <p:spPr>
          <a:xfrm xmlns:a="http://schemas.openxmlformats.org/drawingml/2006/main">
            <a:off x="5143500" y="3619500"/>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84909F49-9E25-4097-B0DF-C50CCE5B2CB1}"/>
              </a:ext>
            </a:extLst>
          </p:cNvPr>
          <p:cNvSpPr>
            <a:spLocks xmlns:a="http://schemas.openxmlformats.org/drawingml/2006/main" noGrp="1"/>
          </p:cNvSpPr>
          <p:nvPr/>
        </p:nvSpPr>
        <p:spPr>
          <a:xfrm xmlns:a="http://schemas.openxmlformats.org/drawingml/2006/main" rot="0">
            <a:off x="514350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35" name="">
            <a:extLst xmlns:a="http://schemas.openxmlformats.org/drawingml/2006/main">
              <a:ext uri="{FF2B5EF4-FFF2-40B4-BE49-F238E27FC236}">
                <a16:creationId xmlns:a16="http://schemas.microsoft.com/office/drawing/2014/main" id="{7036755B-99F5-4B65-A80E-31A2599C81A3}"/>
              </a:ext>
            </a:extLst>
          </p:cNvPr>
          <p:cNvSpPr>
            <a:spLocks xmlns:a="http://schemas.openxmlformats.org/drawingml/2006/main" noGrp="1"/>
          </p:cNvSpPr>
          <p:nvPr/>
        </p:nvSpPr>
        <p:spPr>
          <a:xfrm xmlns:a="http://schemas.openxmlformats.org/drawingml/2006/main">
            <a:off x="604837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6" name="">
            <a:extLst xmlns:a="http://schemas.openxmlformats.org/drawingml/2006/main">
              <a:ext uri="{FF2B5EF4-FFF2-40B4-BE49-F238E27FC236}">
                <a16:creationId xmlns:a16="http://schemas.microsoft.com/office/drawing/2014/main" id="{626B2BF2-FE51-4A68-96B2-38ADB05D06B9}"/>
              </a:ext>
            </a:extLst>
          </p:cNvPr>
          <p:cNvSpPr>
            <a:spLocks xmlns:a="http://schemas.openxmlformats.org/drawingml/2006/main" noGrp="1"/>
          </p:cNvSpPr>
          <p:nvPr/>
        </p:nvSpPr>
        <p:spPr>
          <a:xfrm xmlns:a="http://schemas.openxmlformats.org/drawingml/2006/main" rot="0">
            <a:off x="604837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7" name="">
            <a:extLst xmlns:a="http://schemas.openxmlformats.org/drawingml/2006/main">
              <a:ext uri="{FF2B5EF4-FFF2-40B4-BE49-F238E27FC236}">
                <a16:creationId xmlns:a16="http://schemas.microsoft.com/office/drawing/2014/main" id="{E33EF1ED-354D-42AD-A4F1-6707091F2C33}"/>
              </a:ext>
            </a:extLst>
          </p:cNvPr>
          <p:cNvSpPr>
            <a:spLocks xmlns:a="http://schemas.openxmlformats.org/drawingml/2006/main" noGrp="1"/>
          </p:cNvSpPr>
          <p:nvPr/>
        </p:nvSpPr>
        <p:spPr>
          <a:xfrm xmlns:a="http://schemas.openxmlformats.org/drawingml/2006/main">
            <a:off x="6953250"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8" name="">
            <a:extLst xmlns:a="http://schemas.openxmlformats.org/drawingml/2006/main">
              <a:ext uri="{FF2B5EF4-FFF2-40B4-BE49-F238E27FC236}">
                <a16:creationId xmlns:a16="http://schemas.microsoft.com/office/drawing/2014/main" id="{619AD6CF-4116-4DC0-8DEB-B800044B22AC}"/>
              </a:ext>
            </a:extLst>
          </p:cNvPr>
          <p:cNvSpPr>
            <a:spLocks xmlns:a="http://schemas.openxmlformats.org/drawingml/2006/main" noGrp="1"/>
          </p:cNvSpPr>
          <p:nvPr/>
        </p:nvSpPr>
        <p:spPr>
          <a:xfrm xmlns:a="http://schemas.openxmlformats.org/drawingml/2006/main" rot="0">
            <a:off x="695325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9" name="">
            <a:extLst xmlns:a="http://schemas.openxmlformats.org/drawingml/2006/main">
              <a:ext uri="{FF2B5EF4-FFF2-40B4-BE49-F238E27FC236}">
                <a16:creationId xmlns:a16="http://schemas.microsoft.com/office/drawing/2014/main" id="{58B30D1C-587B-41EB-934C-FD837992F573}"/>
              </a:ext>
            </a:extLst>
          </p:cNvPr>
          <p:cNvSpPr>
            <a:spLocks xmlns:a="http://schemas.openxmlformats.org/drawingml/2006/main" noGrp="1"/>
          </p:cNvSpPr>
          <p:nvPr/>
        </p:nvSpPr>
        <p:spPr>
          <a:xfrm xmlns:a="http://schemas.openxmlformats.org/drawingml/2006/main">
            <a:off x="785812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0" name="">
            <a:extLst xmlns:a="http://schemas.openxmlformats.org/drawingml/2006/main">
              <a:ext uri="{FF2B5EF4-FFF2-40B4-BE49-F238E27FC236}">
                <a16:creationId xmlns:a16="http://schemas.microsoft.com/office/drawing/2014/main" id="{B1480820-0BC9-435F-BE88-ED40485AD694}"/>
              </a:ext>
            </a:extLst>
          </p:cNvPr>
          <p:cNvSpPr>
            <a:spLocks xmlns:a="http://schemas.openxmlformats.org/drawingml/2006/main" noGrp="1"/>
          </p:cNvSpPr>
          <p:nvPr/>
        </p:nvSpPr>
        <p:spPr>
          <a:xfrm xmlns:a="http://schemas.openxmlformats.org/drawingml/2006/main" rot="0">
            <a:off x="785812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1" name="">
            <a:extLst xmlns:a="http://schemas.openxmlformats.org/drawingml/2006/main">
              <a:ext uri="{FF2B5EF4-FFF2-40B4-BE49-F238E27FC236}">
                <a16:creationId xmlns:a16="http://schemas.microsoft.com/office/drawing/2014/main" id="{1682BA85-B59A-45E9-968C-BD2FCD678124}"/>
              </a:ext>
            </a:extLst>
          </p:cNvPr>
          <p:cNvSpPr>
            <a:spLocks xmlns:a="http://schemas.openxmlformats.org/drawingml/2006/main" noGrp="1"/>
          </p:cNvSpPr>
          <p:nvPr/>
        </p:nvSpPr>
        <p:spPr>
          <a:xfrm xmlns:a="http://schemas.openxmlformats.org/drawingml/2006/main">
            <a:off x="8763000"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2" name="">
            <a:extLst xmlns:a="http://schemas.openxmlformats.org/drawingml/2006/main">
              <a:ext uri="{FF2B5EF4-FFF2-40B4-BE49-F238E27FC236}">
                <a16:creationId xmlns:a16="http://schemas.microsoft.com/office/drawing/2014/main" id="{9C99925E-4760-4AA3-A920-6D8ECCD6800B}"/>
              </a:ext>
            </a:extLst>
          </p:cNvPr>
          <p:cNvSpPr>
            <a:spLocks xmlns:a="http://schemas.openxmlformats.org/drawingml/2006/main" noGrp="1"/>
          </p:cNvSpPr>
          <p:nvPr/>
        </p:nvSpPr>
        <p:spPr>
          <a:xfrm xmlns:a="http://schemas.openxmlformats.org/drawingml/2006/main" rot="0">
            <a:off x="876300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3" name="">
            <a:extLst xmlns:a="http://schemas.openxmlformats.org/drawingml/2006/main">
              <a:ext uri="{FF2B5EF4-FFF2-40B4-BE49-F238E27FC236}">
                <a16:creationId xmlns:a16="http://schemas.microsoft.com/office/drawing/2014/main" id="{FD7A29E8-FC6D-44C5-8999-D3A8F5D09E19}"/>
              </a:ext>
            </a:extLst>
          </p:cNvPr>
          <p:cNvSpPr>
            <a:spLocks xmlns:a="http://schemas.openxmlformats.org/drawingml/2006/main" noGrp="1"/>
          </p:cNvSpPr>
          <p:nvPr/>
        </p:nvSpPr>
        <p:spPr>
          <a:xfrm xmlns:a="http://schemas.openxmlformats.org/drawingml/2006/main">
            <a:off x="966787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4" name="">
            <a:extLst xmlns:a="http://schemas.openxmlformats.org/drawingml/2006/main">
              <a:ext uri="{FF2B5EF4-FFF2-40B4-BE49-F238E27FC236}">
                <a16:creationId xmlns:a16="http://schemas.microsoft.com/office/drawing/2014/main" id="{F1DF6627-F503-4FAA-8184-052CF6C06CDD}"/>
              </a:ext>
            </a:extLst>
          </p:cNvPr>
          <p:cNvSpPr>
            <a:spLocks xmlns:a="http://schemas.openxmlformats.org/drawingml/2006/main" noGrp="1"/>
          </p:cNvSpPr>
          <p:nvPr/>
        </p:nvSpPr>
        <p:spPr>
          <a:xfrm xmlns:a="http://schemas.openxmlformats.org/drawingml/2006/main" rot="0">
            <a:off x="966787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5" name="">
            <a:extLst xmlns:a="http://schemas.openxmlformats.org/drawingml/2006/main">
              <a:ext uri="{FF2B5EF4-FFF2-40B4-BE49-F238E27FC236}">
                <a16:creationId xmlns:a16="http://schemas.microsoft.com/office/drawing/2014/main" id="{96B348DF-2096-436A-9535-605FBBAD4D32}"/>
              </a:ext>
            </a:extLst>
          </p:cNvPr>
          <p:cNvSpPr>
            <a:spLocks xmlns:a="http://schemas.openxmlformats.org/drawingml/2006/main" noGrp="1"/>
          </p:cNvSpPr>
          <p:nvPr/>
        </p:nvSpPr>
        <p:spPr>
          <a:xfrm xmlns:a="http://schemas.openxmlformats.org/drawingml/2006/main" rot="0">
            <a:off x="723900" y="4762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一つの現場が複数社と契約する負担は大きい</a:t>
            </a:r>
          </a:p>
        </p:txBody>
      </p:sp>
      <p:sp>
        <p:nvSpPr>
          <p:cNvPr id="46" name="">
            <a:extLst xmlns:a="http://schemas.openxmlformats.org/drawingml/2006/main">
              <a:ext uri="{FF2B5EF4-FFF2-40B4-BE49-F238E27FC236}">
                <a16:creationId xmlns:a16="http://schemas.microsoft.com/office/drawing/2014/main" id="{0BE05C2A-CA2C-4FFC-891D-DC7D6ED94B6C}"/>
              </a:ext>
            </a:extLst>
          </p:cNvPr>
          <p:cNvSpPr>
            <a:spLocks xmlns:a="http://schemas.openxmlformats.org/drawingml/2006/main" noGrp="1"/>
          </p:cNvSpPr>
          <p:nvPr/>
        </p:nvSpPr>
        <p:spPr>
          <a:xfrm xmlns:a="http://schemas.openxmlformats.org/drawingml/2006/main" rot="0">
            <a:off x="723900" y="51911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47" name="">
            <a:extLst xmlns:a="http://schemas.openxmlformats.org/drawingml/2006/main">
              <a:ext uri="{FF2B5EF4-FFF2-40B4-BE49-F238E27FC236}">
                <a16:creationId xmlns:a16="http://schemas.microsoft.com/office/drawing/2014/main" id="{D5691696-DDD2-4725-8D26-0238DF3F04B8}"/>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RootLensは、日本で最初にこのポジションを取りに行く</a:t>
            </a:r>
          </a:p>
        </p:txBody>
      </p:sp>
    </p:spTree>
    <p:extLst>
      <p:ext uri="{BB962C8B-B14F-4D97-AF65-F5344CB8AC3E}">
        <p14:creationId xmlns:p14="http://schemas.microsoft.com/office/powerpoint/2010/main" val="198643542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D19B399-7532-4D7C-8B84-697EBFE7DE8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83CF7B-6B2A-4763-AEBD-E1B9349FA9C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D64D56F9-33B4-46EF-9FD7-96E9B7A4EDF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E1B0A1-27F9-49BB-B121-8B1054F7AF8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F32DBEE0-6590-466B-9732-7B8A30E45301}"/>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CB121021-561E-485E-9519-D2D39F7C174D}"/>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3314AA-32E4-4255-98BE-34735C6BD69F}"/>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AFCA725F-644E-4E27-BE5F-55D00417623B}"/>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E480C81E-C535-45C5-B47F-EE26E39EDCAD}"/>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D7629599-7BED-4A4B-A2AC-BBB63BBDF019}"/>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5DB572D5-3DEE-4DA0-B78E-0B1F802B07CA}"/>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8CCF7E5A-0A79-4CFE-972C-11708BC74DBE}"/>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51EFC390-E323-42A6-AD6B-8976265DDB11}"/>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8FD3D7B7-BC7F-440F-8BC7-E8346194B7C6}"/>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5EECAB9D-E111-4ABC-A388-754BC5D0A995}"/>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F5CCDF8F-6211-430E-83D0-B167B5F15479}"/>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0BAD42-F089-4B64-B698-817BAC45FC6D}"/>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0975EE0B-7026-4105-9327-00D3D39E7D5B}"/>
              </a:ext>
            </a:extLst>
          </p:cNvPr>
          <p:cNvSpPr>
            <a:spLocks xmlns:a="http://schemas.openxmlformats.org/drawingml/2006/main" noGrp="1"/>
          </p:cNvSpPr>
          <p:nvPr/>
        </p:nvSpPr>
        <p:spPr>
          <a:xfrm xmlns:a="http://schemas.openxmlformats.org/drawingml/2006/main" rot="0">
            <a:off x="9239250" y="4171950"/>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a:t>
            </a:r>
          </a:p>
        </p:txBody>
      </p:sp>
      <p:sp>
        <p:nvSpPr>
          <p:cNvPr id="19" name="">
            <a:extLst xmlns:a="http://schemas.openxmlformats.org/drawingml/2006/main">
              <a:ext uri="{FF2B5EF4-FFF2-40B4-BE49-F238E27FC236}">
                <a16:creationId xmlns:a16="http://schemas.microsoft.com/office/drawing/2014/main" id="{5ADEF33E-186E-4C82-BB5B-44433ED00BDE}"/>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687440132"/>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F5E3162-41D1-44F9-B6C1-7D80BAB35F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E1663B-21E0-4C6C-A30B-99A415FCF86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D988AA7E-8497-449B-B001-58B684A9FD4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6B04010-B8C3-4D96-B642-2D7A412CBD7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EBAB9FDF-368A-49F1-82EA-C82122DDE3D4}"/>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D551A34D-F197-4310-8CD2-B28E0061DF6E}"/>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7CBE0D0D-1F09-4EEE-90F3-FA28F277511C}"/>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22B377C6-74EF-41D1-9BDF-35FF294F1EE0}"/>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29B82A14-CE52-498A-86DE-1980BA04843D}"/>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E67AB96-B0A1-44CA-86EE-75163AB3C403}"/>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D7B5C1B9-C0B3-4145-BFD3-B67F1B02A825}"/>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1AC83A92-5EE4-4B4C-9377-D9D5C57C81A3}"/>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EB5B8CF6-3C27-4691-8363-A9055F86D42B}"/>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AD9CD382-0386-4B2A-A4C4-4CC4AD42AD7A}"/>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EA8D558-66B3-4071-8F8C-F36271BF3363}"/>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7FE98924-AF97-4BEC-8A22-78D638D62C7B}"/>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E13AE2FD-4939-4985-A2E9-48F46EFFBCA5}"/>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5A2EAE92-3F64-4FBA-8597-D575412EE266}"/>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9CD22998-408C-4004-A684-29280CCCD524}"/>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AD5A6AAC-E9A5-477F-819C-5BCA45664310}"/>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2D85EBE4-1827-41A3-BDE3-D0839CBC5C5A}"/>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9DC87EB-CDD4-4139-A88B-1A1898AE0DD8}"/>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980870992"/>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38E4FD-DB50-4619-B672-D1891A3818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0A8741-7FC3-4C78-A4FD-BAF9DAEB9D2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80CBF210-BC5E-4B1E-BB72-16FF0D41655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881448-0536-494B-A7CE-EE0BF8C1CFD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56A72D9B-AC24-4F2E-8967-826B8AE8A1F8}"/>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C414A6BA-47F8-470D-9FE4-1911D5BCBFDD}"/>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E91E1772-71A2-4853-8A17-E6DF50F18374}"/>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8158A92F-09CC-4E96-8B2B-2EE4282E84E3}"/>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86B59E-AF81-45FC-B67D-363926B5299C}"/>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C3BFF9AE-F777-474E-AE07-5CEE974B9070}"/>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19AB03B3-064C-42B8-9102-D0447CE268F2}"/>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D0EDAD6A-E8A5-4757-BA02-604E60A72CEC}"/>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675622125"/>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3FB6787-4501-4019-B6D7-C798F2853E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27D147-B3D2-4ED2-9F04-EA0F6E3C6D3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24A1EAE6-FC15-4B4D-B057-692DA666E78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71D012-DC94-4E67-A2F3-3D74E381A2D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C393ABCC-F5EF-4197-8E85-06FE02BE0432}"/>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AD80E447-9B4E-4E7D-8974-790A05FA8996}"/>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2AAB2A02-0376-4D77-9235-971880099232}"/>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A7880870-D4F0-4464-86C1-C851839A5592}"/>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459494A0-02E8-419B-B49E-63FA85C8D8CC}"/>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DD5C456A-CA35-46ED-B857-F46B9EE0A573}"/>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4875ABB5-0C66-4207-8048-99A1A0F23B9C}"/>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8AE052-CB9D-47F0-869F-3510F1FCAE9B}"/>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F5C269AF-F8C0-4EEC-A077-2283E242E292}"/>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7019E346-91E1-4254-B61D-7A2C0D4D3E8E}"/>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582DEDEA-C021-4E05-B27C-A66D035A0318}"/>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2895CFD2-9830-4340-B75F-79DA5EC4DA33}"/>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FD3D1429-B635-4DA2-904E-8111AA748EDC}"/>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01D7E1-D64B-4400-8AC7-AAEF42474A97}"/>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7912AFD-47B8-4761-811E-6B58FE886DBC}"/>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20948D7F-957A-4257-AA94-DF841E880E24}"/>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A505FB7E-1E81-44D4-ADF2-E8EDB07B3CDC}"/>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9A82711-F366-48A1-9D28-40FA6BC3E49E}"/>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272065948"/>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D3AB226-02F8-45E0-9ECB-3A63C55B602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BB83C0-2286-4F24-8A81-19039B413B8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35EC94A4-5AFA-4387-B744-03BDEE55358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2C6AB3-3993-41E9-9243-5BA83726345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E2E54887-DCBB-4983-99F0-348624DD94AF}"/>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693DA733-2C24-4A34-979A-A02CCA5E841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ECC48C1A-6F73-4DAC-A9E3-9EA4AF165A62}"/>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99CD28-5271-49B9-B67F-F90204BCE46B}"/>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BA9E374A-645B-48B4-9DBD-50FBC03CBAD0}"/>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2DA37295-23B8-417F-AD65-5BC87E8767C3}"/>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C3EDD2-C33A-4DAC-A30F-A759F0B45AC7}"/>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0E6C5418-385F-434B-8B19-075AF91060C0}"/>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84B9BC80-A190-4DFA-BDC7-46959758B7D6}"/>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E90711-4AA6-4C58-8A54-BB65D6FB8EA4}"/>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357DB16E-C401-47A1-9C99-B7DF1B50F744}"/>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B1ED4A2E-BAB3-4EF9-80E5-AF06B3E228E7}"/>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21836B-3AB9-42F4-9BF0-0D22F2445104}"/>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8D65D551-459C-482A-B544-879728651C1D}"/>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940338688"/>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6F78E9-E09E-4FA5-80D1-C2899E8A30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C33ECB-5AFE-4DD9-8DEE-725CB83765B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販売先は確保できる段階にある。ボトルネックは収集規模だけである</a:t>
            </a:r>
          </a:p>
        </p:txBody>
      </p:sp>
      <p:sp>
        <p:nvSpPr>
          <p:cNvPr id="3" name="">
            <a:extLst xmlns:a="http://schemas.openxmlformats.org/drawingml/2006/main">
              <a:ext uri="{FF2B5EF4-FFF2-40B4-BE49-F238E27FC236}">
                <a16:creationId xmlns:a16="http://schemas.microsoft.com/office/drawing/2014/main" id="{516EF19B-EDF8-4F94-B6DE-3830B1EC88F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507A44-9A37-422B-B1D6-7618F6C584F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6B487499-E4F2-4AFC-8C15-70D24AAF8DB3}"/>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30C425F4-EF96-4D8C-AB8B-DD8F46B4996E}"/>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27137F-3A98-4C12-8915-7D76DC6F9762}"/>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5D7910C-A5F1-46B6-8234-2D701DD61941}"/>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9" name="">
            <a:extLst xmlns:a="http://schemas.openxmlformats.org/drawingml/2006/main">
              <a:ext uri="{FF2B5EF4-FFF2-40B4-BE49-F238E27FC236}">
                <a16:creationId xmlns:a16="http://schemas.microsoft.com/office/drawing/2014/main" id="{D8F7F4AA-0CB6-47B6-B1E2-C2E827654932}"/>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8ACF419-4BC3-4FF8-AB9E-82B06ED604F7}"/>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合意に至らない理由は品質ではなく収集規模。</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スケールが解決する課題である</a:t>
            </a:r>
          </a:p>
        </p:txBody>
      </p:sp>
      <p:sp>
        <p:nvSpPr>
          <p:cNvPr id="11" name="">
            <a:extLst xmlns:a="http://schemas.openxmlformats.org/drawingml/2006/main">
              <a:ext uri="{FF2B5EF4-FFF2-40B4-BE49-F238E27FC236}">
                <a16:creationId xmlns:a16="http://schemas.microsoft.com/office/drawing/2014/main" id="{9BFA9519-2541-487D-B48F-73ECD8691ED1}"/>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812F63F-A615-49AF-8111-90350FECF441}"/>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3" name="">
            <a:extLst xmlns:a="http://schemas.openxmlformats.org/drawingml/2006/main">
              <a:ext uri="{FF2B5EF4-FFF2-40B4-BE49-F238E27FC236}">
                <a16:creationId xmlns:a16="http://schemas.microsoft.com/office/drawing/2014/main" id="{1D943806-080D-48D5-9650-514A489A577A}"/>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61D383F-7E9B-42EA-AAF7-695634F93405}"/>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61D2B14-9F10-4BE9-9887-B4DDDF071CDC}"/>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手数料なしのレベニューシェア。</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6" name="">
            <a:extLst xmlns:a="http://schemas.openxmlformats.org/drawingml/2006/main">
              <a:ext uri="{FF2B5EF4-FFF2-40B4-BE49-F238E27FC236}">
                <a16:creationId xmlns:a16="http://schemas.microsoft.com/office/drawing/2014/main" id="{4822FF3D-2D72-4B42-8523-E20988250386}"/>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75860F-B002-48ED-A486-1299B81E36BF}"/>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現場合意フローを共同構築中</a:t>
            </a:r>
          </a:p>
        </p:txBody>
      </p:sp>
      <p:sp>
        <p:nvSpPr>
          <p:cNvPr id="18" name="">
            <a:extLst xmlns:a="http://schemas.openxmlformats.org/drawingml/2006/main">
              <a:ext uri="{FF2B5EF4-FFF2-40B4-BE49-F238E27FC236}">
                <a16:creationId xmlns:a16="http://schemas.microsoft.com/office/drawing/2014/main" id="{F918BBEC-8E86-400A-8DB1-5497958D789B}"/>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DA8291B-F33A-42E4-A975-E394DE43559D}"/>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アノテーション付きデータとして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高単価の販売先にもアプローチ可能</a:t>
            </a:r>
          </a:p>
        </p:txBody>
      </p:sp>
    </p:spTree>
    <p:extLst>
      <p:ext uri="{BB962C8B-B14F-4D97-AF65-F5344CB8AC3E}">
        <p14:creationId xmlns:p14="http://schemas.microsoft.com/office/powerpoint/2010/main" val="1598610926"/>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73339CF-D6F9-4FE1-99F7-48B5CA80FE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D73ACB-1807-48C4-9434-51381488907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6DA4FECB-2DAC-4AD3-AA3F-17B0BA27467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072A08-4D00-45A7-B7EF-E0CDECBBCD5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6FB6B8A7-1A18-4215-867C-DDB8522713A4}"/>
              </a:ext>
            </a:extLst>
          </p:cNvPr>
          <p:cNvSpPr>
            <a:spLocks xmlns:a="http://schemas.openxmlformats.org/drawingml/2006/main" noGrp="1"/>
          </p:cNvSpPr>
          <p:nvPr/>
        </p:nvSpPr>
        <p:spPr>
          <a:xfrm xmlns:a="http://schemas.openxmlformats.org/drawingml/2006/main" rot="0">
            <a:off x="72390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森雄大</a:t>
            </a:r>
          </a:p>
        </p:txBody>
      </p:sp>
      <p:sp>
        <p:nvSpPr>
          <p:cNvPr id="6" name="">
            <a:extLst xmlns:a="http://schemas.openxmlformats.org/drawingml/2006/main">
              <a:ext uri="{FF2B5EF4-FFF2-40B4-BE49-F238E27FC236}">
                <a16:creationId xmlns:a16="http://schemas.microsoft.com/office/drawing/2014/main" id="{960D954B-42B1-4532-81B6-502D955F29B0}"/>
              </a:ext>
            </a:extLst>
          </p:cNvPr>
          <p:cNvSpPr>
            <a:spLocks xmlns:a="http://schemas.openxmlformats.org/drawingml/2006/main" noGrp="1"/>
          </p:cNvSpPr>
          <p:nvPr/>
        </p:nvSpPr>
        <p:spPr>
          <a:xfrm xmlns:a="http://schemas.openxmlformats.org/drawingml/2006/main" rot="0">
            <a:off x="723900" y="2085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7" name="">
            <a:extLst xmlns:a="http://schemas.openxmlformats.org/drawingml/2006/main">
              <a:ext uri="{FF2B5EF4-FFF2-40B4-BE49-F238E27FC236}">
                <a16:creationId xmlns:a16="http://schemas.microsoft.com/office/drawing/2014/main" id="{0B8A4286-CF39-41F1-8095-963F54F47689}"/>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8" name="">
            <a:extLst xmlns:a="http://schemas.openxmlformats.org/drawingml/2006/main">
              <a:ext uri="{FF2B5EF4-FFF2-40B4-BE49-F238E27FC236}">
                <a16:creationId xmlns:a16="http://schemas.microsoft.com/office/drawing/2014/main" id="{6D7044D2-0B3B-4FBF-A5E7-CCF9EC81B5F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B2012E2-7348-4C3B-93D7-48AA780A63B2}"/>
              </a:ext>
            </a:extLst>
          </p:cNvPr>
          <p:cNvSpPr>
            <a:spLocks xmlns:a="http://schemas.openxmlformats.org/drawingml/2006/main" noGrp="1"/>
          </p:cNvSpPr>
          <p:nvPr/>
        </p:nvSpPr>
        <p:spPr>
          <a:xfrm xmlns:a="http://schemas.openxmlformats.org/drawingml/2006/main" rot="0">
            <a:off x="723900" y="2714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河野瞭人</a:t>
            </a:r>
          </a:p>
        </p:txBody>
      </p:sp>
      <p:sp>
        <p:nvSpPr>
          <p:cNvPr id="10" name="">
            <a:extLst xmlns:a="http://schemas.openxmlformats.org/drawingml/2006/main">
              <a:ext uri="{FF2B5EF4-FFF2-40B4-BE49-F238E27FC236}">
                <a16:creationId xmlns:a16="http://schemas.microsoft.com/office/drawing/2014/main" id="{1725B350-3EED-4135-B13C-206D0E94D128}"/>
              </a:ext>
            </a:extLst>
          </p:cNvPr>
          <p:cNvSpPr>
            <a:spLocks xmlns:a="http://schemas.openxmlformats.org/drawingml/2006/main" noGrp="1"/>
          </p:cNvSpPr>
          <p:nvPr/>
        </p:nvSpPr>
        <p:spPr>
          <a:xfrm xmlns:a="http://schemas.openxmlformats.org/drawingml/2006/main" rot="0">
            <a:off x="723900" y="3038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11" name="">
            <a:extLst xmlns:a="http://schemas.openxmlformats.org/drawingml/2006/main">
              <a:ext uri="{FF2B5EF4-FFF2-40B4-BE49-F238E27FC236}">
                <a16:creationId xmlns:a16="http://schemas.microsoft.com/office/drawing/2014/main" id="{B2D9721F-B31C-455A-B173-AEFFF43C18EC}"/>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2" name="">
            <a:extLst xmlns:a="http://schemas.openxmlformats.org/drawingml/2006/main">
              <a:ext uri="{FF2B5EF4-FFF2-40B4-BE49-F238E27FC236}">
                <a16:creationId xmlns:a16="http://schemas.microsoft.com/office/drawing/2014/main" id="{B3D72FC6-25D9-474F-937A-4E21C8E362DD}"/>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572A729-B994-4AE5-B33D-B41FCA2BF8A6}"/>
              </a:ext>
            </a:extLst>
          </p:cNvPr>
          <p:cNvSpPr>
            <a:spLocks xmlns:a="http://schemas.openxmlformats.org/drawingml/2006/main" noGrp="1"/>
          </p:cNvSpPr>
          <p:nvPr/>
        </p:nvSpPr>
        <p:spPr>
          <a:xfrm xmlns:a="http://schemas.openxmlformats.org/drawingml/2006/main" rot="0">
            <a:off x="723900" y="3667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川島健二</a:t>
            </a:r>
          </a:p>
        </p:txBody>
      </p:sp>
      <p:sp>
        <p:nvSpPr>
          <p:cNvPr id="14" name="">
            <a:extLst xmlns:a="http://schemas.openxmlformats.org/drawingml/2006/main">
              <a:ext uri="{FF2B5EF4-FFF2-40B4-BE49-F238E27FC236}">
                <a16:creationId xmlns:a16="http://schemas.microsoft.com/office/drawing/2014/main" id="{10561B79-2B22-449C-994A-F765AC6B99E1}"/>
              </a:ext>
            </a:extLst>
          </p:cNvPr>
          <p:cNvSpPr>
            <a:spLocks xmlns:a="http://schemas.openxmlformats.org/drawingml/2006/main" noGrp="1"/>
          </p:cNvSpPr>
          <p:nvPr/>
        </p:nvSpPr>
        <p:spPr>
          <a:xfrm xmlns:a="http://schemas.openxmlformats.org/drawingml/2006/main" rot="0">
            <a:off x="723900" y="3990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現場パートナー</a:t>
            </a:r>
          </a:p>
        </p:txBody>
      </p:sp>
      <p:sp>
        <p:nvSpPr>
          <p:cNvPr id="15" name="">
            <a:extLst xmlns:a="http://schemas.openxmlformats.org/drawingml/2006/main">
              <a:ext uri="{FF2B5EF4-FFF2-40B4-BE49-F238E27FC236}">
                <a16:creationId xmlns:a16="http://schemas.microsoft.com/office/drawing/2014/main" id="{4B01E86C-8D1B-4767-BC58-16C08ED1E9F1}"/>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6" name="">
            <a:extLst xmlns:a="http://schemas.openxmlformats.org/drawingml/2006/main">
              <a:ext uri="{FF2B5EF4-FFF2-40B4-BE49-F238E27FC236}">
                <a16:creationId xmlns:a16="http://schemas.microsoft.com/office/drawing/2014/main" id="{946C05DD-506E-45E5-96EE-791D4581DB13}"/>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E02665-4C46-4B19-978A-88E61CC16A4C}"/>
              </a:ext>
            </a:extLst>
          </p:cNvPr>
          <p:cNvSpPr>
            <a:spLocks xmlns:a="http://schemas.openxmlformats.org/drawingml/2006/main" noGrp="1"/>
          </p:cNvSpPr>
          <p:nvPr/>
        </p:nvSpPr>
        <p:spPr>
          <a:xfrm xmlns:a="http://schemas.openxmlformats.org/drawingml/2006/main" rot="0">
            <a:off x="723900" y="4619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大崎操</a:t>
            </a:r>
          </a:p>
        </p:txBody>
      </p:sp>
      <p:sp>
        <p:nvSpPr>
          <p:cNvPr id="18" name="">
            <a:extLst xmlns:a="http://schemas.openxmlformats.org/drawingml/2006/main">
              <a:ext uri="{FF2B5EF4-FFF2-40B4-BE49-F238E27FC236}">
                <a16:creationId xmlns:a16="http://schemas.microsoft.com/office/drawing/2014/main" id="{48151605-8EC5-42F6-B364-8BED4F71516F}"/>
              </a:ext>
            </a:extLst>
          </p:cNvPr>
          <p:cNvSpPr>
            <a:spLocks xmlns:a="http://schemas.openxmlformats.org/drawingml/2006/main" noGrp="1"/>
          </p:cNvSpPr>
          <p:nvPr/>
        </p:nvSpPr>
        <p:spPr>
          <a:xfrm xmlns:a="http://schemas.openxmlformats.org/drawingml/2006/main" rot="0">
            <a:off x="723900" y="4943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事業支援</a:t>
            </a:r>
          </a:p>
        </p:txBody>
      </p:sp>
      <p:sp>
        <p:nvSpPr>
          <p:cNvPr id="19" name="">
            <a:extLst xmlns:a="http://schemas.openxmlformats.org/drawingml/2006/main">
              <a:ext uri="{FF2B5EF4-FFF2-40B4-BE49-F238E27FC236}">
                <a16:creationId xmlns:a16="http://schemas.microsoft.com/office/drawing/2014/main" id="{BEF0D376-71B6-4480-BC59-0C24A6EF19B2}"/>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2102666518"/>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11EA59-78D4-4398-B70F-4182B4D7FA2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AD4BE7-7F35-44A5-BB50-39D22B57E1E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4FC43FEF-3FDE-4C10-9F6F-50C1B3E91E5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AFDBCA-7CC0-43BF-8007-FA00EBC5575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86d0181a3bb450b"/>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D035A84-8940-49C4-B951-CFA263AFA534}"/>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597FEE3B-3A80-4499-BA82-67F2E73070B1}"/>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DA2F85F0-A794-47DE-B43A-408673139A79}"/>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1da6361efff4bcb"/>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F066381-BF38-414A-AE31-91ABCA1353A7}"/>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97E79B05-1C91-40E0-A09E-E4E774C92700}"/>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6A9DF72D-61D8-448E-A60C-D6B76438EB13}"/>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c1ec6e35b8a4efc"/>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52F238D-D308-4859-8040-3B8CD38AD8CD}"/>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1A50F616-9F99-48AF-8758-83E5AD25385F}"/>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a:t>
            </a:r>
          </a:p>
        </p:txBody>
      </p:sp>
      <p:sp>
        <p:nvSpPr>
          <p:cNvPr id="16" name="">
            <a:extLst xmlns:a="http://schemas.openxmlformats.org/drawingml/2006/main">
              <a:ext uri="{FF2B5EF4-FFF2-40B4-BE49-F238E27FC236}">
                <a16:creationId xmlns:a16="http://schemas.microsoft.com/office/drawing/2014/main" id="{78F94865-7A41-4E8B-B325-05D971D7FC66}"/>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F8797042-DE69-4E0D-AF35-90F0622BF5DB}"/>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52F1D1-8992-46B5-971D-D6E623F0A8A0}"/>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548379426"/>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8C0433-8BED-4D3C-BD08-8EFFC75E917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A2B44B-1EF1-4C3C-BB05-6D7DC435120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A0158193-63D7-4443-9010-AF6564C94C2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5882E2-72D1-415D-9405-C22A0A24AEF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D0BBD079-4F2C-405B-B21E-857ADEA169D9}"/>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a:t>
            </a:r>
          </a:p>
        </p:txBody>
      </p:sp>
    </p:spTree>
    <p:extLst>
      <p:ext uri="{BB962C8B-B14F-4D97-AF65-F5344CB8AC3E}">
        <p14:creationId xmlns:p14="http://schemas.microsoft.com/office/powerpoint/2010/main" val="221573281"/>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A9055C-FDA8-49A4-8E68-10D8AC4B57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0EA52D-4E08-4479-AD32-3B03AC1AA3F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DBA02965-5D78-407D-9F59-62AB49E789D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4A87A0-3F31-4B9A-A6F3-B9009C49E4F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F8423CB-CB76-4DA0-9974-E51A71CB92BB}"/>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9F8504B6-B3D1-4459-AD3C-FB4B194A41E0}"/>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457029365"/>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8C3EE56-8683-4D67-B3D9-E73AC7993B1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0DFE12-F240-45E5-B057-1851463A86E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523CFE48-B585-4A0E-8307-447C0CE419F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C03B4F-A50A-4A62-B3BF-337277AAD55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E2F7E03E-6600-4DF3-9F08-5D4F17DA6080}"/>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B1899C5E-EFEE-4A47-B1C5-86C8B9FFB56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60AA2230-30D3-46F1-B740-437B4AD2B14F}"/>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39F8C2-359F-497E-A321-50B601C02E85}"/>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46B03B0D-61A8-4C9B-BF2F-2AF090C087DB}"/>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4BEF267C-C867-4C9E-A856-87B26A41F255}"/>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D37956-1B85-484C-8E35-91A34BB84B73}"/>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B12E858F-70AC-4172-8B7F-30D08057F7E0}"/>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9B6D3BEC-ECBD-49E7-A2C2-00BC6789ED8D}"/>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F16059-8343-4465-9E68-9AFBEA9E36FB}"/>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8A8CFEEE-222E-44E8-9F55-D5736DE208AF}"/>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939782991"/>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8534775-FD24-4833-B53D-289059420D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9A8BF1-F82E-481D-AF19-4C5E1E19AAD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CFA508D4-E45D-4B61-B62A-32E63752949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484CBD-6523-46FE-81F1-B4CFE63B112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451085ED-5D4D-41DB-9190-0C7066669C85}"/>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23A84A7F-93CC-4AF8-9C93-EB1A2DAB346D}"/>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6BAC2D49-4CDE-436C-AB55-977132A9CC65}"/>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768B2E-9670-4E34-B7D6-2D6310909644}"/>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1B3B71D8-908D-4327-A3F5-458737507428}"/>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EE2A2A14-D5E1-4ACA-B299-1BB938786BC7}"/>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143DAE-2906-4A7A-8D88-8599961C69C5}"/>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43BA9989-B7B0-4B2E-B18B-6A1DD6378420}"/>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78CEAE9E-28B8-4CF5-B57C-0C325C48405B}"/>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636713352"/>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CD2A3498-4179-49ED-ADBD-46A5F54C4B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B8F92-7934-4D73-A3ED-4C2CE923CF6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71E7EBCB-C716-41A2-94A4-F581BD54003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D0EB2E-AF02-4DD6-8E8F-0C463B3FB69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D5DA90DA-DA6D-439A-B1C9-C55D2DF679E1}"/>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EB6E19-E023-4C13-8D3E-B5DF20751005}"/>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F2769CD7-B1BB-497C-800E-A087CEFBD4BC}"/>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599D784A-49B2-4D09-A72F-51D5DE46FA30}"/>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11717F28-9568-495A-9D5A-1CCC02627ACA}"/>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85BDBD13-A82E-43E1-830B-38985E90BEF1}"/>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3CC6EB34-2572-4852-B85C-DCCB55E55B84}"/>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6471B26-6280-4D9F-8BF9-E8465FD74EE1}"/>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6236B7F7-5E4A-47B0-8022-6F61F5C17314}"/>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0CB861F6-1DC4-453F-9B4B-7469C16A54FA}"/>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609B7661-2564-4641-9AC0-CFBD154BE5DA}"/>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D7F767F-C30F-4006-8AB6-F835DC4FB8FC}"/>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BF4D809E-2585-42B4-880D-16425269305B}"/>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B35F80BF-3291-4072-8685-73177BDEB5FC}"/>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0C7056BC-B090-4E3D-A907-DD0E22C9B083}"/>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A8959A3A-201A-49FD-9764-C51C393C3412}"/>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12E15265-5162-4FD7-8333-437FA1FE18D3}"/>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DCA2DB4D-2EDA-47E7-BCDF-DDE4D17C75E3}"/>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16E63C2C-01F0-4FCA-B258-B56E2BFE9504}"/>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E248991A-304A-4D73-924F-F94885490E5A}"/>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930D959A-3CDE-4E77-812F-10E052BA1CB0}"/>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4D517079-9BA8-45D1-B064-8C43CC54DB2B}"/>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6888EB83-EF9E-43A2-B067-8D2C936B7C88}"/>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27CC2E23-F9ED-4FE8-B3C7-4A17D8130053}"/>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4698B056-5FEE-4CA7-9A64-FBE68731DE3A}"/>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82298B04-DB7A-4A15-9141-0D6258585073}"/>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01D11A23-E07E-439A-8EAD-251A90F3A9A4}"/>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06CC9364-11FB-4A4B-9464-D7AB314F5AAB}"/>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79DC6A24-1810-4A1C-8DB9-630D8AFAF0EB}"/>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68D8F8F1-1819-417F-AF35-9FAA08E82946}"/>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063D3934-111A-43FA-8173-6543EBEDF32B}"/>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B7F244CB-6895-4E5E-B50E-C38AC250F3C0}"/>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315FFF19-BC81-4D9C-BAB5-8E3E7B59C074}"/>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F7C317E1-0E01-4812-822A-03FB920C5B8C}"/>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D6849E85-774A-47B1-BA38-867932D38447}"/>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D0A3E8AE-9ACF-4EED-9B2F-E5D442290499}"/>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78617064-9700-40B2-9473-DF0E9A14BFCB}"/>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9D932D48-A620-4049-9CE8-15558EB6CCB2}"/>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5EA467A3-E179-459C-B37C-1190664AE570}"/>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26E63FB7-4EEB-423D-94AC-E672D697732E}"/>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FF13E838-7F8D-4532-896C-32A04AD8122F}"/>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C738625A-8F36-4256-8323-70D1139C2EF4}"/>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97C944DC-8A69-4485-A930-722C7006477C}"/>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1D8C42D7-13F4-42C5-BC63-B0E9DF0E80A7}"/>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04D1B8EB-9144-409F-8B53-9CF8012E4C4E}"/>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5C82E59A-45EC-49CE-9830-31E3D368873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FC0ED1EB-C9F4-49C9-BD66-6F4B2023D668}"/>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AE4AB4DC-D5A8-412D-B3DA-C038574F5299}"/>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871006DB-63E2-4841-A045-209112EE51ED}"/>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6A07FCD2-C0A5-4872-8E81-6BB1DDF9BE33}"/>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503764886"/>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23AF1D9F-B009-4CE6-ABB0-A1DEFBE805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9BBFBA-5ABA-43CF-9498-E07ADD5BC49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E7FDF222-B1AD-41EB-9A78-312D258B972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F6EB0A-CD55-481D-AA5B-35E36C03387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498D9384-78DB-4A0C-95CA-267FD6D9B636}"/>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22955B-7246-45FE-9103-4DC8B3298CEF}"/>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F9BE2608-219E-48A6-BC57-04B8D3B931EF}"/>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FC77C78F-A349-4C1A-A4C2-AEC38CC46DE9}"/>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9A4FC2F8-648C-486D-AB18-2553E35B0BBE}"/>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AFB6409E-7DDD-428F-9D9A-D7C7363380B9}"/>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DFF8321B-06D4-40D4-B631-5A7F6795BC54}"/>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3AE58E80-B079-4EC4-A683-7ABDD978496F}"/>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70C45647-9818-4929-8D1D-4D221D797F40}"/>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B676B971-7CCA-4A20-82A5-07718C7CFA6A}"/>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AF05B80D-91F6-4D03-B225-3B2A28FB3226}"/>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357FCABD-2D1F-4AB5-B73B-6961E3D9F2F3}"/>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2BFFCA4B-FD29-459C-B73C-BDA3E1F2B71A}"/>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A7DDD92-FFBF-47F3-AA97-B74392D382C3}"/>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438950BD-D077-40E8-A275-1C6DDF013975}"/>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37E5EFB1-97A8-43BA-8417-46D846429B6E}"/>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582B2220-3D6D-473A-9823-78CFC2C5F4DA}"/>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EA1EAB1-C4FE-4C06-A089-CE04C8B311CB}"/>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EE9686B4-504F-4321-A5F9-5EDECB814472}"/>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228BBE07-7E77-495F-BFC1-608B55E5087B}"/>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2AC6F083-A7C3-481E-84E5-D49E5E447178}"/>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866875EE-DE5B-4CE3-BC6B-67F35AC3D2C0}"/>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96E7B235-DFE0-4A16-A43A-428D95EBBC89}"/>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8CA8FAAD-0896-454D-8BB0-F722276E803E}"/>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3552AAEC-7B1E-4C48-8F50-DA801C60ABB3}"/>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B6F848CE-AE95-44CC-9865-11C9B1565841}"/>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C97009C6-C1DE-4CBB-B9EF-5F9098874B08}"/>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B39D4C70-B95E-4097-8DE9-BBC1F150D429}"/>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44AC67DC-B008-4E01-BE5E-BB3984847C0E}"/>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17A3CC68-DAA5-4469-855B-B6C483F74D89}"/>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6ED13039-16BB-40F7-AD86-4CC5A097DBEF}"/>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00A213DD-0C19-4F2B-83B7-00A21FF6D201}"/>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3EEFAF2D-64F6-4815-B482-F42B3016224A}"/>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EE23823C-7045-4329-91C3-39513BE130BE}"/>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3F861742-94CA-4B5B-9D4B-23C9B61C1228}"/>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B953ECF2-5C28-477A-896B-DC0A486FF4A7}"/>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C6887F54-C53F-46EB-B718-642131370235}"/>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B1390BB8-9AAB-43ED-9D8B-594FB98E431A}"/>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EB926748-9BA7-45D3-8562-5371BC455F21}"/>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6BC4ADDB-0F61-43F9-A93A-9326F88874A7}"/>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3E63871F-90A6-401E-A46A-83A9F0B9975B}"/>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30E837B3-C1ED-42C3-B3C8-83D63A08DAEC}"/>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130B4AD9-9C6E-45AA-8757-7F2E9B61B908}"/>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3A2DC155-BE1C-4E70-8279-F323DEDD7510}"/>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911BB039-4C65-4E91-AEA9-AE961B9CC04E}"/>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AB53DD5E-EC3F-42B1-B3EF-CA7DF7BC6843}"/>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EED404E1-BBCB-4756-82AC-BC2B4CEE7CA8}"/>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8D3D2EC2-8EC8-447C-9CE6-AB9E650F1B28}"/>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66AD3993-331F-4720-8238-8F7A2EF669B7}"/>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4C612193-47D5-44A1-AA68-DF46D582FD08}"/>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606FF66B-9C95-4225-8FF8-FCDC904E557C}"/>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00CBCC68-C2B1-4F9E-B910-0AA8316FC1FE}"/>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0A7CEF2F-D76C-4B71-A719-A3C536BE56EA}"/>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FF1AE47D-5AD4-4F93-A661-4A3BCC99209D}"/>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AF0FF30B-4B57-4F0D-9937-2168705EC376}"/>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4F5ADB38-8CFE-4E5C-9093-236B5289D178}"/>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BD038404-2C91-45D2-87D9-5124C85833A9}"/>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568E4AE5-5B20-4874-A1C7-F22EC5A23A02}"/>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594EB9B5-FC87-4AF4-B1CA-E920C53D1B8A}"/>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092CA699-CEDF-49EB-AFD5-6F34D2815DAE}"/>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625973050"/>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68512ECA-33D2-45C2-97AF-0FE0DB759A2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DCE8FE-17F8-41F1-BAC1-68403366DA0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F4261356-855F-4B49-8EBA-6A034EC6AED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336C58-4C35-4645-B64A-49CC07167FB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06822866-1829-4A98-97D6-029ED9D45CD4}"/>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D46F7D-FFF3-48E2-A11D-48DE75932DDE}"/>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ABE2B562-5E19-49A7-8DB8-D27EA27D666E}"/>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8BB9D2A4-A2BA-4EAB-91BF-E20542026574}"/>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D99DF050-A408-4F6D-B23C-86DE2C4E6CDD}"/>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A97B71C7-09BC-497D-9B3D-6029258922DC}"/>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8EEE06B2-B4B3-473A-BA6C-D551C0A11B46}"/>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29E6FF93-9D3B-44D7-BEAE-C5001A1AA963}"/>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BEA03205-3310-42C4-8670-4BAEB90B6648}"/>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BD218547-36F4-4D4A-8A79-A80F21855FD3}"/>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58561CA-8DAD-44A8-A573-AFD14FD057C7}"/>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2FFED84-52DC-4AB5-9AB9-5B1C3F49C568}"/>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15D14466-AF10-45BD-B2BB-582258DA35C8}"/>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53CF27D0-F519-4F91-91EC-AFEAC3505CA2}"/>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BC81178E-C511-4403-BDB6-518A789E88E1}"/>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5C6C91A3-8767-4748-B631-4B6C77AA0B05}"/>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4BF7E72-55AF-4DF0-85F0-990B6D2466F4}"/>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FE9D9C37-7351-40EE-A7AB-1282478A7467}"/>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76CB8484-32D5-41FE-A083-34B1B201AF89}"/>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DA4C25D2-B09C-4F39-A9C8-613B4B413E7A}"/>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C58A38F2-4B6F-4802-A0A1-1F290466E9D6}"/>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77039077-5A35-4A07-87F4-3B0E3E0B00A7}"/>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0E3B17E4-2086-4805-B768-429024EAFDE6}"/>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838C3344-D55D-41E6-9DC3-EE23031BFC0F}"/>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B9F2757-1323-4B70-B16B-77BCD70F6018}"/>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FE112164-5D53-4845-96DE-0B643E749C74}"/>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331E9D09-0B9A-4906-AF7B-6CCC18286148}"/>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70AD999A-BA6E-4081-B724-575E31AFBCC8}"/>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D704E623-64EF-4E46-BF45-78AACB2CDF4A}"/>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0E3866C5-0205-4013-AD04-E9CE30138EC5}"/>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B992726B-F619-4330-BA8E-2469D5406FE6}"/>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B30CF724-EE59-4F55-8ED5-2E5A933E8E73}"/>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D1F45146-81C4-4523-BA24-4549D011D5E2}"/>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B4B5F542-AEBF-4E14-AEA2-67A437718700}"/>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2B3FF5FF-4783-430F-8EB0-492F498AEBF9}"/>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99694D64-8016-48FB-8962-768942E561F5}"/>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3D46F31B-50A0-4A70-BE03-6279F3A0F7EC}"/>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562D7CD9-BCC2-4571-B1C4-6A00174620D1}"/>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0B7ED8C7-EF24-48C1-A00B-E966CAEFD017}"/>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F5A11036-8B01-43C0-A190-6EACD043E0AD}"/>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74DC54A3-CD40-4071-9FDE-A7600EF24B6B}"/>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D0E45F91-2F0A-4293-B733-F495AE740138}"/>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9E2AABC0-1AD6-4BC0-9F10-0D277016EB65}"/>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9652005C-1B44-4EF1-960B-B9B9042A0033}"/>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658EF1E6-4FA2-4B8B-9CA8-BF81EB694E09}"/>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7FACFAA1-31CA-4248-A1CC-44D0ED4DFF36}"/>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CF4D83E6-8F7E-489F-B876-3C81CADE275C}"/>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BD97F408-A692-40C6-99DF-1D818B2A8714}"/>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6B120B71-04BA-4CF7-B6DC-FAAABD6E43FD}"/>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96B7A5F4-5BC4-4EFE-B8B8-3A43A053748F}"/>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F369DE8B-59A1-4B67-95F6-40FEE53C3663}"/>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4A30A6BC-819D-4107-9A33-E03B45EB0B28}"/>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A5186031-AE41-4E56-9DF0-41CBEC44164B}"/>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C8DAB13C-69D5-4580-94B0-757B7B24BDDB}"/>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C627FAEF-A8CA-4DC4-A3E4-FD899C9D5DD9}"/>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634630578"/>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7884D360-0AE3-4AD7-85B1-06366507C71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8C5A1-4776-4894-BB41-7C793D2F98C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5D786CF0-F4D1-4F4E-82A4-C3ECD3358B5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6156CE-A5BA-4580-942B-FC1CCF302E3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55C1B9D9-5CB8-42EB-A4ED-72A3FF8044C7}"/>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161213A-B8BD-4E82-9278-AD39B6B3B885}"/>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09C9D7E6-774E-4C83-BFE3-BC9D8531C9A6}"/>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33144693-3B41-4C08-AD45-98553A3FBD9D}"/>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21FF974E-79A9-4AF8-B770-2B791BFCC122}"/>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9E0EE5C2-B429-4F77-A35C-34C4B61D49D5}"/>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FCB3780D-3B03-4A67-957A-1EB10C10415C}"/>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4FDA32EF-1FDE-49C8-9210-3A06670F863D}"/>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D4FC6391-2CFB-4137-88EC-092A9D261488}"/>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6D87E1C5-7C1A-4942-98A2-7FBE32D9BF41}"/>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CC16E972-6A1B-4073-9125-49924B22F28F}"/>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46D60EF-59C0-46B3-A190-3A3A14E51C4B}"/>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88F11DE1-21F3-451C-820C-A04020546C2E}"/>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B214BC06-949E-466A-8773-CDB9868622CB}"/>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7B678F96-F928-4514-84E9-67520D13AC45}"/>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E2841930-DDF3-4220-A6DF-098D2DFFB438}"/>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2795CEF-FCA6-4868-BE5C-3439E871310E}"/>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49D103A-3AE7-4C52-9E43-52F7E8CC99B1}"/>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56DA7BAF-7C62-4382-8B9D-DC6DEBEE74B3}"/>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6ECA1BA6-1EB9-42F4-80E2-DB60F36A2E04}"/>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EEE06F66-5264-49FE-9B64-53414E9EB907}"/>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C717AC8C-7541-43C3-98B1-59165B476F1A}"/>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CCD52B45-530D-4610-8967-A0D973000449}"/>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EF5938D-4D44-4A64-9BC9-A0ABEB95A8E3}"/>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F54264A4-EE49-4D7E-9876-431CB9B6F34D}"/>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71177CDB-0F87-45FA-B9F7-203138045AC6}"/>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CD9F14F4-5F1F-4203-AA2D-8BDA79E18699}"/>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F40DC76A-9E3F-4722-995E-ECC928E9252B}"/>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B99E4D86-FBBC-49DF-98E4-CA26025252A1}"/>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A548E287-3F02-4157-8C38-D571151C6C79}"/>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9821C673-3298-4D20-BF7D-41A46D5BEED5}"/>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D87BD66B-98B4-4218-8596-55219587CA50}"/>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93EF2587-280C-49E3-9136-A6B9004DABED}"/>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1CC13694-12EF-43E2-BC5F-59B17B29E131}"/>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1B4F1CB3-7AC7-47D1-9866-E593E03F2CEC}"/>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11C5A287-771F-40F6-8EFF-2D3E9641842D}"/>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AAFA9799-AA9B-4317-8B24-F1E8CB13612B}"/>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4FF6DBD2-B431-4DD2-95B4-5140278BF72C}"/>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B894968D-BBEA-4132-97F1-F16133E1DBA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17034445-4CE7-47F8-95A3-29A8C2158A93}"/>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8449F34-054A-4A4A-91EF-4C22E928CF42}"/>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F67C6D91-8BA6-4B49-8704-931B46BC19AF}"/>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9E95BF6F-1D59-41BD-A5DF-3F8252867560}"/>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697FC05B-97BA-42D2-A2B2-D53770A24416}"/>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A465C9C0-F6DC-4527-919E-6D871F705528}"/>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CC3DA4E2-B677-4929-9FE9-DC5526DB2351}"/>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AAC0EF2B-9373-4E65-9FAE-EB8F525CCCE5}"/>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B8B29883-A2A4-40CE-8527-80E23C7103C9}"/>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81966886-DBF7-4508-80F3-35D229E2B083}"/>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6FE5EEEA-0966-4780-99BD-E390DA26C048}"/>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A98B1180-7FC0-42FA-ABBD-6ACBDD8D5C0A}"/>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6336889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2026-09-15T04:46:09.3740000Z</dcterms:created>
  <dcterms:modified xsi:type="dcterms:W3CDTF">2026-09-15T04:46:09.3740000Z</dcterms:modified>
</coreProperties>
</file>