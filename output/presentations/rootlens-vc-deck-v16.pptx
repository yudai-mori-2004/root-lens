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2a9c9338f14248" /><Relationship Type="http://schemas.openxmlformats.org/officeDocument/2006/relationships/extended-properties" Target="/docProps/app.xml" Id="R0ca2c8a392614d67" /><Relationship Type="http://schemas.openxmlformats.org/officeDocument/2006/relationships/officeDocument" Target="/ppt/presentation.xml" Id="R4bea6e20388e4314" /></Relationships>
</file>

<file path=ppt/presentation.xml><?xml version="1.0" encoding="utf-8"?>
<p:presentation xmlns:p="http://schemas.openxmlformats.org/presentationml/2006/main">
  <p:sldMasterIdLst>
    <p:sldMasterId xmlns:r="http://schemas.openxmlformats.org/officeDocument/2006/relationships" id="2147483648" r:id="R74efaef42a474ba0"/>
  </p:sldMasterIdLst>
  <p:notesMasterIdLst>
    <p:notesMasterId xmlns:r="http://schemas.openxmlformats.org/officeDocument/2006/relationships" r:id="R667ec52906824087"/>
  </p:notesMasterIdLst>
  <p:sldIdLst>
    <p:sldId xmlns:r="http://schemas.openxmlformats.org/officeDocument/2006/relationships" id="256" r:id="R61875b2fe43f4792"/>
    <p:sldId xmlns:r="http://schemas.openxmlformats.org/officeDocument/2006/relationships" id="257" r:id="R4ae3d006e1874dc9"/>
    <p:sldId xmlns:r="http://schemas.openxmlformats.org/officeDocument/2006/relationships" id="258" r:id="R06ab397abc984a70"/>
    <p:sldId xmlns:r="http://schemas.openxmlformats.org/officeDocument/2006/relationships" id="259" r:id="R0935217d842b4e5b"/>
    <p:sldId xmlns:r="http://schemas.openxmlformats.org/officeDocument/2006/relationships" id="260" r:id="R50829d564f814f8c"/>
    <p:sldId xmlns:r="http://schemas.openxmlformats.org/officeDocument/2006/relationships" id="261" r:id="R190b4032a8764ac2"/>
    <p:sldId xmlns:r="http://schemas.openxmlformats.org/officeDocument/2006/relationships" id="262" r:id="R46289aa220be458f"/>
    <p:sldId xmlns:r="http://schemas.openxmlformats.org/officeDocument/2006/relationships" id="263" r:id="Ra2f57c829b4c4d28"/>
    <p:sldId xmlns:r="http://schemas.openxmlformats.org/officeDocument/2006/relationships" id="264" r:id="R25d348e507434d0c"/>
    <p:sldId xmlns:r="http://schemas.openxmlformats.org/officeDocument/2006/relationships" id="265" r:id="R5dad61973cbc4718"/>
    <p:sldId xmlns:r="http://schemas.openxmlformats.org/officeDocument/2006/relationships" id="266" r:id="R96ba529c5ab14e57"/>
    <p:sldId xmlns:r="http://schemas.openxmlformats.org/officeDocument/2006/relationships" id="267" r:id="R7890cd09b8b3499f"/>
    <p:sldId xmlns:r="http://schemas.openxmlformats.org/officeDocument/2006/relationships" id="268" r:id="R9ef96c11fd5a440c"/>
    <p:sldId xmlns:r="http://schemas.openxmlformats.org/officeDocument/2006/relationships" id="269" r:id="Rc9002926583f44a5"/>
    <p:sldId xmlns:r="http://schemas.openxmlformats.org/officeDocument/2006/relationships" id="270" r:id="R198881eba1084f02"/>
    <p:sldId xmlns:r="http://schemas.openxmlformats.org/officeDocument/2006/relationships" id="271" r:id="R42bc6584b8014041"/>
    <p:sldId xmlns:r="http://schemas.openxmlformats.org/officeDocument/2006/relationships" id="272" r:id="R8d5a3b8480c3418b"/>
    <p:sldId xmlns:r="http://schemas.openxmlformats.org/officeDocument/2006/relationships" id="273" r:id="R13d61840d827462e"/>
    <p:sldId xmlns:r="http://schemas.openxmlformats.org/officeDocument/2006/relationships" id="274" r:id="Rc77c2f7ca1ed4aac"/>
    <p:sldId xmlns:r="http://schemas.openxmlformats.org/officeDocument/2006/relationships" id="275" r:id="Rfd58481e436b4ee4"/>
    <p:sldId xmlns:r="http://schemas.openxmlformats.org/officeDocument/2006/relationships" id="276" r:id="Rdeb9338196574be0"/>
    <p:sldId xmlns:r="http://schemas.openxmlformats.org/officeDocument/2006/relationships" id="277" r:id="Re7fb8d0f0d23477e"/>
    <p:sldId xmlns:r="http://schemas.openxmlformats.org/officeDocument/2006/relationships" id="278" r:id="R866d477f07ab4e32"/>
    <p:sldId xmlns:r="http://schemas.openxmlformats.org/officeDocument/2006/relationships" id="279" r:id="Rf6fecc682caa437b"/>
    <p:sldId xmlns:r="http://schemas.openxmlformats.org/officeDocument/2006/relationships" id="280" r:id="R67693eda5cb943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80989f3d974744" /><Relationship Type="http://schemas.openxmlformats.org/officeDocument/2006/relationships/slideMaster" Target="/ppt/slideMasters/slideMaster1.xml" Id="R74efaef42a474ba0" /><Relationship Type="http://schemas.openxmlformats.org/officeDocument/2006/relationships/notesMaster" Target="/ppt/notesMasters/notesMaster1.xml" Id="R667ec52906824087" /><Relationship Type="http://schemas.openxmlformats.org/officeDocument/2006/relationships/presProps" Target="/ppt/presProps.xml" Id="R5a06531c0f6944fb" /><Relationship Type="http://schemas.openxmlformats.org/officeDocument/2006/relationships/tableStyles" Target="/ppt/tableStyles.xml" Id="R91715a47b4b24797" /><Relationship Type="http://schemas.openxmlformats.org/officeDocument/2006/relationships/slide" Target="/ppt/slides/slide1.xml" Id="R61875b2fe43f4792" /><Relationship Type="http://schemas.openxmlformats.org/officeDocument/2006/relationships/slide" Target="/ppt/slides/slide2.xml" Id="R4ae3d006e1874dc9" /><Relationship Type="http://schemas.openxmlformats.org/officeDocument/2006/relationships/slide" Target="/ppt/slides/slide3.xml" Id="R06ab397abc984a70" /><Relationship Type="http://schemas.openxmlformats.org/officeDocument/2006/relationships/slide" Target="/ppt/slides/slide4.xml" Id="R0935217d842b4e5b" /><Relationship Type="http://schemas.openxmlformats.org/officeDocument/2006/relationships/slide" Target="/ppt/slides/slide5.xml" Id="R50829d564f814f8c" /><Relationship Type="http://schemas.openxmlformats.org/officeDocument/2006/relationships/slide" Target="/ppt/slides/slide6.xml" Id="R190b4032a8764ac2" /><Relationship Type="http://schemas.openxmlformats.org/officeDocument/2006/relationships/slide" Target="/ppt/slides/slide7.xml" Id="R46289aa220be458f" /><Relationship Type="http://schemas.openxmlformats.org/officeDocument/2006/relationships/slide" Target="/ppt/slides/slide8.xml" Id="Ra2f57c829b4c4d28" /><Relationship Type="http://schemas.openxmlformats.org/officeDocument/2006/relationships/slide" Target="/ppt/slides/slide9.xml" Id="R25d348e507434d0c" /><Relationship Type="http://schemas.openxmlformats.org/officeDocument/2006/relationships/slide" Target="/ppt/slides/slide10.xml" Id="R5dad61973cbc4718" /><Relationship Type="http://schemas.openxmlformats.org/officeDocument/2006/relationships/slide" Target="/ppt/slides/slide11.xml" Id="R96ba529c5ab14e57" /><Relationship Type="http://schemas.openxmlformats.org/officeDocument/2006/relationships/slide" Target="/ppt/slides/slide12.xml" Id="R7890cd09b8b3499f" /><Relationship Type="http://schemas.openxmlformats.org/officeDocument/2006/relationships/slide" Target="/ppt/slides/slide13.xml" Id="R9ef96c11fd5a440c" /><Relationship Type="http://schemas.openxmlformats.org/officeDocument/2006/relationships/slide" Target="/ppt/slides/slide14.xml" Id="Rc9002926583f44a5" /><Relationship Type="http://schemas.openxmlformats.org/officeDocument/2006/relationships/slide" Target="/ppt/slides/slide15.xml" Id="R198881eba1084f02" /><Relationship Type="http://schemas.openxmlformats.org/officeDocument/2006/relationships/slide" Target="/ppt/slides/slide16.xml" Id="R42bc6584b8014041" /><Relationship Type="http://schemas.openxmlformats.org/officeDocument/2006/relationships/slide" Target="/ppt/slides/slide17.xml" Id="R8d5a3b8480c3418b" /><Relationship Type="http://schemas.openxmlformats.org/officeDocument/2006/relationships/slide" Target="/ppt/slides/slide18.xml" Id="R13d61840d827462e" /><Relationship Type="http://schemas.openxmlformats.org/officeDocument/2006/relationships/slide" Target="/ppt/slides/slide19.xml" Id="Rc77c2f7ca1ed4aac" /><Relationship Type="http://schemas.openxmlformats.org/officeDocument/2006/relationships/slide" Target="/ppt/slides/slide20.xml" Id="Rfd58481e436b4ee4" /><Relationship Type="http://schemas.openxmlformats.org/officeDocument/2006/relationships/slide" Target="/ppt/slides/slide21.xml" Id="Rdeb9338196574be0" /><Relationship Type="http://schemas.openxmlformats.org/officeDocument/2006/relationships/slide" Target="/ppt/slides/slide22.xml" Id="Re7fb8d0f0d23477e" /><Relationship Type="http://schemas.openxmlformats.org/officeDocument/2006/relationships/slide" Target="/ppt/slides/slide23.xml" Id="R866d477f07ab4e32" /><Relationship Type="http://schemas.openxmlformats.org/officeDocument/2006/relationships/slide" Target="/ppt/slides/slide24.xml" Id="Rf6fecc682caa437b" /><Relationship Type="http://schemas.openxmlformats.org/officeDocument/2006/relationships/slide" Target="/ppt/slides/slide25.xml" Id="R67693eda5cb943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b3d8fa7c0541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1ea1fd6d004d0c" /><Relationship Type="http://schemas.openxmlformats.org/officeDocument/2006/relationships/notesMaster" Target="/ppt/notesMasters/notesMaster1.xml" Id="R70ab9bda57f244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b05cd1c346461f" /><Relationship Type="http://schemas.openxmlformats.org/officeDocument/2006/relationships/notesMaster" Target="/ppt/notesMasters/notesMaster1.xml" Id="Rcf60c9ceef0e48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9a0e1daf504143" /><Relationship Type="http://schemas.openxmlformats.org/officeDocument/2006/relationships/notesMaster" Target="/ppt/notesMasters/notesMaster1.xml" Id="R735f57ac89b24a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c5ff43e3734d41" /><Relationship Type="http://schemas.openxmlformats.org/officeDocument/2006/relationships/notesMaster" Target="/ppt/notesMasters/notesMaster1.xml" Id="R04a629ca6e5943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0ed18cd4e3488a" /><Relationship Type="http://schemas.openxmlformats.org/officeDocument/2006/relationships/notesMaster" Target="/ppt/notesMasters/notesMaster1.xml" Id="R6d7fdd0caf0c45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874fb338c54686" /><Relationship Type="http://schemas.openxmlformats.org/officeDocument/2006/relationships/notesMaster" Target="/ppt/notesMasters/notesMaster1.xml" Id="R33dcec35706d4b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6d72f485f54d62" /><Relationship Type="http://schemas.openxmlformats.org/officeDocument/2006/relationships/notesMaster" Target="/ppt/notesMasters/notesMaster1.xml" Id="Rdac5b602852d46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0cd183c51241a3" /><Relationship Type="http://schemas.openxmlformats.org/officeDocument/2006/relationships/notesMaster" Target="/ppt/notesMasters/notesMaster1.xml" Id="R72b7a56dd78d43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e4e83d704d434d" /><Relationship Type="http://schemas.openxmlformats.org/officeDocument/2006/relationships/notesMaster" Target="/ppt/notesMasters/notesMaster1.xml" Id="Rea7d3d6ecbc34f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5f8dbe4e70460a" /><Relationship Type="http://schemas.openxmlformats.org/officeDocument/2006/relationships/notesMaster" Target="/ppt/notesMasters/notesMaster1.xml" Id="R7a084ba4ec1546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c1cb7adbff45ac" /><Relationship Type="http://schemas.openxmlformats.org/officeDocument/2006/relationships/notesMaster" Target="/ppt/notesMasters/notesMaster1.xml" Id="Re5a56ebfb65042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8d0bda2867478d" /><Relationship Type="http://schemas.openxmlformats.org/officeDocument/2006/relationships/notesMaster" Target="/ppt/notesMasters/notesMaster1.xml" Id="Rc74bd6b987b347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aded4dfdbf4676" /><Relationship Type="http://schemas.openxmlformats.org/officeDocument/2006/relationships/notesMaster" Target="/ppt/notesMasters/notesMaster1.xml" Id="R70e541b6a78c4f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19699a84f24cd2" /><Relationship Type="http://schemas.openxmlformats.org/officeDocument/2006/relationships/notesMaster" Target="/ppt/notesMasters/notesMaster1.xml" Id="R9f06ffcc7e9842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70a0d57b75472a" /><Relationship Type="http://schemas.openxmlformats.org/officeDocument/2006/relationships/notesMaster" Target="/ppt/notesMasters/notesMaster1.xml" Id="R389d4e1246c149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4d303a28d841e4" /><Relationship Type="http://schemas.openxmlformats.org/officeDocument/2006/relationships/notesMaster" Target="/ppt/notesMasters/notesMaster1.xml" Id="Rf317bfd3702941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8137c8ccb548c9" /><Relationship Type="http://schemas.openxmlformats.org/officeDocument/2006/relationships/notesMaster" Target="/ppt/notesMasters/notesMaster1.xml" Id="R280a25f0351a45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c4406ebb214434" /><Relationship Type="http://schemas.openxmlformats.org/officeDocument/2006/relationships/notesMaster" Target="/ppt/notesMasters/notesMaster1.xml" Id="Rea94eeb2185040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0eafcd65cb34a98" /><Relationship Type="http://schemas.openxmlformats.org/officeDocument/2006/relationships/notesMaster" Target="/ppt/notesMasters/notesMaster1.xml" Id="R3fd9dc03980e44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1d5b65f59c42b1" /><Relationship Type="http://schemas.openxmlformats.org/officeDocument/2006/relationships/notesMaster" Target="/ppt/notesMasters/notesMaster1.xml" Id="Ree4e802a461a46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2f13db6ebb4f9b" /><Relationship Type="http://schemas.openxmlformats.org/officeDocument/2006/relationships/notesMaster" Target="/ppt/notesMasters/notesMaster1.xml" Id="Rdd92270bb0b441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52d51119d864517" /><Relationship Type="http://schemas.openxmlformats.org/officeDocument/2006/relationships/notesMaster" Target="/ppt/notesMasters/notesMaster1.xml" Id="Ra1a6a858b49c4a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78007ec26f24d5e" /><Relationship Type="http://schemas.openxmlformats.org/officeDocument/2006/relationships/notesMaster" Target="/ppt/notesMasters/notesMaster1.xml" Id="Rfdef0c4c29a74c2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c1761dfb6b495a" /><Relationship Type="http://schemas.openxmlformats.org/officeDocument/2006/relationships/notesMaster" Target="/ppt/notesMasters/notesMaster1.xml" Id="R1a18dbaa7cb5485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bb1d17907d471c" /><Relationship Type="http://schemas.openxmlformats.org/officeDocument/2006/relationships/notesMaster" Target="/ppt/notesMasters/notesMaster1.xml" Id="Rac3b72fc15b746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f83c97d2b041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9e3929d0db47b0" /><Relationship Type="http://schemas.openxmlformats.org/officeDocument/2006/relationships/slideLayout" Target="/ppt/slideLayouts/slideLayout1.xml" Id="Rd34d1bd140d746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4d1bd140d746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6881ec3e1e4f47" /><Relationship Type="http://schemas.openxmlformats.org/officeDocument/2006/relationships/notesSlide" Target="/ppt/notesSlides/notesSlide1.xml" Id="Rfc4321c7ce3f4c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4303105e844e0e" /><Relationship Type="http://schemas.openxmlformats.org/officeDocument/2006/relationships/notesSlide" Target="/ppt/notesSlides/notesSlide2.xml" Id="R927ff1ea831b48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c61a7acd414390" /><Relationship Type="http://schemas.openxmlformats.org/officeDocument/2006/relationships/notesSlide" Target="/ppt/notesSlides/notesSlide3.xml" Id="R643b0b91c9494f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83b1562cb84eb1" /><Relationship Type="http://schemas.openxmlformats.org/officeDocument/2006/relationships/notesSlide" Target="/ppt/notesSlides/notesSlide4.xml" Id="R4ea57d3d2f9440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98b6deb72549b6" /><Relationship Type="http://schemas.openxmlformats.org/officeDocument/2006/relationships/notesSlide" Target="/ppt/notesSlides/notesSlide5.xml" Id="R966e9b44764349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835f86c7b5459e" /><Relationship Type="http://schemas.openxmlformats.org/officeDocument/2006/relationships/notesSlide" Target="/ppt/notesSlides/notesSlide6.xml" Id="R6f8668699bf744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2b0cf0d1714dfa" /><Relationship Type="http://schemas.openxmlformats.org/officeDocument/2006/relationships/notesSlide" Target="/ppt/notesSlides/notesSlide7.xml" Id="R1f0422a616b842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86e42972bb4547" /><Relationship Type="http://schemas.openxmlformats.org/officeDocument/2006/relationships/notesSlide" Target="/ppt/notesSlides/notesSlide8.xml" Id="Rf5de48b0a58841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eeb54b3cd3405d" /><Relationship Type="http://schemas.openxmlformats.org/officeDocument/2006/relationships/notesSlide" Target="/ppt/notesSlides/notesSlide9.xml" Id="R8e457a7b08a44c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b895260d24f45d9" /><Relationship Type="http://schemas.openxmlformats.org/officeDocument/2006/relationships/notesSlide" Target="/ppt/notesSlides/notesSlide10.xml" Id="Rc793bb52e24144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77d6ec5fa04ace" /><Relationship Type="http://schemas.openxmlformats.org/officeDocument/2006/relationships/notesSlide" Target="/ppt/notesSlides/notesSlide11.xml" Id="Rbd4fc15b300c40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c104d06a9844a6" /><Relationship Type="http://schemas.openxmlformats.org/officeDocument/2006/relationships/notesSlide" Target="/ppt/notesSlides/notesSlide12.xml" Id="R11d1189c0aa443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feba4e1eae4eb8" /><Relationship Type="http://schemas.openxmlformats.org/officeDocument/2006/relationships/notesSlide" Target="/ppt/notesSlides/notesSlide13.xml" Id="R5b16704324e749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2b7e07b80a40e4" /><Relationship Type="http://schemas.openxmlformats.org/officeDocument/2006/relationships/notesSlide" Target="/ppt/notesSlides/notesSlide14.xml" Id="R6fb7d15525f447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6cd41fd9316473f" /><Relationship Type="http://schemas.openxmlformats.org/officeDocument/2006/relationships/notesSlide" Target="/ppt/notesSlides/notesSlide15.xml" Id="R86c45312daf345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a2e92ff696242fc" /><Relationship Type="http://schemas.openxmlformats.org/officeDocument/2006/relationships/notesSlide" Target="/ppt/notesSlides/notesSlide16.xml" Id="Ra99685b66b9341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147e5b9789d4561" /><Relationship Type="http://schemas.openxmlformats.org/officeDocument/2006/relationships/image" Target="/ppt/media/image.jpeg" Id="R42d40e5ab4054269" /><Relationship Type="http://schemas.openxmlformats.org/officeDocument/2006/relationships/image" Target="/ppt/media/image2.jpeg" Id="R98be6a9a0bb84a7c" /><Relationship Type="http://schemas.openxmlformats.org/officeDocument/2006/relationships/image" Target="/ppt/media/image3.jpeg" Id="Rb9a9d02ca8da4eb2" /><Relationship Type="http://schemas.openxmlformats.org/officeDocument/2006/relationships/notesSlide" Target="/ppt/notesSlides/notesSlide17.xml" Id="R3724d151273c44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ec41185f0943e0" /><Relationship Type="http://schemas.openxmlformats.org/officeDocument/2006/relationships/notesSlide" Target="/ppt/notesSlides/notesSlide18.xml" Id="Rf5dcb8a60d7547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ff21ebb73c44de8" /><Relationship Type="http://schemas.openxmlformats.org/officeDocument/2006/relationships/notesSlide" Target="/ppt/notesSlides/notesSlide19.xml" Id="R7156fa55004347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b02e0bc24fa41ca" /><Relationship Type="http://schemas.openxmlformats.org/officeDocument/2006/relationships/notesSlide" Target="/ppt/notesSlides/notesSlide20.xml" Id="R72fffe6e714a45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999b9fe25a9498b" /><Relationship Type="http://schemas.openxmlformats.org/officeDocument/2006/relationships/notesSlide" Target="/ppt/notesSlides/notesSlide21.xml" Id="R37bdef9b3bc248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313d5a04f404f34" /><Relationship Type="http://schemas.openxmlformats.org/officeDocument/2006/relationships/notesSlide" Target="/ppt/notesSlides/notesSlide22.xml" Id="Ra47bdb0250764fc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caebfde95d64077" /><Relationship Type="http://schemas.openxmlformats.org/officeDocument/2006/relationships/notesSlide" Target="/ppt/notesSlides/notesSlide23.xml" Id="R79862a5b5202437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26e0a797f754300" /><Relationship Type="http://schemas.openxmlformats.org/officeDocument/2006/relationships/notesSlide" Target="/ppt/notesSlides/notesSlide24.xml" Id="Rf27ced1843094b0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2f65f23715c4f7e" /><Relationship Type="http://schemas.openxmlformats.org/officeDocument/2006/relationships/notesSlide" Target="/ppt/notesSlides/notesSlide25.xml" Id="Rff6f0bf52b0d42fe"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0262BF-1454-48D3-8C90-718F46E966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B3110F-2C66-451E-8422-553C460BA174}"/>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FD08CBC2-A9D7-4D1F-BFF4-F175448403C7}"/>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A1CF5AFE-D963-4934-B0B8-C31AF0F75762}"/>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6E3F45-D604-4FED-9BC6-9A81D006790E}"/>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09AAFBFF-411C-4E65-93F3-564AEF6CCEEE}"/>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2013948607"/>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2DA3F13-4CD8-4510-B1AD-3FDB92211EA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055439-8DFC-4B06-9A10-A88E02B831D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526FEF10-E141-4ED3-8543-35C15DCAF8A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25ACB4-C397-41DA-A9AF-3F1803B6495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1A99C2F3-3508-41EF-B081-2211204802D5}"/>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6ABF3CDB-E9A0-4B5E-8641-A9118A69D17A}"/>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4D862E-99CD-413B-A660-45059E4DBDD1}"/>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7081265-963B-49CD-B2DB-F4862D68A485}"/>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3D528D5-8096-4F4B-B49D-A685814BA06F}"/>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B06CCD32-BC09-42BE-98D3-D1D7BCD19911}"/>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95FC12A2-63FD-49CE-857B-8840CFA43AB0}"/>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C403AFC8-D8FF-4B27-8F34-6BC139E4138E}"/>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3E8AC50A-B90A-4254-AFFB-CC43A4B2B709}"/>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F542360C-4387-4D5A-AF37-E57B642DBA15}"/>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EE54CC6B-386F-47E7-B523-7D9850A6DFDB}"/>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B762ADEA-CA36-4291-A8B1-5FAAC8CB9F28}"/>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B5FFE7A7-17B3-408A-BBFF-9AFBF2ECF2BA}"/>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FC174C1-91D2-41B9-8B9E-1DBB59D9B040}"/>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72AF33A-F335-421F-A2DA-A1074F3E6FB6}"/>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F900359-9CF1-4DD5-BE0D-187E13CFD510}"/>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656CA87A-8CCE-45F1-BF03-9295316E7893}"/>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1D6C0E06-F942-4D12-B398-27B413EA9822}"/>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B4EE0C7-7722-4EA6-B1A2-E6ACCAAE6975}"/>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038ECBBA-2703-4126-919E-8D9EE0E73AA0}"/>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5F19C82F-4614-4FDE-B2D8-5B5040703111}"/>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7F5E4C8E-75A3-44DB-87BA-824B20F1BDF4}"/>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6C756849-A8B4-463E-B049-6A087D1944A0}"/>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046867A5-75CC-4CC8-872B-014AB7F4E831}"/>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A933C0CF-F8D6-4EE8-8626-89D08B09D637}"/>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FDE72F23-9CD1-456D-BE95-174603B37965}"/>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264C6993-67B4-4B10-92A4-159FBF29175A}"/>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431482E4-2767-44C4-9D30-59D5A9369B5E}"/>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2EDB1B31-3C4A-40E4-ACF9-CCFFD072998F}"/>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A33BE3FE-8961-4961-81FB-EFCC032FA4CC}"/>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5F223525-E3AC-4F80-8F0A-B7F4DC822BAC}"/>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CA184D18-AB4A-40FD-B2F8-4E5E4FB90C42}"/>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158172877"/>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4B7389-089B-4D15-AE24-394CE67D7CE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ECD7E8-449B-400F-9D27-5156A818DAB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FF378312-934B-4EC0-B8C3-4256D912901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49E521-5DC3-49B8-BB24-2BBE909CFC7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3B112DD2-8F17-4194-AE8C-29D36613162C}"/>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3AF1065C-69E9-4F35-ABC5-E59B83D00743}"/>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F2FC3D54-DAE8-4E54-8CF9-E18B462995BB}"/>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12A12944-8E5A-462C-8C7F-F13C751E0D3D}"/>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8D3D98F2-E2A8-46A7-9A76-F60ED1D84CE3}"/>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3365366-0C51-4A82-8103-662E4ECD5124}"/>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101DC757-AD22-44CB-8224-63A7CAA996D7}"/>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76618E98-B28A-4400-B0B5-30402A862C6A}"/>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14184311"/>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006AC12-1F5A-4C19-98C4-F1B9014AB40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E41763-B938-46AC-88FA-97F31B12A2E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86273E77-EF3D-42EC-ACA0-539BE914D63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099326-04D2-4AB6-A41F-6C773E78DC8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D8F53526-C754-4A03-89BE-D7FE188A49D8}"/>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2AC5F683-28CF-4634-A3D6-9922D863FBE5}"/>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1AB783D9-13DA-432D-B32D-77F9B599C79B}"/>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9C7A30-E151-4A70-97E7-B62BBED6B1C6}"/>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1E0A2F9F-61B5-4038-9638-FEDCFC3E1ABA}"/>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FEDFA4F5-7FBE-47CD-AAC3-25E9DFC5B76D}"/>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8AA2EC2-E1E8-487A-8DF9-23AB423FF68D}"/>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EA4D3BDE-E92D-4895-88ED-A7CD95A595C9}"/>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F8B1BA7D-5B00-4E19-819B-93AE983D14B7}"/>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E05EE19-0FAD-48D7-823E-35BF25633A71}"/>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8BF8F4DD-F79C-476A-9C76-DEBC9BB527CD}"/>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798272216"/>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CD1BE052-B947-4576-8B6D-52F8679DE82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7906B4-982E-46DB-8F78-C8805A60537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FC556C16-3BD0-4057-AE2B-2B48C6837AC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6EF420-D139-4203-ABF8-3CABC70486A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10995B62-4E28-4708-A85F-D214BDBA84BC}"/>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CC114ED4-3172-4F6B-B02C-5DA35F50F9EC}"/>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8BD42F8-C83E-430E-AA11-91D1253BA1BB}"/>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81E863-34A4-4B87-9333-57D16BFFC1D5}"/>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1E7FE7-024A-425E-B366-C007D7BF1BF1}"/>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654745FB-15D3-4630-9115-ABED55C91454}"/>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A911A81F-EA45-49C8-9ED6-995219B76907}"/>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A2D91FA3-E644-44FB-9018-CA63F315C4E4}"/>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08EAD43A-A1F7-45D5-86F6-6F4158DA8E87}"/>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7265B1D4-C5D6-4838-96C7-F82E628D3688}"/>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7A1B05DC-255C-43CE-BEFC-0C575CC4C053}"/>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23640356-19BE-41CB-B729-39EC693663AD}"/>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D08C1F02-0E5F-44CF-A33D-D91D49D0918B}"/>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65582AB-66D7-4D8B-B7BF-1CFA7E1334A3}"/>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DC56EB8-9887-44C2-A089-72A059F6E2DD}"/>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C8F4757-6BD6-4410-BEF6-454A4D05573F}"/>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7542AB8B-C3C3-495C-90E3-68EBBF380233}"/>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8CCEE7CA-F82C-4077-9BC6-67AEEB09638E}"/>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4AC9081-43AC-4DA8-B691-7A10D4A32211}"/>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538E951F-AC3A-453F-8293-6B5A91BE290D}"/>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A04C6C6-999E-43AA-AB48-23DBB72246B9}"/>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7688DC3-ABA2-4D72-8634-3A1F3037799F}"/>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1B6ED0E-82FD-40FC-8FF7-22B3BCE5CA92}"/>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1F7765C-75D3-4309-998D-36762844BAC6}"/>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7D672D0-7A3A-4130-82C7-34B7D8440F5A}"/>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FE4CD20-7864-4159-9004-B33CCF67D195}"/>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825230E-3DB3-487D-A8D4-53F45EA63C69}"/>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A5E6EA5-8893-46B1-BD12-F50A470FC795}"/>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4635A14-4A45-4D10-B0A9-F025283E3EDC}"/>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4C18333-08D1-48FB-822D-9BE592AEAF2E}"/>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812E33A-2BCA-4741-B72A-95DDCD96E551}"/>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0FF7AAE-AC7A-4997-B0E3-D2085903CD1D}"/>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7CB40B2-005B-458E-876E-0D4A6978D94E}"/>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C913FAE-6ABA-4D73-87D2-177199D4CB4E}"/>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4480D0A-F602-4728-8931-65B786DD946E}"/>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A0D8EB5E-6254-484F-8A2E-D87307341373}"/>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B95B395-38CA-4EB2-88E4-96547597E398}"/>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F564272-FF2D-4C4E-BF1E-DC86B2AE5EB0}"/>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9BF379F-D7BC-4CD6-90EB-5CAE88A2531D}"/>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00EE2C1-117C-492C-B0F6-05BAA738D466}"/>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137F96E1-B8FB-4063-9B44-083EC1666DB5}"/>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34C4100-7AF9-44EE-A30E-D45D51598994}"/>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C66616C-B68D-4444-AE53-378600FA87DE}"/>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EF6FF00-FC46-4A23-A2BB-FFE2B8E2FCCD}"/>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3768ECE-5F08-4E9E-B07D-471CEB3759DA}"/>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D43639C0-1248-4480-BD75-26C21A61A963}"/>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33000A7E-A020-4363-BA8C-ED1042229AA0}"/>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17AA8414-7269-4D8E-99EC-E509881F50A9}"/>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82C35111-8E53-40F3-8412-9EB4280466E1}"/>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79D7B9D0-B4DD-4C43-BEDE-373D573E0ECD}"/>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80450F3E-35C1-4379-B465-474BFB7D0396}"/>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B543003-9EF3-42D6-84C0-57CAACBC3EE5}"/>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A3DEE63D-57ED-4992-B116-EF8B70B405F6}"/>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C7E42A99-3BA8-4F72-92E7-095B1F75B490}"/>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9EE737D9-339A-4FCA-AA43-87FD4062F83A}"/>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38482473-8192-4EC6-AB01-8D0A5C2E86A8}"/>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A0C8715-CD58-4EB6-A757-0D637D92BEB7}"/>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DDB95EEC-2131-4DCD-8483-ECCDBC7B9D26}"/>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F139CF11-8EE2-454F-A237-DEA751D9E3F7}"/>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AC9AF5B7-F1BE-45AA-8359-7E077FD2DD0D}"/>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6180819"/>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4A420358-DF4D-4CB3-843F-7558B6EA281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D2D18C-34B2-4258-AB5C-7A1CEC81D5F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7A618927-FB06-475B-92D7-0FD938BB933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FC2557-9EA7-4622-9693-E0283665678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01923383-C1B1-42F4-9769-DBF37006A15A}"/>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C97C7E72-36B8-4D51-B4AE-0C9BBB5478BD}"/>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E5869E76-C098-4ADD-8CB3-DCCF550F933D}"/>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5769DA87-6390-4BFF-9B4E-29672BDC48C4}"/>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4DA185A2-7875-4A32-90C7-D4A9FBA53D6A}"/>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D59A15D8-2ED0-4660-9549-785ED00349EC}"/>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1CD72D00-E6C5-4091-A051-0AEC3013E389}"/>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63F93A8-A9C6-4A13-BA1C-FFF7CFAEB231}"/>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181D9A8-3B1D-46CC-AB00-F67987EEBC75}"/>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68A0778-2D42-44EC-B4E8-CF3EC71BB349}"/>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28BD7A9-F31E-4238-B263-49548FBBA3E9}"/>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87CC52C-F601-47AD-A220-6FC7DDF04067}"/>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61E2032-9264-4070-A97C-9DD86C60C8AB}"/>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CA9D03A-0F50-4925-ACA5-F42DD0944280}"/>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0152D76-645E-448D-AB07-BE0DAA16A2B4}"/>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8642E63-F425-46C9-9BBE-44883A7D9A4F}"/>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D2C25DB-F8EA-475A-B3FA-34791E2B4A54}"/>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931027E-FF8C-46EF-BAC1-189292E8D9B8}"/>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702704C-411D-4A53-A0AF-AE75D9D3593C}"/>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8447648-651F-484F-AEE4-6FF050A11672}"/>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718AFB6-DFCF-4F3F-8A55-0699C16F6B22}"/>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3D3ADC5-ADDC-41E0-A852-D42B18590560}"/>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DDCB354-B2E5-4EBB-ADF6-2C5B208CBA24}"/>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2123BD8-BC04-48C0-82CB-82B0797FEB78}"/>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D7DA5EB-C1F7-4A26-8288-907D9016E91F}"/>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77AC32D-1F5B-4003-9359-D4A6CE43F644}"/>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A68C163-1D0E-4646-BFB1-5558C87429FB}"/>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F1E7055-5DC8-444D-B29E-F8AFAFED53A3}"/>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C64EDE3-609B-4773-AB1C-01F972A8E671}"/>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163074A-BBCB-4F25-BAE5-E314F6FFB765}"/>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44F1DE1-8075-4FD1-921A-4A2E986A3E14}"/>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1B570D8-B5E6-4BD2-B87D-134D1DF889AF}"/>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C6328E0-278D-47B0-BB26-AB4F4F992F1A}"/>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6E06448-F311-47B5-98DA-31169575BCAC}"/>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529B8BE-0D22-4EAC-890B-648FD6BA3F2E}"/>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2F5A9B3-DC4C-42E4-B60C-1D94A15F2CCB}"/>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E8D6B1A-5E6C-40D7-A85E-D2E05B233101}"/>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4DA74E1-FDC3-458F-8A64-6B53A2114F78}"/>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5D17F1F-B70F-4D96-906D-211B84E6C057}"/>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6076E2C-C4C7-4C9A-A607-E5334A02D6FE}"/>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14642E1-9B42-41A5-9E82-3F2DDB965F09}"/>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769574A-FFF3-4932-AD2E-02B88C8027A4}"/>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759351E-F296-40C7-8EF4-59461C3AC070}"/>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7B0E7AF-C383-4DE9-BF3C-841EF0D00D1F}"/>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F543758-AFDB-4691-9F57-9F8099F68C5E}"/>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E12EEEF9-0D72-4972-9468-B274A1BBB5B2}"/>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7524646-7167-4BA6-8A83-CCCE77C5A80E}"/>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D479160D-3F83-442D-9965-418F4F1AA097}"/>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B559FA8C-09CB-44CE-8BDD-A402A6CD3E55}"/>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D7DCE5C6-C2FD-4DA8-AEE3-70C694042270}"/>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40020241-6E39-4454-AC84-512E5ABFB1A0}"/>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E990A04-A389-444C-B304-7E6070E032C5}"/>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9DBECDA7-C168-4107-9933-6B92C939BEE5}"/>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BE69F8D0-D604-476A-89F2-87B23C75FD3D}"/>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AF1E3352-B81A-4837-B121-B3135E752F6C}"/>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CD95EEEF-F79A-4B73-A56F-A2E9339507D8}"/>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1C0AE45D-6ECB-4BAD-AA52-8C0C49D5A43B}"/>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DBCC0153-BE95-4925-ABFD-F6C0AA0B7705}"/>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DF0C9F48-2487-4FC9-BE77-24FDCF00E1B0}"/>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909B4990-841C-445E-964C-C0D8ABA3DC7F}"/>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AF7802ED-3A3B-4B26-9871-20E3503047C7}"/>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F6A7A510-EF03-49F6-93F0-3D9C66684BD6}"/>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5C047C9E-CEAB-4411-9FAE-5CCCB7013E2E}"/>
              </a:ext>
            </a:extLst>
          </p:cNvPr>
          <p:cNvSpPr>
            <a:spLocks xmlns:a="http://schemas.openxmlformats.org/drawingml/2006/main" noGrp="1"/>
          </p:cNvSpPr>
          <p:nvPr/>
        </p:nvSpPr>
        <p:spPr>
          <a:xfrm xmlns:a="http://schemas.openxmlformats.org/drawingml/2006/main" rot="0">
            <a:off x="4953000" y="434340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FFEEF5DB-270C-4D3D-B14C-C9182D844BB0}"/>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1744530064"/>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FC97B67-124F-44E8-A8C6-B559EF468F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9C1DC0-6E7A-47DE-9688-0AEC25B1ED9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F7619E7C-355F-47D1-895D-C08BB3E6EC5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7E36C0-D24D-4BE9-937C-0F95246E6C8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EE0E589F-AF22-4EE9-872D-4521F2EFB964}"/>
              </a:ext>
            </a:extLst>
          </p:cNvPr>
          <p:cNvSpPr>
            <a:spLocks xmlns:a="http://schemas.openxmlformats.org/drawingml/2006/main" noGrp="1"/>
          </p:cNvSpPr>
          <p:nvPr/>
        </p:nvSpPr>
        <p:spPr>
          <a:xfrm xmlns:a="http://schemas.openxmlformats.org/drawingml/2006/main">
            <a:off x="3667125" y="1809750"/>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392F7119-9BA7-49A0-AC20-20C7414DC5BD}"/>
              </a:ext>
            </a:extLst>
          </p:cNvPr>
          <p:cNvSpPr>
            <a:spLocks xmlns:a="http://schemas.openxmlformats.org/drawingml/2006/main" noGrp="1"/>
          </p:cNvSpPr>
          <p:nvPr/>
        </p:nvSpPr>
        <p:spPr>
          <a:xfrm xmlns:a="http://schemas.openxmlformats.org/drawingml/2006/main" rot="0">
            <a:off x="3800475" y="1924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7" name="">
            <a:extLst xmlns:a="http://schemas.openxmlformats.org/drawingml/2006/main">
              <a:ext uri="{FF2B5EF4-FFF2-40B4-BE49-F238E27FC236}">
                <a16:creationId xmlns:a16="http://schemas.microsoft.com/office/drawing/2014/main" id="{0F93F365-9F88-408B-98D2-4E51EE972D60}"/>
              </a:ext>
            </a:extLst>
          </p:cNvPr>
          <p:cNvSpPr>
            <a:spLocks xmlns:a="http://schemas.openxmlformats.org/drawingml/2006/main" noGrp="1"/>
          </p:cNvSpPr>
          <p:nvPr/>
        </p:nvSpPr>
        <p:spPr>
          <a:xfrm xmlns:a="http://schemas.openxmlformats.org/drawingml/2006/main">
            <a:off x="3667125" y="26193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8" name="">
            <a:extLst xmlns:a="http://schemas.openxmlformats.org/drawingml/2006/main">
              <a:ext uri="{FF2B5EF4-FFF2-40B4-BE49-F238E27FC236}">
                <a16:creationId xmlns:a16="http://schemas.microsoft.com/office/drawing/2014/main" id="{D4F7B342-4882-4175-80AE-B24B6DB3F418}"/>
              </a:ext>
            </a:extLst>
          </p:cNvPr>
          <p:cNvSpPr>
            <a:spLocks xmlns:a="http://schemas.openxmlformats.org/drawingml/2006/main" noGrp="1"/>
          </p:cNvSpPr>
          <p:nvPr/>
        </p:nvSpPr>
        <p:spPr>
          <a:xfrm xmlns:a="http://schemas.openxmlformats.org/drawingml/2006/main" rot="0">
            <a:off x="3800475" y="2733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D66526B1-A975-4287-BD10-94D8FE70AD41}"/>
              </a:ext>
            </a:extLst>
          </p:cNvPr>
          <p:cNvSpPr>
            <a:spLocks xmlns:a="http://schemas.openxmlformats.org/drawingml/2006/main" noGrp="1"/>
          </p:cNvSpPr>
          <p:nvPr/>
        </p:nvSpPr>
        <p:spPr>
          <a:xfrm xmlns:a="http://schemas.openxmlformats.org/drawingml/2006/main">
            <a:off x="3667125" y="3429000"/>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0" name="">
            <a:extLst xmlns:a="http://schemas.openxmlformats.org/drawingml/2006/main">
              <a:ext uri="{FF2B5EF4-FFF2-40B4-BE49-F238E27FC236}">
                <a16:creationId xmlns:a16="http://schemas.microsoft.com/office/drawing/2014/main" id="{0864EC35-E56F-432D-BE70-74DF5964A02A}"/>
              </a:ext>
            </a:extLst>
          </p:cNvPr>
          <p:cNvSpPr>
            <a:spLocks xmlns:a="http://schemas.openxmlformats.org/drawingml/2006/main" noGrp="1"/>
          </p:cNvSpPr>
          <p:nvPr/>
        </p:nvSpPr>
        <p:spPr>
          <a:xfrm xmlns:a="http://schemas.openxmlformats.org/drawingml/2006/main" rot="0">
            <a:off x="3800475" y="35433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1" name="">
            <a:extLst xmlns:a="http://schemas.openxmlformats.org/drawingml/2006/main">
              <a:ext uri="{FF2B5EF4-FFF2-40B4-BE49-F238E27FC236}">
                <a16:creationId xmlns:a16="http://schemas.microsoft.com/office/drawing/2014/main" id="{46C22D41-66C9-4585-BFF5-4624E9CE8C07}"/>
              </a:ext>
            </a:extLst>
          </p:cNvPr>
          <p:cNvSpPr>
            <a:spLocks xmlns:a="http://schemas.openxmlformats.org/drawingml/2006/main" noGrp="1"/>
          </p:cNvSpPr>
          <p:nvPr/>
        </p:nvSpPr>
        <p:spPr>
          <a:xfrm xmlns:a="http://schemas.openxmlformats.org/drawingml/2006/main">
            <a:off x="3667125" y="42386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2" name="">
            <a:extLst xmlns:a="http://schemas.openxmlformats.org/drawingml/2006/main">
              <a:ext uri="{FF2B5EF4-FFF2-40B4-BE49-F238E27FC236}">
                <a16:creationId xmlns:a16="http://schemas.microsoft.com/office/drawing/2014/main" id="{F2CF07C3-0E1F-4D59-AA13-B29CF2881227}"/>
              </a:ext>
            </a:extLst>
          </p:cNvPr>
          <p:cNvSpPr>
            <a:spLocks xmlns:a="http://schemas.openxmlformats.org/drawingml/2006/main" noGrp="1"/>
          </p:cNvSpPr>
          <p:nvPr/>
        </p:nvSpPr>
        <p:spPr>
          <a:xfrm xmlns:a="http://schemas.openxmlformats.org/drawingml/2006/main" rot="0">
            <a:off x="3800475" y="4352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3" name="">
            <a:extLst xmlns:a="http://schemas.openxmlformats.org/drawingml/2006/main">
              <a:ext uri="{FF2B5EF4-FFF2-40B4-BE49-F238E27FC236}">
                <a16:creationId xmlns:a16="http://schemas.microsoft.com/office/drawing/2014/main" id="{01AE8929-B87E-4602-AB07-8C56EF112146}"/>
              </a:ext>
            </a:extLst>
          </p:cNvPr>
          <p:cNvSpPr>
            <a:spLocks xmlns:a="http://schemas.openxmlformats.org/drawingml/2006/main" noGrp="1"/>
          </p:cNvSpPr>
          <p:nvPr/>
        </p:nvSpPr>
        <p:spPr>
          <a:xfrm xmlns:a="http://schemas.openxmlformats.org/drawingml/2006/main">
            <a:off x="3667125" y="54292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4" name="">
            <a:extLst xmlns:a="http://schemas.openxmlformats.org/drawingml/2006/main">
              <a:ext uri="{FF2B5EF4-FFF2-40B4-BE49-F238E27FC236}">
                <a16:creationId xmlns:a16="http://schemas.microsoft.com/office/drawing/2014/main" id="{CB0978B8-E029-44CF-BF74-2D4DF693E436}"/>
              </a:ext>
            </a:extLst>
          </p:cNvPr>
          <p:cNvSpPr>
            <a:spLocks xmlns:a="http://schemas.openxmlformats.org/drawingml/2006/main" noGrp="1"/>
          </p:cNvSpPr>
          <p:nvPr/>
        </p:nvSpPr>
        <p:spPr>
          <a:xfrm xmlns:a="http://schemas.openxmlformats.org/drawingml/2006/main" rot="0">
            <a:off x="3800475" y="55435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6FE1474E-7D47-4C76-A8D4-A986F953412C}"/>
              </a:ext>
            </a:extLst>
          </p:cNvPr>
          <p:cNvSpPr>
            <a:spLocks xmlns:a="http://schemas.openxmlformats.org/drawingml/2006/main" noGrp="1"/>
          </p:cNvSpPr>
          <p:nvPr/>
        </p:nvSpPr>
        <p:spPr>
          <a:xfrm xmlns:a="http://schemas.openxmlformats.org/drawingml/2006/main">
            <a:off x="5715000" y="4933950"/>
            <a:ext cx="28575" cy="2571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82F1ACA-C89E-4259-B6B4-A46DE482A002}"/>
              </a:ext>
            </a:extLst>
          </p:cNvPr>
          <p:cNvSpPr>
            <a:spLocks xmlns:a="http://schemas.openxmlformats.org/drawingml/2006/main" noGrp="1"/>
          </p:cNvSpPr>
          <p:nvPr/>
        </p:nvSpPr>
        <p:spPr>
          <a:xfrm xmlns:a="http://schemas.openxmlformats.org/drawingml/2006/main" rot="10800000">
            <a:off x="5648325" y="51625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7" name="">
            <a:extLst xmlns:a="http://schemas.openxmlformats.org/drawingml/2006/main">
              <a:ext uri="{FF2B5EF4-FFF2-40B4-BE49-F238E27FC236}">
                <a16:creationId xmlns:a16="http://schemas.microsoft.com/office/drawing/2014/main" id="{5CAC3920-FA29-49C7-B7F9-90173662BD99}"/>
              </a:ext>
            </a:extLst>
          </p:cNvPr>
          <p:cNvSpPr>
            <a:spLocks xmlns:a="http://schemas.openxmlformats.org/drawingml/2006/main" noGrp="1"/>
          </p:cNvSpPr>
          <p:nvPr/>
        </p:nvSpPr>
        <p:spPr>
          <a:xfrm xmlns:a="http://schemas.openxmlformats.org/drawingml/2006/main">
            <a:off x="7762875" y="2085975"/>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E3BB59C-8625-4E6F-B103-75D7718CB063}"/>
              </a:ext>
            </a:extLst>
          </p:cNvPr>
          <p:cNvSpPr>
            <a:spLocks xmlns:a="http://schemas.openxmlformats.org/drawingml/2006/main" noGrp="1"/>
          </p:cNvSpPr>
          <p:nvPr/>
        </p:nvSpPr>
        <p:spPr>
          <a:xfrm xmlns:a="http://schemas.openxmlformats.org/drawingml/2006/main">
            <a:off x="9353550" y="2085975"/>
            <a:ext cx="28575" cy="36195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FFBF007-497D-4017-B00D-834C3ADB0343}"/>
              </a:ext>
            </a:extLst>
          </p:cNvPr>
          <p:cNvSpPr>
            <a:spLocks xmlns:a="http://schemas.openxmlformats.org/drawingml/2006/main" noGrp="1"/>
          </p:cNvSpPr>
          <p:nvPr/>
        </p:nvSpPr>
        <p:spPr>
          <a:xfrm xmlns:a="http://schemas.openxmlformats.org/drawingml/2006/main">
            <a:off x="7762875" y="56769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303147B-460E-453A-8EA4-E0ADD144FD58}"/>
              </a:ext>
            </a:extLst>
          </p:cNvPr>
          <p:cNvSpPr>
            <a:spLocks xmlns:a="http://schemas.openxmlformats.org/drawingml/2006/main" noGrp="1"/>
          </p:cNvSpPr>
          <p:nvPr/>
        </p:nvSpPr>
        <p:spPr>
          <a:xfrm xmlns:a="http://schemas.openxmlformats.org/drawingml/2006/main" rot="16200000">
            <a:off x="7743825" y="56102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1" name="">
            <a:extLst xmlns:a="http://schemas.openxmlformats.org/drawingml/2006/main">
              <a:ext uri="{FF2B5EF4-FFF2-40B4-BE49-F238E27FC236}">
                <a16:creationId xmlns:a16="http://schemas.microsoft.com/office/drawing/2014/main" id="{6EFE418F-A57D-4EE7-9331-03F341BC0FB9}"/>
              </a:ext>
            </a:extLst>
          </p:cNvPr>
          <p:cNvSpPr>
            <a:spLocks xmlns:a="http://schemas.openxmlformats.org/drawingml/2006/main" noGrp="1"/>
          </p:cNvSpPr>
          <p:nvPr/>
        </p:nvSpPr>
        <p:spPr>
          <a:xfrm xmlns:a="http://schemas.openxmlformats.org/drawingml/2006/main" rot="0">
            <a:off x="9572625" y="3190875"/>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2" name="">
            <a:extLst xmlns:a="http://schemas.openxmlformats.org/drawingml/2006/main">
              <a:ext uri="{FF2B5EF4-FFF2-40B4-BE49-F238E27FC236}">
                <a16:creationId xmlns:a16="http://schemas.microsoft.com/office/drawing/2014/main" id="{4FD16CD6-F177-42DB-BBAC-BAF76C52121C}"/>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827309228"/>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9D946A-A59C-43E2-8F8C-960B12B5564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6CAF17-4E88-4C3F-ABC3-2913703D42C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FEB37C16-D59A-4D9C-ADCD-E57F762167C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C1F524-D3D3-46FF-850D-CF4C21537FD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E59818BC-D157-4F04-88EE-4D84725C34A4}"/>
              </a:ext>
            </a:extLst>
          </p:cNvPr>
          <p:cNvSpPr>
            <a:spLocks xmlns:a="http://schemas.openxmlformats.org/drawingml/2006/main" noGrp="1"/>
          </p:cNvSpPr>
          <p:nvPr/>
        </p:nvSpPr>
        <p:spPr>
          <a:xfrm xmlns:a="http://schemas.openxmlformats.org/drawingml/2006/main" rot="0">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8ACE8678-E34A-47FD-AD84-46270F812585}"/>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0958C4-B393-4FB6-8BE8-5FA37EC4AE4B}"/>
              </a:ext>
            </a:extLst>
          </p:cNvPr>
          <p:cNvSpPr>
            <a:spLocks xmlns:a="http://schemas.openxmlformats.org/drawingml/2006/main" noGrp="1"/>
          </p:cNvSpPr>
          <p:nvPr/>
        </p:nvSpPr>
        <p:spPr>
          <a:xfrm xmlns:a="http://schemas.openxmlformats.org/drawingml/2006/main" rot="0">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2011087425"/>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CE99D90-762E-4871-AA6E-D0CCEC8AED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67F689-D9B4-4E78-8458-9D301D12BF1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84F1B7C3-ACC0-4FD4-A6D6-298358A5D9B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C842C0-5584-44C9-91B9-BFE3AFC526B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91EB6F15-FA40-49AE-999B-0BF75A9C5C73}"/>
              </a:ext>
            </a:extLst>
          </p:cNvPr>
          <p:cNvSpPr>
            <a:spLocks xmlns:a="http://schemas.openxmlformats.org/drawingml/2006/main" noGrp="1"/>
          </p:cNvSpPr>
          <p:nvPr/>
        </p:nvSpPr>
        <p:spPr>
          <a:xfrm xmlns:a="http://schemas.openxmlformats.org/drawingml/2006/main" rot="0">
            <a:off x="10363200" y="16383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概念図</a:t>
            </a:r>
          </a:p>
        </p:txBody>
      </p:sp>
      <p:sp>
        <p:nvSpPr>
          <p:cNvPr id="6" name="">
            <a:extLst xmlns:a="http://schemas.openxmlformats.org/drawingml/2006/main">
              <a:ext uri="{FF2B5EF4-FFF2-40B4-BE49-F238E27FC236}">
                <a16:creationId xmlns:a16="http://schemas.microsoft.com/office/drawing/2014/main" id="{D934F9F2-3362-402F-A9A1-82053F0D9727}"/>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6503C53F-EFCF-4D3A-92D0-80FCA5FD3C2C}"/>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8" name="">
            <a:extLst xmlns:a="http://schemas.openxmlformats.org/drawingml/2006/main">
              <a:ext uri="{FF2B5EF4-FFF2-40B4-BE49-F238E27FC236}">
                <a16:creationId xmlns:a16="http://schemas.microsoft.com/office/drawing/2014/main" id="{89E72B6F-E22F-4B6E-83F2-2EBCB52871EC}"/>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AC9AD8E6-9BA4-490A-B7A3-02CE9289E122}"/>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E43E8327-FEAA-4FA5-B8C0-E2261C7F102A}"/>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27F1F86D-1A48-44BF-8853-CFEDE82699A3}"/>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2" name="">
            <a:extLst xmlns:a="http://schemas.openxmlformats.org/drawingml/2006/main">
              <a:ext uri="{FF2B5EF4-FFF2-40B4-BE49-F238E27FC236}">
                <a16:creationId xmlns:a16="http://schemas.microsoft.com/office/drawing/2014/main" id="{8880B3D2-3EEF-4F20-84D7-FE967DBB6837}"/>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160B6B7B-FD7D-466F-9D3D-F75168009C19}"/>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4" name="">
            <a:extLst xmlns:a="http://schemas.openxmlformats.org/drawingml/2006/main">
              <a:ext uri="{FF2B5EF4-FFF2-40B4-BE49-F238E27FC236}">
                <a16:creationId xmlns:a16="http://schemas.microsoft.com/office/drawing/2014/main" id="{D8758A3D-7CDE-4A89-9F25-1F1ED5EF3018}"/>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DD0F8224-F164-41BC-A776-18DAE930DEDD}"/>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DE6D7B82-7E7E-4BD0-B6A6-F5A93B3CF206}"/>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79F91BD8-CF39-4400-B54D-7F7D7DBDB7AD}"/>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640E3C6F-9C45-47D7-9618-828BB05384DB}"/>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A844867F-F2E4-4A38-9775-CF6307B0A682}"/>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797AEAFE-C2BA-4B96-85EA-0C14C58A1133}"/>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1" name="">
            <a:extLst xmlns:a="http://schemas.openxmlformats.org/drawingml/2006/main">
              <a:ext uri="{FF2B5EF4-FFF2-40B4-BE49-F238E27FC236}">
                <a16:creationId xmlns:a16="http://schemas.microsoft.com/office/drawing/2014/main" id="{F44F35A9-629B-4CAC-B633-CBCB9129BF89}"/>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2" name="">
            <a:extLst xmlns:a="http://schemas.openxmlformats.org/drawingml/2006/main">
              <a:ext uri="{FF2B5EF4-FFF2-40B4-BE49-F238E27FC236}">
                <a16:creationId xmlns:a16="http://schemas.microsoft.com/office/drawing/2014/main" id="{D066CF0B-749C-4659-B74F-BFF010534F33}"/>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43C3B97D-D6CC-4DD6-BCF3-6B193482FA63}"/>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3E2EF8B7-5F87-4979-A9FC-5FA7E349A8B3}"/>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5" name="">
            <a:extLst xmlns:a="http://schemas.openxmlformats.org/drawingml/2006/main">
              <a:ext uri="{FF2B5EF4-FFF2-40B4-BE49-F238E27FC236}">
                <a16:creationId xmlns:a16="http://schemas.microsoft.com/office/drawing/2014/main" id="{531B3C10-9974-47F7-9F07-560AD2894FB2}"/>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4F40A6C6-BA95-4D52-8EBA-21A2C3E44A0D}"/>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69BE9573-6B18-4935-A981-BE34CADEE82F}"/>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EBC0A34B-8237-4B27-AB4E-AE86C796FD6A}"/>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9" name="">
            <a:extLst xmlns:a="http://schemas.openxmlformats.org/drawingml/2006/main">
              <a:ext uri="{FF2B5EF4-FFF2-40B4-BE49-F238E27FC236}">
                <a16:creationId xmlns:a16="http://schemas.microsoft.com/office/drawing/2014/main" id="{6BB1723F-AA84-4BB9-B115-D3E54230A4BF}"/>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0" name="">
            <a:extLst xmlns:a="http://schemas.openxmlformats.org/drawingml/2006/main">
              <a:ext uri="{FF2B5EF4-FFF2-40B4-BE49-F238E27FC236}">
                <a16:creationId xmlns:a16="http://schemas.microsoft.com/office/drawing/2014/main" id="{399D926A-C489-4831-AC69-32B0705F20C6}"/>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1" name="">
            <a:extLst xmlns:a="http://schemas.openxmlformats.org/drawingml/2006/main">
              <a:ext uri="{FF2B5EF4-FFF2-40B4-BE49-F238E27FC236}">
                <a16:creationId xmlns:a16="http://schemas.microsoft.com/office/drawing/2014/main" id="{B55D12DA-10F0-415C-A800-D29EFA10254A}"/>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2" name="">
            <a:extLst xmlns:a="http://schemas.openxmlformats.org/drawingml/2006/main">
              <a:ext uri="{FF2B5EF4-FFF2-40B4-BE49-F238E27FC236}">
                <a16:creationId xmlns:a16="http://schemas.microsoft.com/office/drawing/2014/main" id="{948FE9C8-4F9B-4656-98D2-584EAFFB10B6}"/>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3" name="">
            <a:extLst xmlns:a="http://schemas.openxmlformats.org/drawingml/2006/main">
              <a:ext uri="{FF2B5EF4-FFF2-40B4-BE49-F238E27FC236}">
                <a16:creationId xmlns:a16="http://schemas.microsoft.com/office/drawing/2014/main" id="{1B4A811B-2F16-45DD-815B-943CE265F2DB}"/>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4" name="">
            <a:extLst xmlns:a="http://schemas.openxmlformats.org/drawingml/2006/main">
              <a:ext uri="{FF2B5EF4-FFF2-40B4-BE49-F238E27FC236}">
                <a16:creationId xmlns:a16="http://schemas.microsoft.com/office/drawing/2014/main" id="{27791193-09F3-4315-BF22-6C3BA1478D75}"/>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72DC897-2FBA-4BEA-B682-EBF2BF4E4DD3}"/>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6" name="">
            <a:extLst xmlns:a="http://schemas.openxmlformats.org/drawingml/2006/main">
              <a:ext uri="{FF2B5EF4-FFF2-40B4-BE49-F238E27FC236}">
                <a16:creationId xmlns:a16="http://schemas.microsoft.com/office/drawing/2014/main" id="{0AF3B4E1-A95C-4B65-AD9E-4A85BA948AD4}"/>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7" name="">
            <a:extLst xmlns:a="http://schemas.openxmlformats.org/drawingml/2006/main">
              <a:ext uri="{FF2B5EF4-FFF2-40B4-BE49-F238E27FC236}">
                <a16:creationId xmlns:a16="http://schemas.microsoft.com/office/drawing/2014/main" id="{F228EEE9-77E0-4782-818F-47108042017A}"/>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先に多くの現場とつながることが重要になる</a:t>
            </a:r>
          </a:p>
        </p:txBody>
      </p:sp>
    </p:spTree>
    <p:extLst>
      <p:ext uri="{BB962C8B-B14F-4D97-AF65-F5344CB8AC3E}">
        <p14:creationId xmlns:p14="http://schemas.microsoft.com/office/powerpoint/2010/main" val="844773353"/>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A0B79F4-8AEA-4F91-A4D6-6DE09F70396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BE12F5-69AE-4EDF-A8D7-169948A8767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488F793E-1720-4A07-B568-61DE75D3230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739B3A-F30C-494E-A5F8-9FB935FDB11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C43F626F-7FA2-4974-B1F0-90245C6C4A05}"/>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ECE8EF5C-FBCE-4D41-BBBE-A3914530FB45}"/>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63FAE20-20E3-48F5-A313-D4FDB59909DC}"/>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581F84DD-8612-414C-87C3-72719361C82E}"/>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5FA22FDA-2EBF-4204-8DE5-0168FFC12F8B}"/>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3E1CF228-91C3-4DCE-8904-37424F0B40BE}"/>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E5EE83B8-4CF1-4C5C-B861-1D828AD0FE2E}"/>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F463AE8C-487D-407A-A8EC-6441A7867BC3}"/>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2F1E3930-9E74-46DE-B616-ACA34B8EA53D}"/>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09FAF277-96B1-4401-86CE-AC27A984EA53}"/>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CAC0A82F-08F1-410B-9730-B8F7B55D0A62}"/>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A39EFA6C-5BCA-467D-A7E4-5941E064889F}"/>
              </a:ext>
            </a:extLst>
          </p:cNvPr>
          <p:cNvSpPr>
            <a:spLocks xmlns:a="http://schemas.openxmlformats.org/drawingml/2006/main" noGrp="1"/>
          </p:cNvSpPr>
          <p:nvPr/>
        </p:nvSpPr>
        <p:spPr>
          <a:xfrm xmlns:a="http://schemas.openxmlformats.org/drawingml/2006/main">
            <a:off x="1028700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713734B-59FA-42F0-84DB-F15A3ECA106C}"/>
              </a:ext>
            </a:extLst>
          </p:cNvPr>
          <p:cNvSpPr>
            <a:spLocks xmlns:a="http://schemas.openxmlformats.org/drawingml/2006/main" noGrp="1"/>
          </p:cNvSpPr>
          <p:nvPr/>
        </p:nvSpPr>
        <p:spPr>
          <a:xfrm xmlns:a="http://schemas.openxmlformats.org/drawingml/2006/main" rot="0">
            <a:off x="1022032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63213EAF-61B9-4611-A8EA-9568475A24E4}"/>
              </a:ext>
            </a:extLst>
          </p:cNvPr>
          <p:cNvSpPr>
            <a:spLocks xmlns:a="http://schemas.openxmlformats.org/drawingml/2006/main" noGrp="1"/>
          </p:cNvSpPr>
          <p:nvPr/>
        </p:nvSpPr>
        <p:spPr>
          <a:xfrm xmlns:a="http://schemas.openxmlformats.org/drawingml/2006/main" rot="0">
            <a:off x="10001250" y="39052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後発が一から</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積み直す壁</a:t>
            </a:r>
          </a:p>
        </p:txBody>
      </p:sp>
      <p:sp>
        <p:nvSpPr>
          <p:cNvPr id="19" name="">
            <a:extLst xmlns:a="http://schemas.openxmlformats.org/drawingml/2006/main">
              <a:ext uri="{FF2B5EF4-FFF2-40B4-BE49-F238E27FC236}">
                <a16:creationId xmlns:a16="http://schemas.microsoft.com/office/drawing/2014/main" id="{3AFA2A87-27FD-48F3-AAF6-CCF925216590}"/>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64527756"/>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B573787-54C8-4E7E-8E23-5375A55C589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FA49C9-CDB9-45EA-B787-30067D98EDA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4626F643-8F5C-49E9-97C1-4E98A2120EB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A86CD77-A2E4-4F85-8AE1-0D5E2AE7294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0EC48C3F-475A-48E0-A88C-6DBE9D160AB5}"/>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181ED1C8-6EBC-43B8-BF67-4BDB08FCEFBF}"/>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4B82E737-0D21-46CC-8963-4F3C0C97E2F2}"/>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BCC8A5AD-A5C2-4C74-8C86-8E115D2F73EB}"/>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B0C6AE85-64E8-41E2-BDC6-64EE0AF45668}"/>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6ACB82-1DA4-4A00-B80D-48155EC2B618}"/>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C1638E1F-28AD-496C-918D-A9B00CD1A4F0}"/>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D4603E92-288E-4227-877E-E5C87061BD16}"/>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E69757BC-9D49-4D3C-A1C3-5002F1FB062E}"/>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EC201ADA-5E00-4237-99AE-216E3D5458E2}"/>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D13359-3EC4-49AC-818A-9027A622295A}"/>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1CF29783-7DFF-4210-A8FD-09EA23423519}"/>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BBD8396B-96D6-4D74-BF99-7C6E8F5BC71A}"/>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41BC9613-4F98-4153-AD2C-EED8605A2C40}"/>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4A1873F8-506B-4D39-A723-42F5D499EB07}"/>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ロボットの</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現場統合</a:t>
            </a:r>
          </a:p>
        </p:txBody>
      </p:sp>
      <p:sp>
        <p:nvSpPr>
          <p:cNvPr id="20" name="">
            <a:extLst xmlns:a="http://schemas.openxmlformats.org/drawingml/2006/main">
              <a:ext uri="{FF2B5EF4-FFF2-40B4-BE49-F238E27FC236}">
                <a16:creationId xmlns:a16="http://schemas.microsoft.com/office/drawing/2014/main" id="{DA89D3CA-1EEF-4A71-8522-26B6D8093142}"/>
              </a:ext>
            </a:extLst>
          </p:cNvPr>
          <p:cNvSpPr>
            <a:spLocks xmlns:a="http://schemas.openxmlformats.org/drawingml/2006/main" noGrp="1"/>
          </p:cNvSpPr>
          <p:nvPr/>
        </p:nvSpPr>
        <p:spPr>
          <a:xfrm xmlns:a="http://schemas.openxmlformats.org/drawingml/2006/main" rot="0">
            <a:off x="8953500" y="37623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導入判断と導入後の調整へ</a:t>
            </a:r>
          </a:p>
        </p:txBody>
      </p:sp>
      <p:sp>
        <p:nvSpPr>
          <p:cNvPr id="21" name="">
            <a:extLst xmlns:a="http://schemas.openxmlformats.org/drawingml/2006/main">
              <a:ext uri="{FF2B5EF4-FFF2-40B4-BE49-F238E27FC236}">
                <a16:creationId xmlns:a16="http://schemas.microsoft.com/office/drawing/2014/main" id="{1AB0D4F7-5551-4636-8555-4A557A1D5870}"/>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B8DE5A9-CE4D-4DDE-9ADA-1F596A4C7C56}"/>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ロボット企業との協業先になり、自ら現場統合へ進むこともできる</a:t>
            </a:r>
          </a:p>
        </p:txBody>
      </p:sp>
    </p:spTree>
    <p:extLst>
      <p:ext uri="{BB962C8B-B14F-4D97-AF65-F5344CB8AC3E}">
        <p14:creationId xmlns:p14="http://schemas.microsoft.com/office/powerpoint/2010/main" val="1994606733"/>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06B71C-781D-42E3-A678-5A4BA5A831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D092AA-4DC9-46A6-8D18-488408D8984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AEC6A8E0-2D77-434C-9EC8-0DD37828DD0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512219-0259-489F-962E-3C25DCF9470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148F2E20-7E7E-438C-9EAC-F00002E1E4AA}"/>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8A63702D-A066-4AC1-8B34-366FA8B2892F}"/>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B7499BAE-8A9F-4D70-B517-2B7A54B78D55}"/>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B4478C47-9F2D-47C1-9E14-F67E6B649EF0}"/>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11708F-1781-4282-B34D-2A20B677F6C1}"/>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98196D9A-A547-4C50-B4AB-745FE1F4E10F}"/>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936FC200-54B0-42AC-826B-8383EEB92C65}"/>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68789BF0-4B7A-4087-896E-EA3E5AD2A65A}"/>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467752669"/>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4385CCB-67F5-43BF-B240-AF2474DB5C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F858C9-2BB8-4D4C-87F1-3691B81A8B3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F7F495EC-CB38-4619-88D9-42C71F5A373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F9DDFE-B2C0-4C5A-AF48-BDB478B988A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42575BF8-756B-4BF7-BB40-8128719926C8}"/>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E73BE0AF-3251-4E36-B4DA-18BA57CBCEEF}"/>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5DCD9A9E-46CA-43ED-AF75-C0A467B95B71}"/>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2CE23778-6117-4EE9-8699-5FBCC3C21997}"/>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6D1A1B10-005F-4E12-A555-3ECDD7983DCF}"/>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F78932AC-1020-4A6B-8511-5A36B6C310EC}"/>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C294B7DD-C6F6-42AA-846F-C04F3182B62F}"/>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1DDA9CF-3FC4-4E73-87C0-607E66416ED4}"/>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47538DA3-D55C-4173-998C-4086F7D002E6}"/>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FD82A76E-901B-41E8-A10E-4A4DD4F445A3}"/>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A5E5890A-CB25-4A5B-9CF5-1E882AFBBD0D}"/>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73518593-3B5F-4BF7-B977-CC0CC782A4BD}"/>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D7FD4E62-B511-4362-B9B1-CDFF826092C6}"/>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B52A96D-8C84-4841-ACAF-0AA0E6C8354C}"/>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6FEADF4-5A57-401E-948E-E3480691B54B}"/>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2084B844-6B26-41EC-8593-0A93FAC93E7D}"/>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AF7BBEBC-1DA8-4D17-8109-ABB388CDD5FF}"/>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4BDDDC8-3E4C-4B00-A7F6-E55B0A238A89}"/>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126364251"/>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00A23C5-6537-4ABB-8713-A1F16C3B69E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AA3C93-73BE-45CA-9179-4CAE71E1BF2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B1A549FE-3379-44CE-B903-B71382DC52B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76AE38-3C2C-41F0-B438-E7B0814FEE8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C154B0DF-8B7B-4BF1-8A9E-06BB25F6461F}"/>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52FAF672-DB6F-4023-96B0-E3762DF499C9}"/>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A96B8AD3-FDE4-44DD-90D1-593C1284A360}"/>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2B3168-01C2-4C94-9E18-E0DD3B875A5C}"/>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657560A6-AC2A-4690-AD10-71203ED9B2ED}"/>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094F6773-C991-49C1-AA53-1040EFC536E5}"/>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A03FF7-B1A2-43BD-B210-7831FA0A4C00}"/>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EB577303-63F5-490F-9D7F-5A60EE74D8A6}"/>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1DE5BB30-3DFF-44E8-A27C-8272B6D03883}"/>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7E69E7-C00A-4229-B4D9-879553075568}"/>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470C7B1B-751E-4C46-B73E-D0DDD2936B91}"/>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7F7DA599-BB35-46F6-A552-09553AB63176}"/>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249EE21-E434-4D53-B965-72375D9B4D7F}"/>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6C7DF278-9452-47DF-AD28-7A64D42A1C8D}"/>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297191826"/>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FC8856-BE4F-4EF5-A622-FE7BA05B087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0CB9C6-5551-4286-AC52-FAB2144BB45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5303A820-C06D-4D2F-8B6F-EB11B66BA95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3BDE71-4FC6-4A30-A843-05DBA56B334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62646362-F920-41DA-BC26-00F03B00D9CF}"/>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EF608867-D6FA-4D6C-A6F1-E49AD611E979}"/>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F73AC474-0BAD-4A29-AF22-C6F0EB3D70B6}"/>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E29A66-63EB-478D-99F1-ADA852EE552D}"/>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35CD5EB2-79DA-49F5-B647-6B5C9BF34884}"/>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E6EFE68F-CBFF-4649-A2F1-1B83995C33F7}"/>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1730229866"/>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FE1A1D4-2909-4838-9BA4-3818AED0B8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8375A3-1FF7-41E7-9039-91547ECFADE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80182B20-BF93-43BD-84BB-E4240D70061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741E21-7375-4A0B-BE11-33BEABA389A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E67B56D3-9244-4D94-B2A1-1E53B2DAA8B7}"/>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F27B9709-9328-4069-9D6D-9B016EAE338B}"/>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507C8D96-CB60-4FDD-8E86-8E415FC7EBCE}"/>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6A7673-3C2E-4F18-BB0D-2A69D3885672}"/>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B93DE1A9-A022-4954-8271-E3EA4E8AD37E}"/>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D49519C2-A52A-47A7-B915-0EC95B6F5547}"/>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BF813A-92AE-4B29-B869-2038D61538EA}"/>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4F5AF7DE-B53B-4BAA-BB5A-3125D46E3CA3}"/>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6899CFC9-91F4-43EF-BA85-F50EF9B4C183}"/>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CEE2699-3408-4DE6-B41F-288E79B736AD}"/>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D69B28D7-2EA9-4F8D-A1EC-01F2D4268901}"/>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1212095337"/>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4CDEB15-4D3F-4227-A493-28B252995E2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F64AE5-6C16-4548-BB38-4CEF984F36A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BD1BC6C0-7F4D-421A-A967-CD572500580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48A69F-443A-4B1D-A81F-B33D37CBD4D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2d40e5ab4054269"/>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829DDCE-C9D5-47AC-8108-A2CA2D68CDFE}"/>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C64678F1-69A6-4EC7-B9CD-BB7245150DBE}"/>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31BB8D2F-BB6B-4ED4-9340-DE950FD45D74}"/>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8be6a9a0bb84a7c"/>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FC652CC-6A54-40A2-A803-635197DF42EC}"/>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338C4605-8131-4496-B6B6-4A4A66FF6609}"/>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42CC9103-F4F1-42D3-ADEA-A310E0AFEC73}"/>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9a9d02ca8da4eb2"/>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3979AA1-C1CE-4360-A759-FAF9C0AD95AE}"/>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F0B25F29-14D8-4838-AA29-C90B88C33A97}"/>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75B9738C-63B1-48C1-94AC-A6483AD4ABA4}"/>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9267E504-1EFB-4D6A-90CA-CAFD7109FAF7}"/>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9FCDDB1-FC76-4382-B8FD-9455A1AC81A4}"/>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945464225"/>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282DBE-0705-46BD-A8A3-6820DD213B5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4B55DC-C3A8-4712-A9DF-A57D6CEDFAC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08183C00-BECE-453C-812F-87CEE24F2EE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D05B9D-3144-4C30-8E50-92B224079A3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053BA0D0-9258-41A2-A8A0-0332DCC6F4B1}"/>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1963929756"/>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BDC34B-D55C-4B94-917E-E2869DBD286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2F18D0-F06F-4975-84E6-12A6CDC5FFD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B2633CD8-25DB-4A04-9C71-F84FC38C65A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AC6F83-4590-4524-B355-4218D776A5B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7CC5BD4-48F9-45AC-9657-FF0C6C2E324A}"/>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D5AB512A-364F-4CE9-8CE8-36A61F41B3E8}"/>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63452702"/>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245E6E7-8CA4-4108-9103-FBC11B2146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B1B7A9-F5D0-4D98-874D-21E5E885F67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6CD1221B-1FD7-4417-AA9A-16EDE5EB760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0FCA96-1377-45C9-B3A4-A1665117163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B29ABB67-6E65-4E33-ABA7-536FBFD06822}"/>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CE887566-ECBA-49E3-A920-AF2E29C6F914}"/>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118816DE-48A6-4B15-A30B-EFA7F4B165FA}"/>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F999342-8EA9-4475-B75B-9A180421272E}"/>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D57980F4-571E-4FFB-86AE-1F54F14BE6F2}"/>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0174F62B-1C0E-420D-B35B-2908D409ABF1}"/>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8FE5B18-EC11-4355-A87A-DFE43BB4B05C}"/>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BF0D972D-A8CB-4F67-A2CC-1C2058CCD4AF}"/>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1826438B-22C2-421A-B5AD-CD9A69C80715}"/>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FE745EC-0B39-43BE-A67F-7BABD4B84F52}"/>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263770C8-7B0E-47A0-86C7-D790D2FAEC51}"/>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719585196"/>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6A1DCB-BD5F-445B-85F1-44B334F569F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89879A-CE91-46A4-8472-D71BC3768BC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5C354591-F1FA-46FD-8C96-35365D2A359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AD02F9-FF75-48C3-8C27-387EFBF738E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9E576581-489F-4C39-889E-760E27D8DED4}"/>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0473194B-DB73-4868-87A6-7FB884FA2D39}"/>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E7D0E07E-63D9-449D-AD33-9E7F56FE66DC}"/>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142B656-03B0-4C78-923E-30AC41C68E8A}"/>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16F87999-05C1-42AE-BDE8-F78895DF5A9C}"/>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454E7380-2B17-4C05-8B3C-C919C2D4BDB4}"/>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118CE5-EC2D-4BF5-9C13-FB57C9E82760}"/>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96639D05-AC11-4DA2-9FFA-B32B0E0C3755}"/>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56CCC894-C13B-4411-81A4-40799A5CF3DF}"/>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92908621"/>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FDDF6BFC-D646-4EB4-BF24-182128C97D0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0AA203-3B94-427A-8E26-014F1721918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6EE98DD3-E426-4E3E-BE8E-E2297694DEC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CFECDB-4EE6-409E-890A-9E6CD3DE4B6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A7ECCA8D-805E-4467-9EED-B91F912BC368}"/>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25FF6E-A3B0-4B2F-B4E7-0DBE208BF5A2}"/>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7253DCFD-0230-48ED-AED6-DBE27B082941}"/>
              </a:ext>
            </a:extLst>
          </p:cNvPr>
          <p:cNvSpPr>
            <a:spLocks xmlns:a="http://schemas.openxmlformats.org/drawingml/2006/main" noGrp="1"/>
          </p:cNvSpPr>
          <p:nvPr/>
        </p:nvSpPr>
        <p:spPr>
          <a:xfrm xmlns:a="http://schemas.openxmlformats.org/drawingml/2006/main">
            <a:off x="305752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53757E52-C314-471D-9ACB-D5C383E42C69}"/>
              </a:ext>
            </a:extLst>
          </p:cNvPr>
          <p:cNvSpPr>
            <a:spLocks xmlns:a="http://schemas.openxmlformats.org/drawingml/2006/main" noGrp="1"/>
          </p:cNvSpPr>
          <p:nvPr/>
        </p:nvSpPr>
        <p:spPr>
          <a:xfrm xmlns:a="http://schemas.openxmlformats.org/drawingml/2006/main" rot="0">
            <a:off x="305752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7760BB94-78F7-4696-807A-AD4E1DB624C2}"/>
              </a:ext>
            </a:extLst>
          </p:cNvPr>
          <p:cNvSpPr>
            <a:spLocks xmlns:a="http://schemas.openxmlformats.org/drawingml/2006/main" noGrp="1"/>
          </p:cNvSpPr>
          <p:nvPr/>
        </p:nvSpPr>
        <p:spPr>
          <a:xfrm xmlns:a="http://schemas.openxmlformats.org/drawingml/2006/main">
            <a:off x="5803900"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8E7FEFE7-9A51-40B9-9694-BFDD16504BC4}"/>
              </a:ext>
            </a:extLst>
          </p:cNvPr>
          <p:cNvSpPr>
            <a:spLocks xmlns:a="http://schemas.openxmlformats.org/drawingml/2006/main" noGrp="1"/>
          </p:cNvSpPr>
          <p:nvPr/>
        </p:nvSpPr>
        <p:spPr>
          <a:xfrm xmlns:a="http://schemas.openxmlformats.org/drawingml/2006/main" rot="0">
            <a:off x="5803900"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88FBD93C-4BD7-4E5D-82C4-F9391F395D99}"/>
              </a:ext>
            </a:extLst>
          </p:cNvPr>
          <p:cNvSpPr>
            <a:spLocks xmlns:a="http://schemas.openxmlformats.org/drawingml/2006/main" noGrp="1"/>
          </p:cNvSpPr>
          <p:nvPr/>
        </p:nvSpPr>
        <p:spPr>
          <a:xfrm xmlns:a="http://schemas.openxmlformats.org/drawingml/2006/main">
            <a:off x="855027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427C95A8-ACA0-490A-9A7E-3F7CD60D100B}"/>
              </a:ext>
            </a:extLst>
          </p:cNvPr>
          <p:cNvSpPr>
            <a:spLocks xmlns:a="http://schemas.openxmlformats.org/drawingml/2006/main" noGrp="1"/>
          </p:cNvSpPr>
          <p:nvPr/>
        </p:nvSpPr>
        <p:spPr>
          <a:xfrm xmlns:a="http://schemas.openxmlformats.org/drawingml/2006/main" rot="0">
            <a:off x="855027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BF9D854A-B839-4D7A-9BEC-5DFC79616086}"/>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8424D11F-9DB7-42DE-B6A3-97E25D173AF4}"/>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収集規模</a:t>
            </a:r>
          </a:p>
        </p:txBody>
      </p:sp>
      <p:sp>
        <p:nvSpPr>
          <p:cNvPr id="15" name="">
            <a:extLst xmlns:a="http://schemas.openxmlformats.org/drawingml/2006/main">
              <a:ext uri="{FF2B5EF4-FFF2-40B4-BE49-F238E27FC236}">
                <a16:creationId xmlns:a16="http://schemas.microsoft.com/office/drawing/2014/main" id="{D7A62E1A-6BEA-4B8E-8F0E-ECCFA34DCBC0}"/>
              </a:ext>
            </a:extLst>
          </p:cNvPr>
          <p:cNvSpPr>
            <a:spLocks xmlns:a="http://schemas.openxmlformats.org/drawingml/2006/main" noGrp="1"/>
          </p:cNvSpPr>
          <p:nvPr/>
        </p:nvSpPr>
        <p:spPr>
          <a:xfrm xmlns:a="http://schemas.openxmlformats.org/drawingml/2006/main">
            <a:off x="305752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E2DC01F9-60EE-40B1-AC73-DEFE5C5E7915}"/>
              </a:ext>
            </a:extLst>
          </p:cNvPr>
          <p:cNvSpPr>
            <a:spLocks xmlns:a="http://schemas.openxmlformats.org/drawingml/2006/main" noGrp="1"/>
          </p:cNvSpPr>
          <p:nvPr/>
        </p:nvSpPr>
        <p:spPr>
          <a:xfrm xmlns:a="http://schemas.openxmlformats.org/drawingml/2006/main">
            <a:off x="5803900"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1FCDDAC6-EC7F-4665-B2AE-944CF5FD0136}"/>
              </a:ext>
            </a:extLst>
          </p:cNvPr>
          <p:cNvSpPr>
            <a:spLocks xmlns:a="http://schemas.openxmlformats.org/drawingml/2006/main" noGrp="1"/>
          </p:cNvSpPr>
          <p:nvPr/>
        </p:nvSpPr>
        <p:spPr>
          <a:xfrm xmlns:a="http://schemas.openxmlformats.org/drawingml/2006/main">
            <a:off x="855027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23989B70-7780-4D78-8FBF-48D61A1E4DA8}"/>
              </a:ext>
            </a:extLst>
          </p:cNvPr>
          <p:cNvSpPr>
            <a:spLocks xmlns:a="http://schemas.openxmlformats.org/drawingml/2006/main" noGrp="1"/>
          </p:cNvSpPr>
          <p:nvPr/>
        </p:nvSpPr>
        <p:spPr>
          <a:xfrm xmlns:a="http://schemas.openxmlformats.org/drawingml/2006/main">
            <a:off x="3152775" y="2447925"/>
            <a:ext cx="255587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E0C05B7E-42A3-4736-B28B-EA27515F52DD}"/>
              </a:ext>
            </a:extLst>
          </p:cNvPr>
          <p:cNvSpPr>
            <a:spLocks xmlns:a="http://schemas.openxmlformats.org/drawingml/2006/main" noGrp="1"/>
          </p:cNvSpPr>
          <p:nvPr/>
        </p:nvSpPr>
        <p:spPr>
          <a:xfrm xmlns:a="http://schemas.openxmlformats.org/drawingml/2006/main" rot="0">
            <a:off x="3248025" y="2362200"/>
            <a:ext cx="236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月間500時間</a:t>
            </a:r>
          </a:p>
        </p:txBody>
      </p:sp>
      <p:sp>
        <p:nvSpPr>
          <p:cNvPr id="20" name="">
            <a:extLst xmlns:a="http://schemas.openxmlformats.org/drawingml/2006/main">
              <a:ext uri="{FF2B5EF4-FFF2-40B4-BE49-F238E27FC236}">
                <a16:creationId xmlns:a16="http://schemas.microsoft.com/office/drawing/2014/main" id="{EEBE2321-9544-4C5E-86B5-0C0298CEDB92}"/>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B929E97D-3AD3-4181-92F6-AC4D8158A047}"/>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収集規模</a:t>
            </a:r>
          </a:p>
        </p:txBody>
      </p:sp>
      <p:sp>
        <p:nvSpPr>
          <p:cNvPr id="22" name="">
            <a:extLst xmlns:a="http://schemas.openxmlformats.org/drawingml/2006/main">
              <a:ext uri="{FF2B5EF4-FFF2-40B4-BE49-F238E27FC236}">
                <a16:creationId xmlns:a16="http://schemas.microsoft.com/office/drawing/2014/main" id="{B479E82E-84FB-4249-8953-F4981CD5A574}"/>
              </a:ext>
            </a:extLst>
          </p:cNvPr>
          <p:cNvSpPr>
            <a:spLocks xmlns:a="http://schemas.openxmlformats.org/drawingml/2006/main" noGrp="1"/>
          </p:cNvSpPr>
          <p:nvPr/>
        </p:nvSpPr>
        <p:spPr>
          <a:xfrm xmlns:a="http://schemas.openxmlformats.org/drawingml/2006/main">
            <a:off x="305752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3" name="">
            <a:extLst xmlns:a="http://schemas.openxmlformats.org/drawingml/2006/main">
              <a:ext uri="{FF2B5EF4-FFF2-40B4-BE49-F238E27FC236}">
                <a16:creationId xmlns:a16="http://schemas.microsoft.com/office/drawing/2014/main" id="{94221344-1632-4F2E-842A-BA47AEF798E9}"/>
              </a:ext>
            </a:extLst>
          </p:cNvPr>
          <p:cNvSpPr>
            <a:spLocks xmlns:a="http://schemas.openxmlformats.org/drawingml/2006/main" noGrp="1"/>
          </p:cNvSpPr>
          <p:nvPr/>
        </p:nvSpPr>
        <p:spPr>
          <a:xfrm xmlns:a="http://schemas.openxmlformats.org/drawingml/2006/main">
            <a:off x="5803900"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19B10D4D-B385-4D64-942D-BEB62215F196}"/>
              </a:ext>
            </a:extLst>
          </p:cNvPr>
          <p:cNvSpPr>
            <a:spLocks xmlns:a="http://schemas.openxmlformats.org/drawingml/2006/main" noGrp="1"/>
          </p:cNvSpPr>
          <p:nvPr/>
        </p:nvSpPr>
        <p:spPr>
          <a:xfrm xmlns:a="http://schemas.openxmlformats.org/drawingml/2006/main">
            <a:off x="855027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38206C5A-CEBD-4489-B49E-EC2B590DFA30}"/>
              </a:ext>
            </a:extLst>
          </p:cNvPr>
          <p:cNvSpPr>
            <a:spLocks xmlns:a="http://schemas.openxmlformats.org/drawingml/2006/main" noGrp="1"/>
          </p:cNvSpPr>
          <p:nvPr/>
        </p:nvSpPr>
        <p:spPr>
          <a:xfrm xmlns:a="http://schemas.openxmlformats.org/drawingml/2006/main">
            <a:off x="5899150" y="3133725"/>
            <a:ext cx="255587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E7C1F584-1B85-4A82-A6EE-116DE6AF41DC}"/>
              </a:ext>
            </a:extLst>
          </p:cNvPr>
          <p:cNvSpPr>
            <a:spLocks xmlns:a="http://schemas.openxmlformats.org/drawingml/2006/main" noGrp="1"/>
          </p:cNvSpPr>
          <p:nvPr/>
        </p:nvSpPr>
        <p:spPr>
          <a:xfrm xmlns:a="http://schemas.openxmlformats.org/drawingml/2006/main" rot="0">
            <a:off x="5994400" y="3048000"/>
            <a:ext cx="236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500時間を維持</a:t>
            </a:r>
          </a:p>
        </p:txBody>
      </p:sp>
      <p:sp>
        <p:nvSpPr>
          <p:cNvPr id="27" name="">
            <a:extLst xmlns:a="http://schemas.openxmlformats.org/drawingml/2006/main">
              <a:ext uri="{FF2B5EF4-FFF2-40B4-BE49-F238E27FC236}">
                <a16:creationId xmlns:a16="http://schemas.microsoft.com/office/drawing/2014/main" id="{89D561B3-F698-45E7-89F3-9158DBE9CF47}"/>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A1EE7862-2317-4669-A43E-63E803D4A684}"/>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収集規模</a:t>
            </a:r>
          </a:p>
        </p:txBody>
      </p:sp>
      <p:sp>
        <p:nvSpPr>
          <p:cNvPr id="29" name="">
            <a:extLst xmlns:a="http://schemas.openxmlformats.org/drawingml/2006/main">
              <a:ext uri="{FF2B5EF4-FFF2-40B4-BE49-F238E27FC236}">
                <a16:creationId xmlns:a16="http://schemas.microsoft.com/office/drawing/2014/main" id="{DAEF0071-F9A7-477E-912B-1A16A4F2C46E}"/>
              </a:ext>
            </a:extLst>
          </p:cNvPr>
          <p:cNvSpPr>
            <a:spLocks xmlns:a="http://schemas.openxmlformats.org/drawingml/2006/main" noGrp="1"/>
          </p:cNvSpPr>
          <p:nvPr/>
        </p:nvSpPr>
        <p:spPr>
          <a:xfrm xmlns:a="http://schemas.openxmlformats.org/drawingml/2006/main">
            <a:off x="305752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9C14D286-37DD-4BF5-B00E-9C1EAD391EC5}"/>
              </a:ext>
            </a:extLst>
          </p:cNvPr>
          <p:cNvSpPr>
            <a:spLocks xmlns:a="http://schemas.openxmlformats.org/drawingml/2006/main" noGrp="1"/>
          </p:cNvSpPr>
          <p:nvPr/>
        </p:nvSpPr>
        <p:spPr>
          <a:xfrm xmlns:a="http://schemas.openxmlformats.org/drawingml/2006/main">
            <a:off x="5803900"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8F7E356D-68E8-4634-AFE6-581433AE0033}"/>
              </a:ext>
            </a:extLst>
          </p:cNvPr>
          <p:cNvSpPr>
            <a:spLocks xmlns:a="http://schemas.openxmlformats.org/drawingml/2006/main" noGrp="1"/>
          </p:cNvSpPr>
          <p:nvPr/>
        </p:nvSpPr>
        <p:spPr>
          <a:xfrm xmlns:a="http://schemas.openxmlformats.org/drawingml/2006/main">
            <a:off x="855027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DB351A15-891A-46FB-B613-A5399048B608}"/>
              </a:ext>
            </a:extLst>
          </p:cNvPr>
          <p:cNvSpPr>
            <a:spLocks xmlns:a="http://schemas.openxmlformats.org/drawingml/2006/main" noGrp="1"/>
          </p:cNvSpPr>
          <p:nvPr/>
        </p:nvSpPr>
        <p:spPr>
          <a:xfrm xmlns:a="http://schemas.openxmlformats.org/drawingml/2006/main">
            <a:off x="8645525" y="3819525"/>
            <a:ext cx="255587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3" name="">
            <a:extLst xmlns:a="http://schemas.openxmlformats.org/drawingml/2006/main">
              <a:ext uri="{FF2B5EF4-FFF2-40B4-BE49-F238E27FC236}">
                <a16:creationId xmlns:a16="http://schemas.microsoft.com/office/drawing/2014/main" id="{BAA9FF69-E45D-4382-99C8-BC87E36067A9}"/>
              </a:ext>
            </a:extLst>
          </p:cNvPr>
          <p:cNvSpPr>
            <a:spLocks xmlns:a="http://schemas.openxmlformats.org/drawingml/2006/main" noGrp="1"/>
          </p:cNvSpPr>
          <p:nvPr/>
        </p:nvSpPr>
        <p:spPr>
          <a:xfrm xmlns:a="http://schemas.openxmlformats.org/drawingml/2006/main" rot="0">
            <a:off x="8740775" y="3733800"/>
            <a:ext cx="236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月間1,000時間</a:t>
            </a:r>
          </a:p>
        </p:txBody>
      </p:sp>
      <p:sp>
        <p:nvSpPr>
          <p:cNvPr id="34" name="">
            <a:extLst xmlns:a="http://schemas.openxmlformats.org/drawingml/2006/main">
              <a:ext uri="{FF2B5EF4-FFF2-40B4-BE49-F238E27FC236}">
                <a16:creationId xmlns:a16="http://schemas.microsoft.com/office/drawing/2014/main" id="{8BB3B692-835B-4196-9239-0724B5770CDC}"/>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723348AD-FF1A-489F-B6AE-C82CBB4ADF73}"/>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a:t>
            </a:r>
          </a:p>
        </p:txBody>
      </p:sp>
      <p:sp>
        <p:nvSpPr>
          <p:cNvPr id="36" name="">
            <a:extLst xmlns:a="http://schemas.openxmlformats.org/drawingml/2006/main">
              <a:ext uri="{FF2B5EF4-FFF2-40B4-BE49-F238E27FC236}">
                <a16:creationId xmlns:a16="http://schemas.microsoft.com/office/drawing/2014/main" id="{A16B46A6-F3EF-42E2-AAB0-614B76C479E6}"/>
              </a:ext>
            </a:extLst>
          </p:cNvPr>
          <p:cNvSpPr>
            <a:spLocks xmlns:a="http://schemas.openxmlformats.org/drawingml/2006/main" noGrp="1"/>
          </p:cNvSpPr>
          <p:nvPr/>
        </p:nvSpPr>
        <p:spPr>
          <a:xfrm xmlns:a="http://schemas.openxmlformats.org/drawingml/2006/main">
            <a:off x="305752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5EEDC28E-6E80-44D8-A0A0-00FF8C2786D5}"/>
              </a:ext>
            </a:extLst>
          </p:cNvPr>
          <p:cNvSpPr>
            <a:spLocks xmlns:a="http://schemas.openxmlformats.org/drawingml/2006/main" noGrp="1"/>
          </p:cNvSpPr>
          <p:nvPr/>
        </p:nvSpPr>
        <p:spPr>
          <a:xfrm xmlns:a="http://schemas.openxmlformats.org/drawingml/2006/main">
            <a:off x="5803900"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61F0F151-D10E-41F2-A2FF-AC7338244B2E}"/>
              </a:ext>
            </a:extLst>
          </p:cNvPr>
          <p:cNvSpPr>
            <a:spLocks xmlns:a="http://schemas.openxmlformats.org/drawingml/2006/main" noGrp="1"/>
          </p:cNvSpPr>
          <p:nvPr/>
        </p:nvSpPr>
        <p:spPr>
          <a:xfrm xmlns:a="http://schemas.openxmlformats.org/drawingml/2006/main">
            <a:off x="855027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CD077DBA-E9A4-47E1-8B3E-547D0C19855E}"/>
              </a:ext>
            </a:extLst>
          </p:cNvPr>
          <p:cNvSpPr>
            <a:spLocks xmlns:a="http://schemas.openxmlformats.org/drawingml/2006/main" noGrp="1"/>
          </p:cNvSpPr>
          <p:nvPr/>
        </p:nvSpPr>
        <p:spPr>
          <a:xfrm xmlns:a="http://schemas.openxmlformats.org/drawingml/2006/main">
            <a:off x="3152775" y="45053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C3390301-E6EF-4A3E-8D1B-9F3C20DB8F3A}"/>
              </a:ext>
            </a:extLst>
          </p:cNvPr>
          <p:cNvSpPr>
            <a:spLocks xmlns:a="http://schemas.openxmlformats.org/drawingml/2006/main" noGrp="1"/>
          </p:cNvSpPr>
          <p:nvPr/>
        </p:nvSpPr>
        <p:spPr>
          <a:xfrm xmlns:a="http://schemas.openxmlformats.org/drawingml/2006/main" rot="0">
            <a:off x="3248025" y="44196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飲食・小売へ拡大</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現場訪問で運用上の懸念を確認</a:t>
            </a:r>
          </a:p>
        </p:txBody>
      </p:sp>
      <p:sp>
        <p:nvSpPr>
          <p:cNvPr id="41" name="">
            <a:extLst xmlns:a="http://schemas.openxmlformats.org/drawingml/2006/main">
              <a:ext uri="{FF2B5EF4-FFF2-40B4-BE49-F238E27FC236}">
                <a16:creationId xmlns:a16="http://schemas.microsoft.com/office/drawing/2014/main" id="{6319537C-AA7D-491D-B5D2-54891AE19612}"/>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79A79215-E59C-445D-B864-FE8611315C13}"/>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販売・基盤</a:t>
            </a:r>
          </a:p>
        </p:txBody>
      </p:sp>
      <p:sp>
        <p:nvSpPr>
          <p:cNvPr id="43" name="">
            <a:extLst xmlns:a="http://schemas.openxmlformats.org/drawingml/2006/main">
              <a:ext uri="{FF2B5EF4-FFF2-40B4-BE49-F238E27FC236}">
                <a16:creationId xmlns:a16="http://schemas.microsoft.com/office/drawing/2014/main" id="{B3F3C6EE-DEC4-4956-806D-3F3B428C9C03}"/>
              </a:ext>
            </a:extLst>
          </p:cNvPr>
          <p:cNvSpPr>
            <a:spLocks xmlns:a="http://schemas.openxmlformats.org/drawingml/2006/main" noGrp="1"/>
          </p:cNvSpPr>
          <p:nvPr/>
        </p:nvSpPr>
        <p:spPr>
          <a:xfrm xmlns:a="http://schemas.openxmlformats.org/drawingml/2006/main">
            <a:off x="3057525" y="50292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3D8489C4-0518-4C17-9C71-6DFA30F9A051}"/>
              </a:ext>
            </a:extLst>
          </p:cNvPr>
          <p:cNvSpPr>
            <a:spLocks xmlns:a="http://schemas.openxmlformats.org/drawingml/2006/main" noGrp="1"/>
          </p:cNvSpPr>
          <p:nvPr/>
        </p:nvSpPr>
        <p:spPr>
          <a:xfrm xmlns:a="http://schemas.openxmlformats.org/drawingml/2006/main">
            <a:off x="5803900" y="50292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4CD2168D-3B6D-4AB9-A30E-2F0714C1F881}"/>
              </a:ext>
            </a:extLst>
          </p:cNvPr>
          <p:cNvSpPr>
            <a:spLocks xmlns:a="http://schemas.openxmlformats.org/drawingml/2006/main" noGrp="1"/>
          </p:cNvSpPr>
          <p:nvPr/>
        </p:nvSpPr>
        <p:spPr>
          <a:xfrm xmlns:a="http://schemas.openxmlformats.org/drawingml/2006/main">
            <a:off x="8550275" y="50292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EA61BA85-791C-4D7A-9136-C5360D99F969}"/>
              </a:ext>
            </a:extLst>
          </p:cNvPr>
          <p:cNvSpPr>
            <a:spLocks xmlns:a="http://schemas.openxmlformats.org/drawingml/2006/main" noGrp="1"/>
          </p:cNvSpPr>
          <p:nvPr/>
        </p:nvSpPr>
        <p:spPr>
          <a:xfrm xmlns:a="http://schemas.openxmlformats.org/drawingml/2006/main">
            <a:off x="3152775" y="51911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7" name="">
            <a:extLst xmlns:a="http://schemas.openxmlformats.org/drawingml/2006/main">
              <a:ext uri="{FF2B5EF4-FFF2-40B4-BE49-F238E27FC236}">
                <a16:creationId xmlns:a16="http://schemas.microsoft.com/office/drawing/2014/main" id="{FE3047C1-4A9B-4BEE-A4A7-42B3FC8105C7}"/>
              </a:ext>
            </a:extLst>
          </p:cNvPr>
          <p:cNvSpPr>
            <a:spLocks xmlns:a="http://schemas.openxmlformats.org/drawingml/2006/main" noGrp="1"/>
          </p:cNvSpPr>
          <p:nvPr/>
        </p:nvSpPr>
        <p:spPr>
          <a:xfrm xmlns:a="http://schemas.openxmlformats.org/drawingml/2006/main" rot="0">
            <a:off x="3248025" y="51054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Nextremerとの合意・格納</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海外販売先、デバイス協働先へ打診</a:t>
            </a:r>
          </a:p>
        </p:txBody>
      </p:sp>
      <p:sp>
        <p:nvSpPr>
          <p:cNvPr id="48" name="">
            <a:extLst xmlns:a="http://schemas.openxmlformats.org/drawingml/2006/main">
              <a:ext uri="{FF2B5EF4-FFF2-40B4-BE49-F238E27FC236}">
                <a16:creationId xmlns:a16="http://schemas.microsoft.com/office/drawing/2014/main" id="{69DA303D-EED6-4DC5-821C-9543991E6705}"/>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合意フローとデータ取扱いを法務チェック</a:t>
            </a:r>
          </a:p>
        </p:txBody>
      </p:sp>
    </p:spTree>
    <p:extLst>
      <p:ext uri="{BB962C8B-B14F-4D97-AF65-F5344CB8AC3E}">
        <p14:creationId xmlns:p14="http://schemas.microsoft.com/office/powerpoint/2010/main" val="2146449312"/>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60731D31-A342-4EA0-A64C-54264F5F28D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2499D-58F7-4420-86BC-923D0DCD161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EE2735C5-5EAC-4717-A21A-7AE8E97D68E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50C03E-BF55-46B8-A292-B2DB768DB3E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9D15B1D2-EA6F-477A-AE4C-B2CCDE4843A2}"/>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32E8DF-A6EE-400C-93E8-73B3F77AA612}"/>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F94851C9-71CC-43BF-B31B-3926B2BFB156}"/>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4F212E72-3C4A-489E-A182-400ECF8BF855}"/>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D0CD6E75-A29C-41DD-ADF7-EB235998F433}"/>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65A03BD4-1806-44F7-BA75-2F7643965A62}"/>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C5A6A8C0-EE01-4547-873D-84C6D0FA9163}"/>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2ADA85C-36FC-48E5-A46B-12646E40C258}"/>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EB8D742E-6FAF-4711-AA1A-63CAC75C1A47}"/>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9054D3DA-08F6-4CBC-9935-97883DDA64D2}"/>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B7BAA864-DBD1-41EE-B5FB-48B64C520E05}"/>
              </a:ext>
            </a:extLst>
          </p:cNvPr>
          <p:cNvSpPr>
            <a:spLocks xmlns:a="http://schemas.openxmlformats.org/drawingml/2006/main" noGrp="1"/>
          </p:cNvSpPr>
          <p:nvPr/>
        </p:nvSpPr>
        <p:spPr>
          <a:xfrm xmlns:a="http://schemas.openxmlformats.org/drawingml/2006/main">
            <a:off x="723900" y="22860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A1B5AB4D-7416-4CD5-AC75-85F60577CFE9}"/>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7EF43E18-E35B-4050-8D42-00528C4E4B2A}"/>
              </a:ext>
            </a:extLst>
          </p:cNvPr>
          <p:cNvSpPr>
            <a:spLocks xmlns:a="http://schemas.openxmlformats.org/drawingml/2006/main" noGrp="1"/>
          </p:cNvSpPr>
          <p:nvPr/>
        </p:nvSpPr>
        <p:spPr>
          <a:xfrm xmlns:a="http://schemas.openxmlformats.org/drawingml/2006/main">
            <a:off x="3057525"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3D9C9AD0-CB30-4737-8845-379519F7C71F}"/>
              </a:ext>
            </a:extLst>
          </p:cNvPr>
          <p:cNvSpPr>
            <a:spLocks xmlns:a="http://schemas.openxmlformats.org/drawingml/2006/main" noGrp="1"/>
          </p:cNvSpPr>
          <p:nvPr/>
        </p:nvSpPr>
        <p:spPr>
          <a:xfrm xmlns:a="http://schemas.openxmlformats.org/drawingml/2006/main">
            <a:off x="5117306"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3AF1937E-E433-4BD0-9460-D767E7644908}"/>
              </a:ext>
            </a:extLst>
          </p:cNvPr>
          <p:cNvSpPr>
            <a:spLocks xmlns:a="http://schemas.openxmlformats.org/drawingml/2006/main" noGrp="1"/>
          </p:cNvSpPr>
          <p:nvPr/>
        </p:nvSpPr>
        <p:spPr>
          <a:xfrm xmlns:a="http://schemas.openxmlformats.org/drawingml/2006/main">
            <a:off x="7177088"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4B55B3E0-1B7F-4AA7-B197-80E261A12F9C}"/>
              </a:ext>
            </a:extLst>
          </p:cNvPr>
          <p:cNvSpPr>
            <a:spLocks xmlns:a="http://schemas.openxmlformats.org/drawingml/2006/main" noGrp="1"/>
          </p:cNvSpPr>
          <p:nvPr/>
        </p:nvSpPr>
        <p:spPr>
          <a:xfrm xmlns:a="http://schemas.openxmlformats.org/drawingml/2006/main">
            <a:off x="9236869"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5F019FB7-F08E-4EED-BFAD-D5124F2FC7A5}"/>
              </a:ext>
            </a:extLst>
          </p:cNvPr>
          <p:cNvSpPr>
            <a:spLocks xmlns:a="http://schemas.openxmlformats.org/drawingml/2006/main" noGrp="1"/>
          </p:cNvSpPr>
          <p:nvPr/>
        </p:nvSpPr>
        <p:spPr>
          <a:xfrm xmlns:a="http://schemas.openxmlformats.org/drawingml/2006/main">
            <a:off x="3152775" y="2447925"/>
            <a:ext cx="1869281"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E4A57D4C-1938-4DBE-96B4-90569EE30772}"/>
              </a:ext>
            </a:extLst>
          </p:cNvPr>
          <p:cNvSpPr>
            <a:spLocks xmlns:a="http://schemas.openxmlformats.org/drawingml/2006/main" noGrp="1"/>
          </p:cNvSpPr>
          <p:nvPr/>
        </p:nvSpPr>
        <p:spPr>
          <a:xfrm xmlns:a="http://schemas.openxmlformats.org/drawingml/2006/main" rot="0">
            <a:off x="3248025" y="2362200"/>
            <a:ext cx="1678781"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宿泊・リフォーム・清掃</a:t>
            </a:r>
          </a:p>
        </p:txBody>
      </p:sp>
      <p:sp>
        <p:nvSpPr>
          <p:cNvPr id="23" name="">
            <a:extLst xmlns:a="http://schemas.openxmlformats.org/drawingml/2006/main">
              <a:ext uri="{FF2B5EF4-FFF2-40B4-BE49-F238E27FC236}">
                <a16:creationId xmlns:a16="http://schemas.microsoft.com/office/drawing/2014/main" id="{F6E8C7F2-74B7-456E-A234-111B53B884C3}"/>
              </a:ext>
            </a:extLst>
          </p:cNvPr>
          <p:cNvSpPr>
            <a:spLocks xmlns:a="http://schemas.openxmlformats.org/drawingml/2006/main" noGrp="1"/>
          </p:cNvSpPr>
          <p:nvPr/>
        </p:nvSpPr>
        <p:spPr>
          <a:xfrm xmlns:a="http://schemas.openxmlformats.org/drawingml/2006/main">
            <a:off x="723900" y="30670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88EE5110-5CC9-445D-9CF8-810AEFFC788F}"/>
              </a:ext>
            </a:extLst>
          </p:cNvPr>
          <p:cNvSpPr>
            <a:spLocks xmlns:a="http://schemas.openxmlformats.org/drawingml/2006/main" noGrp="1"/>
          </p:cNvSpPr>
          <p:nvPr/>
        </p:nvSpPr>
        <p:spPr>
          <a:xfrm xmlns:a="http://schemas.openxmlformats.org/drawingml/2006/main" rot="0">
            <a:off x="857250" y="32766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25" name="">
            <a:extLst xmlns:a="http://schemas.openxmlformats.org/drawingml/2006/main">
              <a:ext uri="{FF2B5EF4-FFF2-40B4-BE49-F238E27FC236}">
                <a16:creationId xmlns:a16="http://schemas.microsoft.com/office/drawing/2014/main" id="{838704E2-2113-403D-A128-E9632788A3E0}"/>
              </a:ext>
            </a:extLst>
          </p:cNvPr>
          <p:cNvSpPr>
            <a:spLocks xmlns:a="http://schemas.openxmlformats.org/drawingml/2006/main" noGrp="1"/>
          </p:cNvSpPr>
          <p:nvPr/>
        </p:nvSpPr>
        <p:spPr>
          <a:xfrm xmlns:a="http://schemas.openxmlformats.org/drawingml/2006/main">
            <a:off x="3057525"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5449118E-F165-4D08-8EC7-C8DB3F94CFCF}"/>
              </a:ext>
            </a:extLst>
          </p:cNvPr>
          <p:cNvSpPr>
            <a:spLocks xmlns:a="http://schemas.openxmlformats.org/drawingml/2006/main" noGrp="1"/>
          </p:cNvSpPr>
          <p:nvPr/>
        </p:nvSpPr>
        <p:spPr>
          <a:xfrm xmlns:a="http://schemas.openxmlformats.org/drawingml/2006/main">
            <a:off x="5117306"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46F1C399-D5CC-4B82-A307-E8BB746E43F0}"/>
              </a:ext>
            </a:extLst>
          </p:cNvPr>
          <p:cNvSpPr>
            <a:spLocks xmlns:a="http://schemas.openxmlformats.org/drawingml/2006/main" noGrp="1"/>
          </p:cNvSpPr>
          <p:nvPr/>
        </p:nvSpPr>
        <p:spPr>
          <a:xfrm xmlns:a="http://schemas.openxmlformats.org/drawingml/2006/main">
            <a:off x="7177088"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5C940E92-B1B8-44AB-834D-2107467B9740}"/>
              </a:ext>
            </a:extLst>
          </p:cNvPr>
          <p:cNvSpPr>
            <a:spLocks xmlns:a="http://schemas.openxmlformats.org/drawingml/2006/main" noGrp="1"/>
          </p:cNvSpPr>
          <p:nvPr/>
        </p:nvSpPr>
        <p:spPr>
          <a:xfrm xmlns:a="http://schemas.openxmlformats.org/drawingml/2006/main">
            <a:off x="9236869"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C2C49E48-5C9C-4552-97DA-6DA158DF23DB}"/>
              </a:ext>
            </a:extLst>
          </p:cNvPr>
          <p:cNvSpPr>
            <a:spLocks xmlns:a="http://schemas.openxmlformats.org/drawingml/2006/main" noGrp="1"/>
          </p:cNvSpPr>
          <p:nvPr/>
        </p:nvSpPr>
        <p:spPr>
          <a:xfrm xmlns:a="http://schemas.openxmlformats.org/drawingml/2006/main">
            <a:off x="5212556" y="322897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B6F97E1E-2D70-48EF-9BF8-9FC4E9919520}"/>
              </a:ext>
            </a:extLst>
          </p:cNvPr>
          <p:cNvSpPr>
            <a:spLocks xmlns:a="http://schemas.openxmlformats.org/drawingml/2006/main" noGrp="1"/>
          </p:cNvSpPr>
          <p:nvPr/>
        </p:nvSpPr>
        <p:spPr>
          <a:xfrm xmlns:a="http://schemas.openxmlformats.org/drawingml/2006/main" rot="0">
            <a:off x="5307806" y="314325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介護・医療へ拡大し、撮影先を広げる</a:t>
            </a:r>
          </a:p>
        </p:txBody>
      </p:sp>
      <p:sp>
        <p:nvSpPr>
          <p:cNvPr id="31" name="">
            <a:extLst xmlns:a="http://schemas.openxmlformats.org/drawingml/2006/main">
              <a:ext uri="{FF2B5EF4-FFF2-40B4-BE49-F238E27FC236}">
                <a16:creationId xmlns:a16="http://schemas.microsoft.com/office/drawing/2014/main" id="{3CD198DC-B42F-4029-B2E2-8D2172E67F7A}"/>
              </a:ext>
            </a:extLst>
          </p:cNvPr>
          <p:cNvSpPr>
            <a:spLocks xmlns:a="http://schemas.openxmlformats.org/drawingml/2006/main" noGrp="1"/>
          </p:cNvSpPr>
          <p:nvPr/>
        </p:nvSpPr>
        <p:spPr>
          <a:xfrm xmlns:a="http://schemas.openxmlformats.org/drawingml/2006/main">
            <a:off x="723900" y="38481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71BC868A-55E1-4E74-9175-9C98D01505BA}"/>
              </a:ext>
            </a:extLst>
          </p:cNvPr>
          <p:cNvSpPr>
            <a:spLocks xmlns:a="http://schemas.openxmlformats.org/drawingml/2006/main" noGrp="1"/>
          </p:cNvSpPr>
          <p:nvPr/>
        </p:nvSpPr>
        <p:spPr>
          <a:xfrm xmlns:a="http://schemas.openxmlformats.org/drawingml/2006/main" rot="0">
            <a:off x="857250" y="40576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デバイス・知財</a:t>
            </a:r>
          </a:p>
        </p:txBody>
      </p:sp>
      <p:sp>
        <p:nvSpPr>
          <p:cNvPr id="33" name="">
            <a:extLst xmlns:a="http://schemas.openxmlformats.org/drawingml/2006/main">
              <a:ext uri="{FF2B5EF4-FFF2-40B4-BE49-F238E27FC236}">
                <a16:creationId xmlns:a16="http://schemas.microsoft.com/office/drawing/2014/main" id="{F29E184E-7A72-47CB-93D1-9E581D92DFB3}"/>
              </a:ext>
            </a:extLst>
          </p:cNvPr>
          <p:cNvSpPr>
            <a:spLocks xmlns:a="http://schemas.openxmlformats.org/drawingml/2006/main" noGrp="1"/>
          </p:cNvSpPr>
          <p:nvPr/>
        </p:nvSpPr>
        <p:spPr>
          <a:xfrm xmlns:a="http://schemas.openxmlformats.org/drawingml/2006/main">
            <a:off x="3057525"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2BCC12F6-8814-4720-A6FA-97DBD51F4E5E}"/>
              </a:ext>
            </a:extLst>
          </p:cNvPr>
          <p:cNvSpPr>
            <a:spLocks xmlns:a="http://schemas.openxmlformats.org/drawingml/2006/main" noGrp="1"/>
          </p:cNvSpPr>
          <p:nvPr/>
        </p:nvSpPr>
        <p:spPr>
          <a:xfrm xmlns:a="http://schemas.openxmlformats.org/drawingml/2006/main">
            <a:off x="5117306"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37F06628-4A0B-4950-A0A6-87585F82A7B9}"/>
              </a:ext>
            </a:extLst>
          </p:cNvPr>
          <p:cNvSpPr>
            <a:spLocks xmlns:a="http://schemas.openxmlformats.org/drawingml/2006/main" noGrp="1"/>
          </p:cNvSpPr>
          <p:nvPr/>
        </p:nvSpPr>
        <p:spPr>
          <a:xfrm xmlns:a="http://schemas.openxmlformats.org/drawingml/2006/main">
            <a:off x="7177088"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CBDCA0C5-59A3-4E07-B6C2-E09207DC73AE}"/>
              </a:ext>
            </a:extLst>
          </p:cNvPr>
          <p:cNvSpPr>
            <a:spLocks xmlns:a="http://schemas.openxmlformats.org/drawingml/2006/main" noGrp="1"/>
          </p:cNvSpPr>
          <p:nvPr/>
        </p:nvSpPr>
        <p:spPr>
          <a:xfrm xmlns:a="http://schemas.openxmlformats.org/drawingml/2006/main">
            <a:off x="9236869"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2A4619C3-358F-46FA-80FE-CC474AEC98B7}"/>
              </a:ext>
            </a:extLst>
          </p:cNvPr>
          <p:cNvSpPr>
            <a:spLocks xmlns:a="http://schemas.openxmlformats.org/drawingml/2006/main" noGrp="1"/>
          </p:cNvSpPr>
          <p:nvPr/>
        </p:nvSpPr>
        <p:spPr>
          <a:xfrm xmlns:a="http://schemas.openxmlformats.org/drawingml/2006/main">
            <a:off x="3152775" y="40100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855C7957-5E41-441F-8B77-E6F1110A862D}"/>
              </a:ext>
            </a:extLst>
          </p:cNvPr>
          <p:cNvSpPr>
            <a:spLocks xmlns:a="http://schemas.openxmlformats.org/drawingml/2006/main" noGrp="1"/>
          </p:cNvSpPr>
          <p:nvPr/>
        </p:nvSpPr>
        <p:spPr>
          <a:xfrm xmlns:a="http://schemas.openxmlformats.org/drawingml/2006/main" rot="0">
            <a:off x="3248025" y="39243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開発、意匠・特許の準備・出願</a:t>
            </a:r>
          </a:p>
        </p:txBody>
      </p:sp>
      <p:sp>
        <p:nvSpPr>
          <p:cNvPr id="39" name="">
            <a:extLst xmlns:a="http://schemas.openxmlformats.org/drawingml/2006/main">
              <a:ext uri="{FF2B5EF4-FFF2-40B4-BE49-F238E27FC236}">
                <a16:creationId xmlns:a16="http://schemas.microsoft.com/office/drawing/2014/main" id="{688203C9-DAD4-498F-A890-F4EF3D04D242}"/>
              </a:ext>
            </a:extLst>
          </p:cNvPr>
          <p:cNvSpPr>
            <a:spLocks xmlns:a="http://schemas.openxmlformats.org/drawingml/2006/main" noGrp="1"/>
          </p:cNvSpPr>
          <p:nvPr/>
        </p:nvSpPr>
        <p:spPr>
          <a:xfrm xmlns:a="http://schemas.openxmlformats.org/drawingml/2006/main">
            <a:off x="723900" y="46291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6035FB1C-3081-44F3-8BDB-29FA22E4E015}"/>
              </a:ext>
            </a:extLst>
          </p:cNvPr>
          <p:cNvSpPr>
            <a:spLocks xmlns:a="http://schemas.openxmlformats.org/drawingml/2006/main" noGrp="1"/>
          </p:cNvSpPr>
          <p:nvPr/>
        </p:nvSpPr>
        <p:spPr>
          <a:xfrm xmlns:a="http://schemas.openxmlformats.org/drawingml/2006/main" rot="0">
            <a:off x="857250" y="48387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ロボット企業・政府</a:t>
            </a:r>
          </a:p>
        </p:txBody>
      </p:sp>
      <p:sp>
        <p:nvSpPr>
          <p:cNvPr id="41" name="">
            <a:extLst xmlns:a="http://schemas.openxmlformats.org/drawingml/2006/main">
              <a:ext uri="{FF2B5EF4-FFF2-40B4-BE49-F238E27FC236}">
                <a16:creationId xmlns:a16="http://schemas.microsoft.com/office/drawing/2014/main" id="{5518E5B4-9DF0-4D52-9491-F197F3BFD93B}"/>
              </a:ext>
            </a:extLst>
          </p:cNvPr>
          <p:cNvSpPr>
            <a:spLocks xmlns:a="http://schemas.openxmlformats.org/drawingml/2006/main" noGrp="1"/>
          </p:cNvSpPr>
          <p:nvPr/>
        </p:nvSpPr>
        <p:spPr>
          <a:xfrm xmlns:a="http://schemas.openxmlformats.org/drawingml/2006/main">
            <a:off x="3057525"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3B6C3A7E-C338-44AE-B929-F9648E6DA410}"/>
              </a:ext>
            </a:extLst>
          </p:cNvPr>
          <p:cNvSpPr>
            <a:spLocks xmlns:a="http://schemas.openxmlformats.org/drawingml/2006/main" noGrp="1"/>
          </p:cNvSpPr>
          <p:nvPr/>
        </p:nvSpPr>
        <p:spPr>
          <a:xfrm xmlns:a="http://schemas.openxmlformats.org/drawingml/2006/main">
            <a:off x="5117306"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AB2D6216-EEB7-4496-B09C-F26DC7CF5EA3}"/>
              </a:ext>
            </a:extLst>
          </p:cNvPr>
          <p:cNvSpPr>
            <a:spLocks xmlns:a="http://schemas.openxmlformats.org/drawingml/2006/main" noGrp="1"/>
          </p:cNvSpPr>
          <p:nvPr/>
        </p:nvSpPr>
        <p:spPr>
          <a:xfrm xmlns:a="http://schemas.openxmlformats.org/drawingml/2006/main">
            <a:off x="7177088"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F99BC73B-A00B-4609-BFA9-D3844BF5BD58}"/>
              </a:ext>
            </a:extLst>
          </p:cNvPr>
          <p:cNvSpPr>
            <a:spLocks xmlns:a="http://schemas.openxmlformats.org/drawingml/2006/main" noGrp="1"/>
          </p:cNvSpPr>
          <p:nvPr/>
        </p:nvSpPr>
        <p:spPr>
          <a:xfrm xmlns:a="http://schemas.openxmlformats.org/drawingml/2006/main">
            <a:off x="9236869"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B3797094-C31E-438C-BAA4-A64D7754BB4C}"/>
              </a:ext>
            </a:extLst>
          </p:cNvPr>
          <p:cNvSpPr>
            <a:spLocks xmlns:a="http://schemas.openxmlformats.org/drawingml/2006/main" noGrp="1"/>
          </p:cNvSpPr>
          <p:nvPr/>
        </p:nvSpPr>
        <p:spPr>
          <a:xfrm xmlns:a="http://schemas.openxmlformats.org/drawingml/2006/main">
            <a:off x="5212556" y="479107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76D52733-AFF7-4C2F-8927-C06BAE2E746E}"/>
              </a:ext>
            </a:extLst>
          </p:cNvPr>
          <p:cNvSpPr>
            <a:spLocks xmlns:a="http://schemas.openxmlformats.org/drawingml/2006/main" noGrp="1"/>
          </p:cNvSpPr>
          <p:nvPr/>
        </p:nvSpPr>
        <p:spPr>
          <a:xfrm xmlns:a="http://schemas.openxmlformats.org/drawingml/2006/main" rot="0">
            <a:off x="5307806" y="470535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高プライバシーデータの活用設計</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現場データ収集を打診</a:t>
            </a:r>
          </a:p>
        </p:txBody>
      </p:sp>
      <p:sp>
        <p:nvSpPr>
          <p:cNvPr id="47" name="">
            <a:extLst xmlns:a="http://schemas.openxmlformats.org/drawingml/2006/main">
              <a:ext uri="{FF2B5EF4-FFF2-40B4-BE49-F238E27FC236}">
                <a16:creationId xmlns:a16="http://schemas.microsoft.com/office/drawing/2014/main" id="{4A591736-97DA-4E83-9805-5D4D206ABCDC}"/>
              </a:ext>
            </a:extLst>
          </p:cNvPr>
          <p:cNvSpPr>
            <a:spLocks xmlns:a="http://schemas.openxmlformats.org/drawingml/2006/main" noGrp="1"/>
          </p:cNvSpPr>
          <p:nvPr/>
        </p:nvSpPr>
        <p:spPr>
          <a:xfrm xmlns:a="http://schemas.openxmlformats.org/drawingml/2006/main">
            <a:off x="723900" y="54102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35EB057E-8743-4AF0-A6C0-C19A2BE19F10}"/>
              </a:ext>
            </a:extLst>
          </p:cNvPr>
          <p:cNvSpPr>
            <a:spLocks xmlns:a="http://schemas.openxmlformats.org/drawingml/2006/main" noGrp="1"/>
          </p:cNvSpPr>
          <p:nvPr/>
        </p:nvSpPr>
        <p:spPr>
          <a:xfrm xmlns:a="http://schemas.openxmlformats.org/drawingml/2006/main" rot="0">
            <a:off x="857250" y="5619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大学・研究</a:t>
            </a:r>
          </a:p>
        </p:txBody>
      </p:sp>
      <p:sp>
        <p:nvSpPr>
          <p:cNvPr id="49" name="">
            <a:extLst xmlns:a="http://schemas.openxmlformats.org/drawingml/2006/main">
              <a:ext uri="{FF2B5EF4-FFF2-40B4-BE49-F238E27FC236}">
                <a16:creationId xmlns:a16="http://schemas.microsoft.com/office/drawing/2014/main" id="{277206BE-C758-49B3-9F10-619ACD37CEB5}"/>
              </a:ext>
            </a:extLst>
          </p:cNvPr>
          <p:cNvSpPr>
            <a:spLocks xmlns:a="http://schemas.openxmlformats.org/drawingml/2006/main" noGrp="1"/>
          </p:cNvSpPr>
          <p:nvPr/>
        </p:nvSpPr>
        <p:spPr>
          <a:xfrm xmlns:a="http://schemas.openxmlformats.org/drawingml/2006/main">
            <a:off x="3057525" y="54102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D1A8F0DA-F7DE-4D44-B3DE-04FD7612B5B6}"/>
              </a:ext>
            </a:extLst>
          </p:cNvPr>
          <p:cNvSpPr>
            <a:spLocks xmlns:a="http://schemas.openxmlformats.org/drawingml/2006/main" noGrp="1"/>
          </p:cNvSpPr>
          <p:nvPr/>
        </p:nvSpPr>
        <p:spPr>
          <a:xfrm xmlns:a="http://schemas.openxmlformats.org/drawingml/2006/main">
            <a:off x="5117306" y="54102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047BA69B-3ABA-439B-BB04-4ADC7CCE74CB}"/>
              </a:ext>
            </a:extLst>
          </p:cNvPr>
          <p:cNvSpPr>
            <a:spLocks xmlns:a="http://schemas.openxmlformats.org/drawingml/2006/main" noGrp="1"/>
          </p:cNvSpPr>
          <p:nvPr/>
        </p:nvSpPr>
        <p:spPr>
          <a:xfrm xmlns:a="http://schemas.openxmlformats.org/drawingml/2006/main">
            <a:off x="7177088" y="54102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AA67BCF4-D4A4-4786-8EF0-AC17472C4B7D}"/>
              </a:ext>
            </a:extLst>
          </p:cNvPr>
          <p:cNvSpPr>
            <a:spLocks xmlns:a="http://schemas.openxmlformats.org/drawingml/2006/main" noGrp="1"/>
          </p:cNvSpPr>
          <p:nvPr/>
        </p:nvSpPr>
        <p:spPr>
          <a:xfrm xmlns:a="http://schemas.openxmlformats.org/drawingml/2006/main">
            <a:off x="9236869" y="54102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3E70D24F-AF86-4E01-BF59-6CC5A37ECCD9}"/>
              </a:ext>
            </a:extLst>
          </p:cNvPr>
          <p:cNvSpPr>
            <a:spLocks xmlns:a="http://schemas.openxmlformats.org/drawingml/2006/main" noGrp="1"/>
          </p:cNvSpPr>
          <p:nvPr/>
        </p:nvSpPr>
        <p:spPr>
          <a:xfrm xmlns:a="http://schemas.openxmlformats.org/drawingml/2006/main">
            <a:off x="9332119" y="5572125"/>
            <a:ext cx="1869281"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FBEEBF4B-9E1E-40C8-9CB7-BAF102AABE35}"/>
              </a:ext>
            </a:extLst>
          </p:cNvPr>
          <p:cNvSpPr>
            <a:spLocks xmlns:a="http://schemas.openxmlformats.org/drawingml/2006/main" noGrp="1"/>
          </p:cNvSpPr>
          <p:nvPr/>
        </p:nvSpPr>
        <p:spPr>
          <a:xfrm xmlns:a="http://schemas.openxmlformats.org/drawingml/2006/main" rot="0">
            <a:off x="9427369" y="5486400"/>
            <a:ext cx="1678781"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AIモデル開発</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Real2Sim開始</a:t>
            </a:r>
          </a:p>
        </p:txBody>
      </p:sp>
    </p:spTree>
    <p:extLst>
      <p:ext uri="{BB962C8B-B14F-4D97-AF65-F5344CB8AC3E}">
        <p14:creationId xmlns:p14="http://schemas.microsoft.com/office/powerpoint/2010/main" val="1175172472"/>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635983AE-28BB-43B7-A69E-C806D09B796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AF19DA-BE5F-4650-BFA8-3BDD25F2D2D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C944913A-96A8-4279-9843-EBBABC65DC2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DA2FB9-3D8B-45D0-AB61-9813996E73F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4632DD9C-4C38-476E-BC43-A1E02029AC9D}"/>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C7BD4FF-FCEA-40FB-B461-801361E914A4}"/>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470EF62B-568F-45C5-979F-38AA6EE6494C}"/>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F869C7C2-7043-4A3A-9408-9D357D81DA5F}"/>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A1041FB8-DBD8-4A26-B757-1D1AC0AA00C6}"/>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7A86FA89-6DD7-473A-BBAB-8489B87E1F8D}"/>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9DC9B3EF-55B5-4ABE-ABCA-66E349895D43}"/>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85199C0B-E54F-4631-8AF4-143E8AC57B5B}"/>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CDC6C447-4C19-4C49-882B-2052145242D7}"/>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1A0A5D47-9F43-4BB6-A23D-1665E8F34BB3}"/>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35A86911-50C3-4A29-83E0-C2F692E04EDD}"/>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C8537DFE-E9AE-4753-84C8-2ECE071FCCD7}"/>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F8914FB7-81BC-4F2D-976D-A75E44D83308}"/>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27AAA536-0173-44C6-8F46-3214540FAA51}"/>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EC2351F2-4F62-4C0E-AFE5-007EA597AA67}"/>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31B74E1A-AE6D-432E-BB8C-EE0A639EFADB}"/>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4A4A3ADC-38C6-4FE3-91D5-C93DD04B9330}"/>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F4C4A211-B724-4DDF-8B25-1ACE9D19A444}"/>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撮影先と現場実装先を拡大</a:t>
            </a:r>
          </a:p>
        </p:txBody>
      </p:sp>
      <p:sp>
        <p:nvSpPr>
          <p:cNvPr id="23" name="">
            <a:extLst xmlns:a="http://schemas.openxmlformats.org/drawingml/2006/main">
              <a:ext uri="{FF2B5EF4-FFF2-40B4-BE49-F238E27FC236}">
                <a16:creationId xmlns:a16="http://schemas.microsoft.com/office/drawing/2014/main" id="{C57999E2-B5FC-42FF-9A0A-EB0D6B95488F}"/>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44AABF7C-A929-4EF8-8343-FDFAF0B38C9D}"/>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実証実験</a:t>
            </a:r>
          </a:p>
        </p:txBody>
      </p:sp>
      <p:sp>
        <p:nvSpPr>
          <p:cNvPr id="25" name="">
            <a:extLst xmlns:a="http://schemas.openxmlformats.org/drawingml/2006/main">
              <a:ext uri="{FF2B5EF4-FFF2-40B4-BE49-F238E27FC236}">
                <a16:creationId xmlns:a16="http://schemas.microsoft.com/office/drawing/2014/main" id="{FB6FBDAC-1380-40D9-B204-2CEEE5A3943D}"/>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B4B83A2D-6E5E-486F-877C-A1E73810AC35}"/>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8BA08223-680E-4ABA-B129-7A9D77252BBD}"/>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C82049FE-0047-4BD8-8B48-9D52C0C112D3}"/>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5B0A6F0-84A2-492E-BC4C-93FAD7302B60}"/>
              </a:ext>
            </a:extLst>
          </p:cNvPr>
          <p:cNvSpPr>
            <a:spLocks xmlns:a="http://schemas.openxmlformats.org/drawingml/2006/main" noGrp="1"/>
          </p:cNvSpPr>
          <p:nvPr/>
        </p:nvSpPr>
        <p:spPr>
          <a:xfrm xmlns:a="http://schemas.openxmlformats.org/drawingml/2006/main">
            <a:off x="3152775" y="31337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906943E0-6B5F-478C-911A-7612FCDEEBCD}"/>
              </a:ext>
            </a:extLst>
          </p:cNvPr>
          <p:cNvSpPr>
            <a:spLocks xmlns:a="http://schemas.openxmlformats.org/drawingml/2006/main" noGrp="1"/>
          </p:cNvSpPr>
          <p:nvPr/>
        </p:nvSpPr>
        <p:spPr>
          <a:xfrm xmlns:a="http://schemas.openxmlformats.org/drawingml/2006/main" rot="0">
            <a:off x="3248025" y="30480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ロボット企業と実証現場をマッチング</a:t>
            </a:r>
          </a:p>
        </p:txBody>
      </p:sp>
      <p:sp>
        <p:nvSpPr>
          <p:cNvPr id="31" name="">
            <a:extLst xmlns:a="http://schemas.openxmlformats.org/drawingml/2006/main">
              <a:ext uri="{FF2B5EF4-FFF2-40B4-BE49-F238E27FC236}">
                <a16:creationId xmlns:a16="http://schemas.microsoft.com/office/drawing/2014/main" id="{8AEAB39C-A592-40E9-9088-98870DE5D75F}"/>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072C5229-4331-45DB-83FE-FCA85B52C17E}"/>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大学との研究</a:t>
            </a:r>
          </a:p>
        </p:txBody>
      </p:sp>
      <p:sp>
        <p:nvSpPr>
          <p:cNvPr id="33" name="">
            <a:extLst xmlns:a="http://schemas.openxmlformats.org/drawingml/2006/main">
              <a:ext uri="{FF2B5EF4-FFF2-40B4-BE49-F238E27FC236}">
                <a16:creationId xmlns:a16="http://schemas.microsoft.com/office/drawing/2014/main" id="{B613BA4E-BD02-4BC6-A987-B86446C69F59}"/>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50511DD8-6258-40E4-9E5A-1FF17375E45A}"/>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B4D0AF55-1634-46F5-8BA5-58229C430D7F}"/>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CC42FF65-39CF-4793-BF9D-3DCF7BFFA66F}"/>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5FE6A5BD-DDFA-4745-9C94-D1F51C553B48}"/>
              </a:ext>
            </a:extLst>
          </p:cNvPr>
          <p:cNvSpPr>
            <a:spLocks xmlns:a="http://schemas.openxmlformats.org/drawingml/2006/main" noGrp="1"/>
          </p:cNvSpPr>
          <p:nvPr/>
        </p:nvSpPr>
        <p:spPr>
          <a:xfrm xmlns:a="http://schemas.openxmlformats.org/drawingml/2006/main">
            <a:off x="3152775" y="38195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BAA8FE1C-0C0A-4155-9E6A-66F2E3B4D22E}"/>
              </a:ext>
            </a:extLst>
          </p:cNvPr>
          <p:cNvSpPr>
            <a:spLocks xmlns:a="http://schemas.openxmlformats.org/drawingml/2006/main" noGrp="1"/>
          </p:cNvSpPr>
          <p:nvPr/>
        </p:nvSpPr>
        <p:spPr>
          <a:xfrm xmlns:a="http://schemas.openxmlformats.org/drawingml/2006/main" rot="0">
            <a:off x="3248025" y="37338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研究に必要な現場をマッチング</a:t>
            </a:r>
          </a:p>
        </p:txBody>
      </p:sp>
      <p:sp>
        <p:nvSpPr>
          <p:cNvPr id="39" name="">
            <a:extLst xmlns:a="http://schemas.openxmlformats.org/drawingml/2006/main">
              <a:ext uri="{FF2B5EF4-FFF2-40B4-BE49-F238E27FC236}">
                <a16:creationId xmlns:a16="http://schemas.microsoft.com/office/drawing/2014/main" id="{0342F87E-9D43-4DE4-901B-DEF061234E99}"/>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A07A0F56-03B7-43BE-B42C-81669EB3D637}"/>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導入先の選定</a:t>
            </a:r>
          </a:p>
        </p:txBody>
      </p:sp>
      <p:sp>
        <p:nvSpPr>
          <p:cNvPr id="41" name="">
            <a:extLst xmlns:a="http://schemas.openxmlformats.org/drawingml/2006/main">
              <a:ext uri="{FF2B5EF4-FFF2-40B4-BE49-F238E27FC236}">
                <a16:creationId xmlns:a16="http://schemas.microsoft.com/office/drawing/2014/main" id="{E0A7C4B7-41A6-4E6C-A47A-1638BEC84DC7}"/>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8CB4A663-E55D-4DB5-9F4A-5C5D85AF859C}"/>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2A12E83E-5846-444A-AD25-76E929EC2B24}"/>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2C6EDDEA-9902-4203-94CD-9D81FBD4477E}"/>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D373B152-315D-40AC-9E11-38A704EBC183}"/>
              </a:ext>
            </a:extLst>
          </p:cNvPr>
          <p:cNvSpPr>
            <a:spLocks xmlns:a="http://schemas.openxmlformats.org/drawingml/2006/main" noGrp="1"/>
          </p:cNvSpPr>
          <p:nvPr/>
        </p:nvSpPr>
        <p:spPr>
          <a:xfrm xmlns:a="http://schemas.openxmlformats.org/drawingml/2006/main">
            <a:off x="7272338" y="45053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7668A001-F033-4EA5-A8BB-3EC5F2C34E33}"/>
              </a:ext>
            </a:extLst>
          </p:cNvPr>
          <p:cNvSpPr>
            <a:spLocks xmlns:a="http://schemas.openxmlformats.org/drawingml/2006/main" noGrp="1"/>
          </p:cNvSpPr>
          <p:nvPr/>
        </p:nvSpPr>
        <p:spPr>
          <a:xfrm xmlns:a="http://schemas.openxmlformats.org/drawingml/2006/main" rot="0">
            <a:off x="7367588" y="44196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データと経験から導入適性を判断</a:t>
            </a:r>
          </a:p>
        </p:txBody>
      </p:sp>
      <p:sp>
        <p:nvSpPr>
          <p:cNvPr id="47" name="">
            <a:extLst xmlns:a="http://schemas.openxmlformats.org/drawingml/2006/main">
              <a:ext uri="{FF2B5EF4-FFF2-40B4-BE49-F238E27FC236}">
                <a16:creationId xmlns:a16="http://schemas.microsoft.com/office/drawing/2014/main" id="{48C0EB09-1F08-48DE-800F-EA16A378D020}"/>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A4B3737B-5AF4-46BD-A771-CF40A1BDD4A0}"/>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065D4E44-C5DB-46F1-8AFB-245DAC661B1E}"/>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0C500479-B3B5-4EED-958D-11FC3D8F56FD}"/>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6F837040-186E-4BA7-90B6-08626FAB2418}"/>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549C696D-7D24-44F1-A92B-ACD1A9B83CEC}"/>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DCDC1F98-430F-4A1E-9B3D-D4B3ABBA6CE1}"/>
              </a:ext>
            </a:extLst>
          </p:cNvPr>
          <p:cNvSpPr>
            <a:spLocks xmlns:a="http://schemas.openxmlformats.org/drawingml/2006/main" noGrp="1"/>
          </p:cNvSpPr>
          <p:nvPr/>
        </p:nvSpPr>
        <p:spPr>
          <a:xfrm xmlns:a="http://schemas.openxmlformats.org/drawingml/2006/main">
            <a:off x="7272338" y="51911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52575E54-3A46-439A-BA64-130277831D8B}"/>
              </a:ext>
            </a:extLst>
          </p:cNvPr>
          <p:cNvSpPr>
            <a:spLocks xmlns:a="http://schemas.openxmlformats.org/drawingml/2006/main" noGrp="1"/>
          </p:cNvSpPr>
          <p:nvPr/>
        </p:nvSpPr>
        <p:spPr>
          <a:xfrm xmlns:a="http://schemas.openxmlformats.org/drawingml/2006/main" rot="0">
            <a:off x="7367588" y="51054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業種を絞り、現場統合を開始</a:t>
            </a:r>
          </a:p>
        </p:txBody>
      </p:sp>
      <p:sp>
        <p:nvSpPr>
          <p:cNvPr id="55" name="">
            <a:extLst xmlns:a="http://schemas.openxmlformats.org/drawingml/2006/main">
              <a:ext uri="{FF2B5EF4-FFF2-40B4-BE49-F238E27FC236}">
                <a16:creationId xmlns:a16="http://schemas.microsoft.com/office/drawing/2014/main" id="{3877855C-FA94-4C48-ACFC-E7CD7D705B49}"/>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720370622"/>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2F32F92-53D8-4189-9375-B93BF5E15B8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4EDE59-C8B5-4B3E-9826-F0B5241CDCB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1843639F-03B4-4988-B90A-AA7CC945557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A6EBA2-B24E-4F95-9873-81B5321C990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1C214E6F-58F3-4A94-8E18-9AE92DF74CAC}"/>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32F73E7-81B4-42DC-AA02-A1A59A05A353}"/>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A24AA380-C30E-4FB4-992A-9BE7D54AF76B}"/>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477B8523-BCD7-4CA9-B0D2-07B97FF44434}"/>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72E369B8-2CA8-40CE-BE82-A977375A2421}"/>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62EBBB33-AA0D-4DE8-B00B-EDB6EAC98989}"/>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85C22E34-2C17-4B29-B8A3-ACBD73DCF231}"/>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CB3A9A15-4409-4E00-8F0B-A65931DA349F}"/>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252C830A-2846-4D4A-B6E2-FA9CAED3F3D6}"/>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09A225C9-F8F1-44C4-8036-E7D3296DCFC4}"/>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5F1F7B6C-0D23-485D-9968-4D5E4C93E9FB}"/>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F9B8BB6B-B2CC-4EB2-9CB1-5332D2B99E69}"/>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現場実装先</a:t>
            </a:r>
          </a:p>
        </p:txBody>
      </p:sp>
      <p:sp>
        <p:nvSpPr>
          <p:cNvPr id="17" name="">
            <a:extLst xmlns:a="http://schemas.openxmlformats.org/drawingml/2006/main">
              <a:ext uri="{FF2B5EF4-FFF2-40B4-BE49-F238E27FC236}">
                <a16:creationId xmlns:a16="http://schemas.microsoft.com/office/drawing/2014/main" id="{37FFA1D0-3237-4FCF-A5C7-7D1CA618A0D9}"/>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7FBC467A-6B37-4FAD-B68A-C647393CA4DC}"/>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98A5948F-36D8-4A17-B850-5056B09EBA76}"/>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D3A40F23-9B51-4807-A3F7-AC8F0CEBEBA7}"/>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56D7031D-D983-44EE-8559-AB4C4C3113B4}"/>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0792E58D-7168-42DB-88CF-2217C526BB5B}"/>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現場実装先を拡大</a:t>
            </a:r>
          </a:p>
        </p:txBody>
      </p:sp>
      <p:sp>
        <p:nvSpPr>
          <p:cNvPr id="23" name="">
            <a:extLst xmlns:a="http://schemas.openxmlformats.org/drawingml/2006/main">
              <a:ext uri="{FF2B5EF4-FFF2-40B4-BE49-F238E27FC236}">
                <a16:creationId xmlns:a16="http://schemas.microsoft.com/office/drawing/2014/main" id="{846146EF-6AC3-434D-AF8E-EA635B236C49}"/>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4B3D49B8-6615-417E-8841-C9B24BA0CF68}"/>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作業データ</a:t>
            </a:r>
          </a:p>
        </p:txBody>
      </p:sp>
      <p:sp>
        <p:nvSpPr>
          <p:cNvPr id="25" name="">
            <a:extLst xmlns:a="http://schemas.openxmlformats.org/drawingml/2006/main">
              <a:ext uri="{FF2B5EF4-FFF2-40B4-BE49-F238E27FC236}">
                <a16:creationId xmlns:a16="http://schemas.microsoft.com/office/drawing/2014/main" id="{7D031DC7-EE7B-43B6-BE11-1827B242C09A}"/>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576FA769-50DE-4BC1-A1A8-EDF57B5D27D7}"/>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9A40B929-6885-4235-9DB5-8DEB74D8C137}"/>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C17C17DB-7C64-4DE5-AD77-AA1987AFC84C}"/>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50DBACA9-0A6D-4E17-9BD2-830EFDCAB314}"/>
              </a:ext>
            </a:extLst>
          </p:cNvPr>
          <p:cNvSpPr>
            <a:spLocks xmlns:a="http://schemas.openxmlformats.org/drawingml/2006/main" noGrp="1"/>
          </p:cNvSpPr>
          <p:nvPr/>
        </p:nvSpPr>
        <p:spPr>
          <a:xfrm xmlns:a="http://schemas.openxmlformats.org/drawingml/2006/main">
            <a:off x="3152775" y="31337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F23E6539-A114-41AD-B631-13E2170EEB4D}"/>
              </a:ext>
            </a:extLst>
          </p:cNvPr>
          <p:cNvSpPr>
            <a:spLocks xmlns:a="http://schemas.openxmlformats.org/drawingml/2006/main" noGrp="1"/>
          </p:cNvSpPr>
          <p:nvPr/>
        </p:nvSpPr>
        <p:spPr>
          <a:xfrm xmlns:a="http://schemas.openxmlformats.org/drawingml/2006/main" rot="0">
            <a:off x="3248025" y="30480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各現場の作業データを蓄積</a:t>
            </a:r>
          </a:p>
        </p:txBody>
      </p:sp>
      <p:sp>
        <p:nvSpPr>
          <p:cNvPr id="31" name="">
            <a:extLst xmlns:a="http://schemas.openxmlformats.org/drawingml/2006/main">
              <a:ext uri="{FF2B5EF4-FFF2-40B4-BE49-F238E27FC236}">
                <a16:creationId xmlns:a16="http://schemas.microsoft.com/office/drawing/2014/main" id="{C759F127-66F1-4FEF-BCBC-F455E188CA05}"/>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D407199C-1434-43D2-A3D4-DD852C796AE1}"/>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33" name="">
            <a:extLst xmlns:a="http://schemas.openxmlformats.org/drawingml/2006/main">
              <a:ext uri="{FF2B5EF4-FFF2-40B4-BE49-F238E27FC236}">
                <a16:creationId xmlns:a16="http://schemas.microsoft.com/office/drawing/2014/main" id="{F391608F-7036-4844-8055-9EDEFDFB8DE1}"/>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6A17309B-0013-4167-82F7-6D114A6F494B}"/>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785D0DD3-2418-43AF-BB25-0A068649D60A}"/>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6A559A6A-777C-4D3E-BC4F-3D867F0E5478}"/>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A6CA3883-67CD-406D-989A-849E976351F3}"/>
              </a:ext>
            </a:extLst>
          </p:cNvPr>
          <p:cNvSpPr>
            <a:spLocks xmlns:a="http://schemas.openxmlformats.org/drawingml/2006/main" noGrp="1"/>
          </p:cNvSpPr>
          <p:nvPr/>
        </p:nvSpPr>
        <p:spPr>
          <a:xfrm xmlns:a="http://schemas.openxmlformats.org/drawingml/2006/main">
            <a:off x="5212556" y="38195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3DC85FA1-98D6-4362-A3C5-A169CFC3A28D}"/>
              </a:ext>
            </a:extLst>
          </p:cNvPr>
          <p:cNvSpPr>
            <a:spLocks xmlns:a="http://schemas.openxmlformats.org/drawingml/2006/main" noGrp="1"/>
          </p:cNvSpPr>
          <p:nvPr/>
        </p:nvSpPr>
        <p:spPr>
          <a:xfrm xmlns:a="http://schemas.openxmlformats.org/drawingml/2006/main" rot="0">
            <a:off x="5307806" y="37338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現場データをモデル改善へ接続</a:t>
            </a:r>
          </a:p>
        </p:txBody>
      </p:sp>
      <p:sp>
        <p:nvSpPr>
          <p:cNvPr id="39" name="">
            <a:extLst xmlns:a="http://schemas.openxmlformats.org/drawingml/2006/main">
              <a:ext uri="{FF2B5EF4-FFF2-40B4-BE49-F238E27FC236}">
                <a16:creationId xmlns:a16="http://schemas.microsoft.com/office/drawing/2014/main" id="{8EB79BC4-0C6A-472E-9D6B-C59C3315ECBA}"/>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475A506E-3248-4029-ABD3-4A70C248CBFC}"/>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41" name="">
            <a:extLst xmlns:a="http://schemas.openxmlformats.org/drawingml/2006/main">
              <a:ext uri="{FF2B5EF4-FFF2-40B4-BE49-F238E27FC236}">
                <a16:creationId xmlns:a16="http://schemas.microsoft.com/office/drawing/2014/main" id="{7DB8A7C3-21E6-49DF-966F-2C362F09A77E}"/>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EBEF470C-46AF-4B83-9DB6-4CD0434DC553}"/>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9BAB21D9-142E-4078-B966-36E657CE99FB}"/>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003C77FE-CD79-47CC-8064-DDA95326CB67}"/>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B38DCC2D-846C-4E6F-8573-29DBCC05E4FF}"/>
              </a:ext>
            </a:extLst>
          </p:cNvPr>
          <p:cNvSpPr>
            <a:spLocks xmlns:a="http://schemas.openxmlformats.org/drawingml/2006/main" noGrp="1"/>
          </p:cNvSpPr>
          <p:nvPr/>
        </p:nvSpPr>
        <p:spPr>
          <a:xfrm xmlns:a="http://schemas.openxmlformats.org/drawingml/2006/main">
            <a:off x="5212556" y="45053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5DB1F463-94F9-491E-B92A-EAEB9D5E73E0}"/>
              </a:ext>
            </a:extLst>
          </p:cNvPr>
          <p:cNvSpPr>
            <a:spLocks xmlns:a="http://schemas.openxmlformats.org/drawingml/2006/main" noGrp="1"/>
          </p:cNvSpPr>
          <p:nvPr/>
        </p:nvSpPr>
        <p:spPr>
          <a:xfrm xmlns:a="http://schemas.openxmlformats.org/drawingml/2006/main" rot="0">
            <a:off x="5307806" y="44196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実機の改善をループへ接続</a:t>
            </a:r>
          </a:p>
        </p:txBody>
      </p:sp>
      <p:sp>
        <p:nvSpPr>
          <p:cNvPr id="47" name="">
            <a:extLst xmlns:a="http://schemas.openxmlformats.org/drawingml/2006/main">
              <a:ext uri="{FF2B5EF4-FFF2-40B4-BE49-F238E27FC236}">
                <a16:creationId xmlns:a16="http://schemas.microsoft.com/office/drawing/2014/main" id="{DE2FD7C0-2CF0-48A7-95D2-96C27766CDF5}"/>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D21C4D8D-F610-4660-881A-9A70731718FC}"/>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2AB59A63-3E5A-4C94-9940-9CDA8CA0BB06}"/>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9FABA61F-6594-4FD7-A979-B491ADD90508}"/>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2EB6FA5D-E9BC-4405-B1B0-34ACE7114A58}"/>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296B4280-C2B2-421F-8581-1F2957ED21DF}"/>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2FA3F50B-51B2-4B79-B9C6-64465320708F}"/>
              </a:ext>
            </a:extLst>
          </p:cNvPr>
          <p:cNvSpPr>
            <a:spLocks xmlns:a="http://schemas.openxmlformats.org/drawingml/2006/main" noGrp="1"/>
          </p:cNvSpPr>
          <p:nvPr/>
        </p:nvSpPr>
        <p:spPr>
          <a:xfrm xmlns:a="http://schemas.openxmlformats.org/drawingml/2006/main">
            <a:off x="3152775" y="51911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A04FA71F-B8E1-46C1-AD75-7D9EB8161C76}"/>
              </a:ext>
            </a:extLst>
          </p:cNvPr>
          <p:cNvSpPr>
            <a:spLocks xmlns:a="http://schemas.openxmlformats.org/drawingml/2006/main" noGrp="1"/>
          </p:cNvSpPr>
          <p:nvPr/>
        </p:nvSpPr>
        <p:spPr>
          <a:xfrm xmlns:a="http://schemas.openxmlformats.org/drawingml/2006/main" rot="0">
            <a:off x="3248025" y="51054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現場を含むフィードバックループを自社で回す</a:t>
            </a:r>
          </a:p>
        </p:txBody>
      </p:sp>
      <p:sp>
        <p:nvSpPr>
          <p:cNvPr id="55" name="">
            <a:extLst xmlns:a="http://schemas.openxmlformats.org/drawingml/2006/main">
              <a:ext uri="{FF2B5EF4-FFF2-40B4-BE49-F238E27FC236}">
                <a16:creationId xmlns:a16="http://schemas.microsoft.com/office/drawing/2014/main" id="{51C079EA-9F4D-4F7B-A63D-D6A9CD107C67}"/>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第2段階へ移行し、フィジカルAI企業へ転身する</a:t>
            </a:r>
          </a:p>
        </p:txBody>
      </p:sp>
    </p:spTree>
    <p:extLst>
      <p:ext uri="{BB962C8B-B14F-4D97-AF65-F5344CB8AC3E}">
        <p14:creationId xmlns:p14="http://schemas.microsoft.com/office/powerpoint/2010/main" val="12161494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2026-09-15T04:00:33.4310000Z</dcterms:created>
  <dcterms:modified xsi:type="dcterms:W3CDTF">2026-09-15T04:00:33.4310000Z</dcterms:modified>
</coreProperties>
</file>