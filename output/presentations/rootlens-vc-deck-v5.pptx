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75761fb0534301" /><Relationship Type="http://schemas.openxmlformats.org/officeDocument/2006/relationships/extended-properties" Target="/docProps/app.xml" Id="R99a4cf49dd584086" /><Relationship Type="http://schemas.openxmlformats.org/officeDocument/2006/relationships/officeDocument" Target="/ppt/presentation.xml" Id="Rdc43bd935c9e47e8" /></Relationships>
</file>

<file path=ppt/presentation.xml><?xml version="1.0" encoding="utf-8"?>
<p:presentation xmlns:p="http://schemas.openxmlformats.org/presentationml/2006/main">
  <p:sldMasterIdLst>
    <p:sldMasterId xmlns:r="http://schemas.openxmlformats.org/officeDocument/2006/relationships" id="2147483648" r:id="R85e84fc36f054823"/>
  </p:sldMasterIdLst>
  <p:notesMasterIdLst>
    <p:notesMasterId xmlns:r="http://schemas.openxmlformats.org/officeDocument/2006/relationships" r:id="R6e6d2d66c67a4e0e"/>
  </p:notesMasterIdLst>
  <p:sldIdLst>
    <p:sldId xmlns:r="http://schemas.openxmlformats.org/officeDocument/2006/relationships" id="256" r:id="Rc24837bbf5ec4516"/>
    <p:sldId xmlns:r="http://schemas.openxmlformats.org/officeDocument/2006/relationships" id="257" r:id="R35df95c29abd4eba"/>
    <p:sldId xmlns:r="http://schemas.openxmlformats.org/officeDocument/2006/relationships" id="258" r:id="R0c5597a12cc24701"/>
    <p:sldId xmlns:r="http://schemas.openxmlformats.org/officeDocument/2006/relationships" id="259" r:id="R03d7042fb0164fe4"/>
    <p:sldId xmlns:r="http://schemas.openxmlformats.org/officeDocument/2006/relationships" id="260" r:id="R0af64ac86b944f18"/>
    <p:sldId xmlns:r="http://schemas.openxmlformats.org/officeDocument/2006/relationships" id="261" r:id="R3d6ca2bc08a14f7e"/>
    <p:sldId xmlns:r="http://schemas.openxmlformats.org/officeDocument/2006/relationships" id="262" r:id="Rb2ad9ef13fc54adb"/>
    <p:sldId xmlns:r="http://schemas.openxmlformats.org/officeDocument/2006/relationships" id="263" r:id="R5c005b654d554333"/>
    <p:sldId xmlns:r="http://schemas.openxmlformats.org/officeDocument/2006/relationships" id="264" r:id="Rc5f158a0f6fd46af"/>
    <p:sldId xmlns:r="http://schemas.openxmlformats.org/officeDocument/2006/relationships" id="265" r:id="R9e683f759f244de0"/>
    <p:sldId xmlns:r="http://schemas.openxmlformats.org/officeDocument/2006/relationships" id="266" r:id="Ree4f9de26a8c4d7f"/>
    <p:sldId xmlns:r="http://schemas.openxmlformats.org/officeDocument/2006/relationships" id="267" r:id="R66f1e50875b8494a"/>
    <p:sldId xmlns:r="http://schemas.openxmlformats.org/officeDocument/2006/relationships" id="268" r:id="R3beca1da6aec4450"/>
    <p:sldId xmlns:r="http://schemas.openxmlformats.org/officeDocument/2006/relationships" id="269" r:id="R25313d4ca07d4058"/>
    <p:sldId xmlns:r="http://schemas.openxmlformats.org/officeDocument/2006/relationships" id="270" r:id="Rb544828a34c040d3"/>
    <p:sldId xmlns:r="http://schemas.openxmlformats.org/officeDocument/2006/relationships" id="271" r:id="Ra6b548cce7984394"/>
    <p:sldId xmlns:r="http://schemas.openxmlformats.org/officeDocument/2006/relationships" id="272" r:id="R537def83442440c1"/>
    <p:sldId xmlns:r="http://schemas.openxmlformats.org/officeDocument/2006/relationships" id="273" r:id="Rbefaee44b7af416e"/>
    <p:sldId xmlns:r="http://schemas.openxmlformats.org/officeDocument/2006/relationships" id="274" r:id="R4236e517a2bd494e"/>
    <p:sldId xmlns:r="http://schemas.openxmlformats.org/officeDocument/2006/relationships" id="275" r:id="R37842158d688460a"/>
    <p:sldId xmlns:r="http://schemas.openxmlformats.org/officeDocument/2006/relationships" id="276" r:id="Rfa8b8c37521f4b90"/>
    <p:sldId xmlns:r="http://schemas.openxmlformats.org/officeDocument/2006/relationships" id="277" r:id="R77f8137dd8f849dd"/>
    <p:sldId xmlns:r="http://schemas.openxmlformats.org/officeDocument/2006/relationships" id="278" r:id="R1725b3306ec14a1a"/>
    <p:sldId xmlns:r="http://schemas.openxmlformats.org/officeDocument/2006/relationships" id="279" r:id="R7f73010413a74fc8"/>
    <p:sldId xmlns:r="http://schemas.openxmlformats.org/officeDocument/2006/relationships" id="280" r:id="R5588f229348c41a9"/>
    <p:sldId xmlns:r="http://schemas.openxmlformats.org/officeDocument/2006/relationships" id="281" r:id="Rc1148e0410494a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7285f7742c4930" /><Relationship Type="http://schemas.openxmlformats.org/officeDocument/2006/relationships/slideMaster" Target="/ppt/slideMasters/slideMaster1.xml" Id="R85e84fc36f054823" /><Relationship Type="http://schemas.openxmlformats.org/officeDocument/2006/relationships/notesMaster" Target="/ppt/notesMasters/notesMaster1.xml" Id="R6e6d2d66c67a4e0e" /><Relationship Type="http://schemas.openxmlformats.org/officeDocument/2006/relationships/presProps" Target="/ppt/presProps.xml" Id="R1ecd7cab2b984c95" /><Relationship Type="http://schemas.openxmlformats.org/officeDocument/2006/relationships/tableStyles" Target="/ppt/tableStyles.xml" Id="Rd29b2b9511b54549" /><Relationship Type="http://schemas.openxmlformats.org/officeDocument/2006/relationships/slide" Target="/ppt/slides/slide1.xml" Id="Rc24837bbf5ec4516" /><Relationship Type="http://schemas.openxmlformats.org/officeDocument/2006/relationships/slide" Target="/ppt/slides/slide2.xml" Id="R35df95c29abd4eba" /><Relationship Type="http://schemas.openxmlformats.org/officeDocument/2006/relationships/slide" Target="/ppt/slides/slide3.xml" Id="R0c5597a12cc24701" /><Relationship Type="http://schemas.openxmlformats.org/officeDocument/2006/relationships/slide" Target="/ppt/slides/slide4.xml" Id="R03d7042fb0164fe4" /><Relationship Type="http://schemas.openxmlformats.org/officeDocument/2006/relationships/slide" Target="/ppt/slides/slide5.xml" Id="R0af64ac86b944f18" /><Relationship Type="http://schemas.openxmlformats.org/officeDocument/2006/relationships/slide" Target="/ppt/slides/slide6.xml" Id="R3d6ca2bc08a14f7e" /><Relationship Type="http://schemas.openxmlformats.org/officeDocument/2006/relationships/slide" Target="/ppt/slides/slide7.xml" Id="Rb2ad9ef13fc54adb" /><Relationship Type="http://schemas.openxmlformats.org/officeDocument/2006/relationships/slide" Target="/ppt/slides/slide8.xml" Id="R5c005b654d554333" /><Relationship Type="http://schemas.openxmlformats.org/officeDocument/2006/relationships/slide" Target="/ppt/slides/slide9.xml" Id="Rc5f158a0f6fd46af" /><Relationship Type="http://schemas.openxmlformats.org/officeDocument/2006/relationships/slide" Target="/ppt/slides/slide10.xml" Id="R9e683f759f244de0" /><Relationship Type="http://schemas.openxmlformats.org/officeDocument/2006/relationships/slide" Target="/ppt/slides/slide11.xml" Id="Ree4f9de26a8c4d7f" /><Relationship Type="http://schemas.openxmlformats.org/officeDocument/2006/relationships/slide" Target="/ppt/slides/slide12.xml" Id="R66f1e50875b8494a" /><Relationship Type="http://schemas.openxmlformats.org/officeDocument/2006/relationships/slide" Target="/ppt/slides/slide13.xml" Id="R3beca1da6aec4450" /><Relationship Type="http://schemas.openxmlformats.org/officeDocument/2006/relationships/slide" Target="/ppt/slides/slide14.xml" Id="R25313d4ca07d4058" /><Relationship Type="http://schemas.openxmlformats.org/officeDocument/2006/relationships/slide" Target="/ppt/slides/slide15.xml" Id="Rb544828a34c040d3" /><Relationship Type="http://schemas.openxmlformats.org/officeDocument/2006/relationships/slide" Target="/ppt/slides/slide16.xml" Id="Ra6b548cce7984394" /><Relationship Type="http://schemas.openxmlformats.org/officeDocument/2006/relationships/slide" Target="/ppt/slides/slide17.xml" Id="R537def83442440c1" /><Relationship Type="http://schemas.openxmlformats.org/officeDocument/2006/relationships/slide" Target="/ppt/slides/slide18.xml" Id="Rbefaee44b7af416e" /><Relationship Type="http://schemas.openxmlformats.org/officeDocument/2006/relationships/slide" Target="/ppt/slides/slide19.xml" Id="R4236e517a2bd494e" /><Relationship Type="http://schemas.openxmlformats.org/officeDocument/2006/relationships/slide" Target="/ppt/slides/slide20.xml" Id="R37842158d688460a" /><Relationship Type="http://schemas.openxmlformats.org/officeDocument/2006/relationships/slide" Target="/ppt/slides/slide21.xml" Id="Rfa8b8c37521f4b90" /><Relationship Type="http://schemas.openxmlformats.org/officeDocument/2006/relationships/slide" Target="/ppt/slides/slide22.xml" Id="R77f8137dd8f849dd" /><Relationship Type="http://schemas.openxmlformats.org/officeDocument/2006/relationships/slide" Target="/ppt/slides/slide23.xml" Id="R1725b3306ec14a1a" /><Relationship Type="http://schemas.openxmlformats.org/officeDocument/2006/relationships/slide" Target="/ppt/slides/slide24.xml" Id="R7f73010413a74fc8" /><Relationship Type="http://schemas.openxmlformats.org/officeDocument/2006/relationships/slide" Target="/ppt/slides/slide25.xml" Id="R5588f229348c41a9" /><Relationship Type="http://schemas.openxmlformats.org/officeDocument/2006/relationships/slide" Target="/ppt/slides/slide26.xml" Id="Rc1148e0410494a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512fb8f8ad49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11ca05dd8d47fb" /><Relationship Type="http://schemas.openxmlformats.org/officeDocument/2006/relationships/notesMaster" Target="/ppt/notesMasters/notesMaster1.xml" Id="Rb3d4bc0f15d147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d04b34648b4cd5" /><Relationship Type="http://schemas.openxmlformats.org/officeDocument/2006/relationships/notesMaster" Target="/ppt/notesMasters/notesMaster1.xml" Id="R97ff76ffc58e4a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9e779a8ac64ea6" /><Relationship Type="http://schemas.openxmlformats.org/officeDocument/2006/relationships/notesMaster" Target="/ppt/notesMasters/notesMaster1.xml" Id="R41c95c6d3fe245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0b3d4b8d9e4ef3" /><Relationship Type="http://schemas.openxmlformats.org/officeDocument/2006/relationships/notesMaster" Target="/ppt/notesMasters/notesMaster1.xml" Id="R5f0b88de7d9d4d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820b91ad44ddb" /><Relationship Type="http://schemas.openxmlformats.org/officeDocument/2006/relationships/notesMaster" Target="/ppt/notesMasters/notesMaster1.xml" Id="R87b3451b75964e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54a37c9b0d43a2" /><Relationship Type="http://schemas.openxmlformats.org/officeDocument/2006/relationships/notesMaster" Target="/ppt/notesMasters/notesMaster1.xml" Id="R63018f963c61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8581ce07b646e5" /><Relationship Type="http://schemas.openxmlformats.org/officeDocument/2006/relationships/notesMaster" Target="/ppt/notesMasters/notesMaster1.xml" Id="R123210ee4c8f43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e26dc7142642dc" /><Relationship Type="http://schemas.openxmlformats.org/officeDocument/2006/relationships/notesMaster" Target="/ppt/notesMasters/notesMaster1.xml" Id="R4ebd1062679146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927b5763364f3b" /><Relationship Type="http://schemas.openxmlformats.org/officeDocument/2006/relationships/notesMaster" Target="/ppt/notesMasters/notesMaster1.xml" Id="Rfb0132ff67c246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aa84f324644002" /><Relationship Type="http://schemas.openxmlformats.org/officeDocument/2006/relationships/notesMaster" Target="/ppt/notesMasters/notesMaster1.xml" Id="R09e5f0cb3f1246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794889c4b64d28" /><Relationship Type="http://schemas.openxmlformats.org/officeDocument/2006/relationships/notesMaster" Target="/ppt/notesMasters/notesMaster1.xml" Id="R9ff428d7e67f42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191e16e683485a" /><Relationship Type="http://schemas.openxmlformats.org/officeDocument/2006/relationships/notesMaster" Target="/ppt/notesMasters/notesMaster1.xml" Id="Ra565f60f914449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b8471cbbda439d" /><Relationship Type="http://schemas.openxmlformats.org/officeDocument/2006/relationships/notesMaster" Target="/ppt/notesMasters/notesMaster1.xml" Id="R9acb944f65fd43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875a2927804712" /><Relationship Type="http://schemas.openxmlformats.org/officeDocument/2006/relationships/notesMaster" Target="/ppt/notesMasters/notesMaster1.xml" Id="R3a39c6c045694c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124ccfd3ee4bee" /><Relationship Type="http://schemas.openxmlformats.org/officeDocument/2006/relationships/notesMaster" Target="/ppt/notesMasters/notesMaster1.xml" Id="R3fbb170bd75743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1e739cbad842c6" /><Relationship Type="http://schemas.openxmlformats.org/officeDocument/2006/relationships/notesMaster" Target="/ppt/notesMasters/notesMaster1.xml" Id="Rfcdccf6c49694f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12ce9c894c4d14" /><Relationship Type="http://schemas.openxmlformats.org/officeDocument/2006/relationships/notesMaster" Target="/ppt/notesMasters/notesMaster1.xml" Id="Ra2a9e615304841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4432978c5b4b63" /><Relationship Type="http://schemas.openxmlformats.org/officeDocument/2006/relationships/notesMaster" Target="/ppt/notesMasters/notesMaster1.xml" Id="R3323de81edbd4b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ab99a5155d4587" /><Relationship Type="http://schemas.openxmlformats.org/officeDocument/2006/relationships/notesMaster" Target="/ppt/notesMasters/notesMaster1.xml" Id="R43cb8e11ff684b2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6c132228224172" /><Relationship Type="http://schemas.openxmlformats.org/officeDocument/2006/relationships/notesMaster" Target="/ppt/notesMasters/notesMaster1.xml" Id="Rd2749541568e493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ab44a04e894e81" /><Relationship Type="http://schemas.openxmlformats.org/officeDocument/2006/relationships/notesMaster" Target="/ppt/notesMasters/notesMaster1.xml" Id="R3b2554968e6644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fff10e633442e3" /><Relationship Type="http://schemas.openxmlformats.org/officeDocument/2006/relationships/notesMaster" Target="/ppt/notesMasters/notesMaster1.xml" Id="Rfd13ada4fc8542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8a7f591ec9947e5" /><Relationship Type="http://schemas.openxmlformats.org/officeDocument/2006/relationships/notesMaster" Target="/ppt/notesMasters/notesMaster1.xml" Id="R22862b7217a04e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b8826342964cf8" /><Relationship Type="http://schemas.openxmlformats.org/officeDocument/2006/relationships/notesMaster" Target="/ppt/notesMasters/notesMaster1.xml" Id="Ra30a9dc918fe42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541eedfbcd4fd8" /><Relationship Type="http://schemas.openxmlformats.org/officeDocument/2006/relationships/notesMaster" Target="/ppt/notesMasters/notesMaster1.xml" Id="R7da8b587fd7d47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5022ad2e3741c2" /><Relationship Type="http://schemas.openxmlformats.org/officeDocument/2006/relationships/notesMaster" Target="/ppt/notesMasters/notesMaster1.xml" Id="R7675f62ec3074d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カバーしている範囲が横方向に広いほど多くの現場と繋がっており、縦方向に広いほど多くの技術や領域を網羅しています。現場と直接接触するのは一番下の現場統合層と、一番上流のデータ収集層です。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1X等が該当します。</a:t>
            </a:r>
          </a:p>
          <a:p xmlns:a="http://schemas.openxmlformats.org/drawingml/2006/main">
            <a:r>
              <a:t/>
            </a:r>
          </a:p>
          <a:p xmlns:a="http://schemas.openxmlformats.org/drawingml/2006/main">
            <a:r>
              <a:t>一方、水平統合型は、そのバリューチェーンを分解した企業群です。Genesis AIのように、垂直統合と水平展開の両方の性質を持つ企業もあります。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桁違いの投資ができる企業に限られ、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90498bcdfd48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8a5bac8bbf44e8" /><Relationship Type="http://schemas.openxmlformats.org/officeDocument/2006/relationships/slideLayout" Target="/ppt/slideLayouts/slideLayout1.xml" Id="Raba6fe4ae6764e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a6fe4ae6764e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0c4a64c5de4ca9" /><Relationship Type="http://schemas.openxmlformats.org/officeDocument/2006/relationships/notesSlide" Target="/ppt/notesSlides/notesSlide1.xml" Id="R0bfabe7344b84d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285243bebd44b3" /><Relationship Type="http://schemas.openxmlformats.org/officeDocument/2006/relationships/notesSlide" Target="/ppt/notesSlides/notesSlide2.xml" Id="R0b97a518db9346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802f9a67ff459c" /><Relationship Type="http://schemas.openxmlformats.org/officeDocument/2006/relationships/notesSlide" Target="/ppt/notesSlides/notesSlide3.xml" Id="Rb2c16a984feb48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5b3be98e5e44ee" /><Relationship Type="http://schemas.openxmlformats.org/officeDocument/2006/relationships/notesSlide" Target="/ppt/notesSlides/notesSlide4.xml" Id="R2c282286f63e45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03cc1e653b4956" /><Relationship Type="http://schemas.openxmlformats.org/officeDocument/2006/relationships/notesSlide" Target="/ppt/notesSlides/notesSlide5.xml" Id="R70d6cff6edf443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dc58d9a3094b5e" /><Relationship Type="http://schemas.openxmlformats.org/officeDocument/2006/relationships/notesSlide" Target="/ppt/notesSlides/notesSlide6.xml" Id="Ra850ac6ed89349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4311d5c70f409f" /><Relationship Type="http://schemas.openxmlformats.org/officeDocument/2006/relationships/notesSlide" Target="/ppt/notesSlides/notesSlide7.xml" Id="R2912b226c6b248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43a75589ed4d95" /><Relationship Type="http://schemas.openxmlformats.org/officeDocument/2006/relationships/notesSlide" Target="/ppt/notesSlides/notesSlide8.xml" Id="Rb90891bb5a3d49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3ee8a8ffda4164" /><Relationship Type="http://schemas.openxmlformats.org/officeDocument/2006/relationships/notesSlide" Target="/ppt/notesSlides/notesSlide9.xml" Id="R5f283745768743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ceb61945194cc1" /><Relationship Type="http://schemas.openxmlformats.org/officeDocument/2006/relationships/notesSlide" Target="/ppt/notesSlides/notesSlide10.xml" Id="R52456003df884c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e72089ce3a450b" /><Relationship Type="http://schemas.openxmlformats.org/officeDocument/2006/relationships/notesSlide" Target="/ppt/notesSlides/notesSlide11.xml" Id="R17bd9ef2d0394f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488f1c7adf42bb" /><Relationship Type="http://schemas.openxmlformats.org/officeDocument/2006/relationships/notesSlide" Target="/ppt/notesSlides/notesSlide12.xml" Id="Recf75e64b7594b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585f857ebe74564" /><Relationship Type="http://schemas.openxmlformats.org/officeDocument/2006/relationships/notesSlide" Target="/ppt/notesSlides/notesSlide13.xml" Id="R53f96f6918584d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7be00d6e2344ab1" /><Relationship Type="http://schemas.openxmlformats.org/officeDocument/2006/relationships/notesSlide" Target="/ppt/notesSlides/notesSlide14.xml" Id="R4863baeee5d84f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09fed1467642c7" /><Relationship Type="http://schemas.openxmlformats.org/officeDocument/2006/relationships/notesSlide" Target="/ppt/notesSlides/notesSlide15.xml" Id="R2ea26b7a906646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efc165f346484e" /><Relationship Type="http://schemas.openxmlformats.org/officeDocument/2006/relationships/notesSlide" Target="/ppt/notesSlides/notesSlide16.xml" Id="R57feb248ae3346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f9f0ce50fb41e3" /><Relationship Type="http://schemas.openxmlformats.org/officeDocument/2006/relationships/image" Target="/ppt/media/image.jpeg" Id="R3e4edd67b00d42b7" /><Relationship Type="http://schemas.openxmlformats.org/officeDocument/2006/relationships/image" Target="/ppt/media/image2.jpeg" Id="R823c489ae5dd43d8" /><Relationship Type="http://schemas.openxmlformats.org/officeDocument/2006/relationships/image" Target="/ppt/media/image3.jpeg" Id="R5461846115ef41ea" /><Relationship Type="http://schemas.openxmlformats.org/officeDocument/2006/relationships/notesSlide" Target="/ppt/notesSlides/notesSlide17.xml" Id="R998903c7abbb47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daea05465954018" /><Relationship Type="http://schemas.openxmlformats.org/officeDocument/2006/relationships/notesSlide" Target="/ppt/notesSlides/notesSlide18.xml" Id="R44d917ff9eee4e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85004b15994337" /><Relationship Type="http://schemas.openxmlformats.org/officeDocument/2006/relationships/notesSlide" Target="/ppt/notesSlides/notesSlide19.xml" Id="Rbaaebf830b8345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e31d5ba11b47ae" /><Relationship Type="http://schemas.openxmlformats.org/officeDocument/2006/relationships/notesSlide" Target="/ppt/notesSlides/notesSlide20.xml" Id="Rcbdcf3cbbe5d4c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4f56d7044554cca" /><Relationship Type="http://schemas.openxmlformats.org/officeDocument/2006/relationships/notesSlide" Target="/ppt/notesSlides/notesSlide21.xml" Id="Rfc3e5e91319447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dbccf54c5794271" /><Relationship Type="http://schemas.openxmlformats.org/officeDocument/2006/relationships/notesSlide" Target="/ppt/notesSlides/notesSlide22.xml" Id="R7f272031d02d44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2ffb4ea34b4e23" /><Relationship Type="http://schemas.openxmlformats.org/officeDocument/2006/relationships/notesSlide" Target="/ppt/notesSlides/notesSlide23.xml" Id="R08b51c017e054c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278818391644c61" /><Relationship Type="http://schemas.openxmlformats.org/officeDocument/2006/relationships/notesSlide" Target="/ppt/notesSlides/notesSlide24.xml" Id="R43ff1c0dee5747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70f8e6da08c4bcd" /><Relationship Type="http://schemas.openxmlformats.org/officeDocument/2006/relationships/notesSlide" Target="/ppt/notesSlides/notesSlide25.xml" Id="R4863e05c16bf47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36423c12fe74e53" /><Relationship Type="http://schemas.openxmlformats.org/officeDocument/2006/relationships/notesSlide" Target="/ppt/notesSlides/notesSlide26.xml" Id="R59a3955125834520"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FB87F2-907A-42A4-A742-C54871CF83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270B95-59DE-4463-8864-2C7AFF3131BF}"/>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B5A10B1F-B8C1-456E-A882-A8344434DEF0}"/>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F3DC72A2-3B42-496F-8818-1AD62C6307E9}"/>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FD21CB-89A1-4DB9-88E7-02D49DF8752B}"/>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3D99E192-B1BB-4287-B12A-C9376567E8F0}"/>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566276859"/>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5244F66-0171-4ECE-8626-FCC0C50CBB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2089A3-BB8A-4DF5-8698-90977F26BA6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F3454524-2C35-45CA-ACDD-4CEAD973E4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52947D-7B4D-4A30-867D-15E3DDD72DA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850E244E-56E0-4BC5-A9BC-774EA2F56F47}"/>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60436E7B-526C-4498-AE65-0812885118FA}"/>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1D9700BE-AFE8-454F-927D-7172326C3E6C}"/>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255E6362-57AD-4BCF-AEFD-A0057133B2CD}"/>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C71BF9AC-270E-4862-A4FD-91D85BA1E98A}"/>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A2FB8146-6B15-437E-87F8-5377B0725F6E}"/>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7A435B3C-22AB-4F8A-9C28-15719174B4A9}"/>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C606B4C8-89CD-4F64-8AFB-FD400A79D2BD}"/>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10C95A0C-16E4-41C1-9467-F3FFCD042945}"/>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7E25288B-8444-42FE-906D-DEE106E28B75}"/>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6AA1BD2F-189A-4AC8-8416-B5276E88D698}"/>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733DA8-713D-4AD2-97D7-01EFA825C958}"/>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75E69087-2F14-4D4F-BA0F-858248514B2E}"/>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8084034-8FA0-455E-84BD-C44E40937CE8}"/>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0AADA41B-A103-42F4-8104-F997CE54AFE5}"/>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405380B-6C23-47EF-965B-77C7761B1985}"/>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8B14DEA5-421B-4390-BF7F-8F403C19BDE2}"/>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A69F073-8A69-4F5A-B684-F31E5DD184FC}"/>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56C44F8B-71CF-4DC1-8478-906A130AB91A}"/>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B50B7C-8C4A-45A1-97BB-8D4AA7E566D4}"/>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D8959645-6402-4230-AFDB-3AE66038C74A}"/>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44CDBD4C-4AE0-428D-9F3C-6F4EC9790161}"/>
              </a:ext>
            </a:extLst>
          </p:cNvPr>
          <p:cNvSpPr>
            <a:spLocks xmlns:a="http://schemas.openxmlformats.org/drawingml/2006/main" noGrp="1"/>
          </p:cNvSpPr>
          <p:nvPr/>
        </p:nvSpPr>
        <p:spPr>
          <a:xfrm xmlns:a="http://schemas.openxmlformats.org/drawingml/2006/main">
            <a:off x="2819400" y="3105150"/>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7" name="">
            <a:extLst xmlns:a="http://schemas.openxmlformats.org/drawingml/2006/main">
              <a:ext uri="{FF2B5EF4-FFF2-40B4-BE49-F238E27FC236}">
                <a16:creationId xmlns:a16="http://schemas.microsoft.com/office/drawing/2014/main" id="{34150633-4871-4014-8027-E685902187ED}"/>
              </a:ext>
            </a:extLst>
          </p:cNvPr>
          <p:cNvSpPr>
            <a:spLocks xmlns:a="http://schemas.openxmlformats.org/drawingml/2006/main" noGrp="1"/>
          </p:cNvSpPr>
          <p:nvPr/>
        </p:nvSpPr>
        <p:spPr>
          <a:xfrm xmlns:a="http://schemas.openxmlformats.org/drawingml/2006/main">
            <a:off x="2905125" y="34766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モデル</a:t>
            </a:r>
          </a:p>
        </p:txBody>
      </p:sp>
      <p:sp>
        <p:nvSpPr>
          <p:cNvPr id="28" name="">
            <a:extLst xmlns:a="http://schemas.openxmlformats.org/drawingml/2006/main">
              <a:ext uri="{FF2B5EF4-FFF2-40B4-BE49-F238E27FC236}">
                <a16:creationId xmlns:a16="http://schemas.microsoft.com/office/drawing/2014/main" id="{23073278-13AB-4535-A072-E7E53E2F79A6}"/>
              </a:ext>
            </a:extLst>
          </p:cNvPr>
          <p:cNvSpPr>
            <a:spLocks xmlns:a="http://schemas.openxmlformats.org/drawingml/2006/main" noGrp="1"/>
          </p:cNvSpPr>
          <p:nvPr/>
        </p:nvSpPr>
        <p:spPr>
          <a:xfrm xmlns:a="http://schemas.openxmlformats.org/drawingml/2006/main">
            <a:off x="2905125" y="3924300"/>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3EC81408-DB0D-4267-8C9F-F2CADFBA9461}"/>
              </a:ext>
            </a:extLst>
          </p:cNvPr>
          <p:cNvSpPr>
            <a:spLocks xmlns:a="http://schemas.openxmlformats.org/drawingml/2006/main" noGrp="1"/>
          </p:cNvSpPr>
          <p:nvPr/>
        </p:nvSpPr>
        <p:spPr>
          <a:xfrm xmlns:a="http://schemas.openxmlformats.org/drawingml/2006/main">
            <a:off x="2905125" y="437197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15191B"/>
                </a:solidFill>
                <a:latin typeface="Hiragino Sans"/>
                <a:ea typeface="Hiragino Sans"/>
                <a:cs typeface="Hiragino Sans"/>
              </a:defRPr>
            </a:pPr>
            <a:r>
              <a:rPr sz="1200" b="1">
                <a:solidFill>
                  <a:srgbClr val="15191B"/>
                </a:solidFill>
                <a:latin typeface="Hiragino Sans"/>
                <a:ea typeface="Hiragino Sans"/>
                <a:cs typeface="Hiragino Sans"/>
              </a:rPr>
              <a:t>現場統合</a:t>
            </a:r>
          </a:p>
        </p:txBody>
      </p:sp>
      <p:sp>
        <p:nvSpPr>
          <p:cNvPr id="30" name="">
            <a:extLst xmlns:a="http://schemas.openxmlformats.org/drawingml/2006/main">
              <a:ext uri="{FF2B5EF4-FFF2-40B4-BE49-F238E27FC236}">
                <a16:creationId xmlns:a16="http://schemas.microsoft.com/office/drawing/2014/main" id="{2E327469-719F-4873-953F-90391653BA9E}"/>
              </a:ext>
            </a:extLst>
          </p:cNvPr>
          <p:cNvSpPr>
            <a:spLocks xmlns:a="http://schemas.openxmlformats.org/drawingml/2006/main" noGrp="1"/>
          </p:cNvSpPr>
          <p:nvPr/>
        </p:nvSpPr>
        <p:spPr>
          <a:xfrm xmlns:a="http://schemas.openxmlformats.org/drawingml/2006/main">
            <a:off x="5048250" y="2266950"/>
            <a:ext cx="5619750" cy="4381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1" name="">
            <a:extLst xmlns:a="http://schemas.openxmlformats.org/drawingml/2006/main">
              <a:ext uri="{FF2B5EF4-FFF2-40B4-BE49-F238E27FC236}">
                <a16:creationId xmlns:a16="http://schemas.microsoft.com/office/drawing/2014/main" id="{1458612C-4823-4FB9-9A0A-1DE7B325E648}"/>
              </a:ext>
            </a:extLst>
          </p:cNvPr>
          <p:cNvSpPr>
            <a:spLocks xmlns:a="http://schemas.openxmlformats.org/drawingml/2006/main" noGrp="1"/>
          </p:cNvSpPr>
          <p:nvPr/>
        </p:nvSpPr>
        <p:spPr>
          <a:xfrm xmlns:a="http://schemas.openxmlformats.org/drawingml/2006/main">
            <a:off x="5219700" y="2371725"/>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水平統合型：一つのレイヤーから多くの現場へ</a:t>
            </a:r>
          </a:p>
        </p:txBody>
      </p:sp>
      <p:sp>
        <p:nvSpPr>
          <p:cNvPr id="32" name="">
            <a:extLst xmlns:a="http://schemas.openxmlformats.org/drawingml/2006/main">
              <a:ext uri="{FF2B5EF4-FFF2-40B4-BE49-F238E27FC236}">
                <a16:creationId xmlns:a16="http://schemas.microsoft.com/office/drawing/2014/main" id="{61754E87-7448-401C-AA53-F6431A3788D8}"/>
              </a:ext>
            </a:extLst>
          </p:cNvPr>
          <p:cNvSpPr>
            <a:spLocks xmlns:a="http://schemas.openxmlformats.org/drawingml/2006/main" noGrp="1"/>
          </p:cNvSpPr>
          <p:nvPr/>
        </p:nvSpPr>
        <p:spPr>
          <a:xfrm xmlns:a="http://schemas.openxmlformats.org/drawingml/2006/main">
            <a:off x="10372725" y="2705100"/>
            <a:ext cx="19050" cy="24574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7F2FDB-83BB-451D-9DE8-E86A0BC46071}"/>
              </a:ext>
            </a:extLst>
          </p:cNvPr>
          <p:cNvSpPr>
            <a:spLocks xmlns:a="http://schemas.openxmlformats.org/drawingml/2006/main" noGrp="1"/>
          </p:cNvSpPr>
          <p:nvPr/>
        </p:nvSpPr>
        <p:spPr>
          <a:xfrm xmlns:a="http://schemas.openxmlformats.org/drawingml/2006/main">
            <a:off x="8401050" y="2800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撮影で現場へ入る</a:t>
            </a:r>
          </a:p>
        </p:txBody>
      </p:sp>
      <p:sp>
        <p:nvSpPr>
          <p:cNvPr id="34" name="">
            <a:extLst xmlns:a="http://schemas.openxmlformats.org/drawingml/2006/main">
              <a:ext uri="{FF2B5EF4-FFF2-40B4-BE49-F238E27FC236}">
                <a16:creationId xmlns:a16="http://schemas.microsoft.com/office/drawing/2014/main" id="{90C90073-F94A-43B9-B08D-EB90375505DF}"/>
              </a:ext>
            </a:extLst>
          </p:cNvPr>
          <p:cNvSpPr>
            <a:spLocks xmlns:a="http://schemas.openxmlformats.org/drawingml/2006/main" noGrp="1"/>
          </p:cNvSpPr>
          <p:nvPr/>
        </p:nvSpPr>
        <p:spPr>
          <a:xfrm xmlns:a="http://schemas.openxmlformats.org/drawingml/2006/main">
            <a:off x="8401050" y="4762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導入で現場へ入る</a:t>
            </a:r>
          </a:p>
        </p:txBody>
      </p:sp>
      <p:sp>
        <p:nvSpPr>
          <p:cNvPr id="35" name="">
            <a:extLst xmlns:a="http://schemas.openxmlformats.org/drawingml/2006/main">
              <a:ext uri="{FF2B5EF4-FFF2-40B4-BE49-F238E27FC236}">
                <a16:creationId xmlns:a16="http://schemas.microsoft.com/office/drawing/2014/main" id="{6592AA93-0712-4A91-ABDC-A88CC1237780}"/>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AAD16B6-307D-48AF-89E6-FBA854BABE09}"/>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37" name="">
            <a:extLst xmlns:a="http://schemas.openxmlformats.org/drawingml/2006/main">
              <a:ext uri="{FF2B5EF4-FFF2-40B4-BE49-F238E27FC236}">
                <a16:creationId xmlns:a16="http://schemas.microsoft.com/office/drawing/2014/main" id="{3E30A269-013F-4385-AD4B-30AE51976EC5}"/>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01637807"/>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18116C-F12D-486C-9757-9E0DFBD479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21B1AF-2356-4A08-A64A-D5B968C664F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055D7083-D806-4442-BE1C-D27EE4CDAD4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A9484B-2943-46D0-A328-62410D5DE82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CA22FACB-4E5E-48E1-9212-0D6E22D0B37E}"/>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CF8E4548-D6D0-4F36-88C2-5EB4E0B36107}"/>
              </a:ext>
            </a:extLst>
          </p:cNvPr>
          <p:cNvSpPr>
            <a:spLocks xmlns:a="http://schemas.openxmlformats.org/drawingml/2006/main" noGrp="1"/>
          </p:cNvSpPr>
          <p:nvPr/>
        </p:nvSpPr>
        <p:spPr>
          <a:xfrm xmlns:a="http://schemas.openxmlformats.org/drawingml/2006/main">
            <a:off x="723900" y="238125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特定の業種・タスクに絞り、決め打ちで現場で実際に動くロボットを作る。完全な自律運用が難しい場合は、遠隔操作で働くレベルから商用化する企業もあれば、自律運用の幅を地道に広げる企業もある。1X等が該当する。</a:t>
            </a:r>
          </a:p>
        </p:txBody>
      </p:sp>
      <p:sp>
        <p:nvSpPr>
          <p:cNvPr id="7" name="">
            <a:extLst xmlns:a="http://schemas.openxmlformats.org/drawingml/2006/main">
              <a:ext uri="{FF2B5EF4-FFF2-40B4-BE49-F238E27FC236}">
                <a16:creationId xmlns:a16="http://schemas.microsoft.com/office/drawing/2014/main" id="{7B5F9280-FD65-4642-B85F-AB423B964CA2}"/>
              </a:ext>
            </a:extLst>
          </p:cNvPr>
          <p:cNvSpPr>
            <a:spLocks xmlns:a="http://schemas.openxmlformats.org/drawingml/2006/main" noGrp="1"/>
          </p:cNvSpPr>
          <p:nvPr/>
        </p:nvSpPr>
        <p:spPr>
          <a:xfrm xmlns:a="http://schemas.openxmlformats.org/drawingml/2006/main">
            <a:off x="723900" y="4476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Genesis AIは、AI・ハードウェア・データエンジンをフルスタックで開発しながら、汎用的なロボティクスプラットフォームを目指す。</a:t>
            </a:r>
          </a:p>
        </p:txBody>
      </p:sp>
      <p:sp>
        <p:nvSpPr>
          <p:cNvPr id="8" name="">
            <a:extLst xmlns:a="http://schemas.openxmlformats.org/drawingml/2006/main">
              <a:ext uri="{FF2B5EF4-FFF2-40B4-BE49-F238E27FC236}">
                <a16:creationId xmlns:a16="http://schemas.microsoft.com/office/drawing/2014/main" id="{F2B41EDD-6EAC-454E-BC30-6357AFD20558}"/>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FB4E95-79D4-4224-92B7-72778C9F95E3}"/>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0" name="">
            <a:extLst xmlns:a="http://schemas.openxmlformats.org/drawingml/2006/main">
              <a:ext uri="{FF2B5EF4-FFF2-40B4-BE49-F238E27FC236}">
                <a16:creationId xmlns:a16="http://schemas.microsoft.com/office/drawing/2014/main" id="{F6731131-3A74-4C7E-9AAD-A5B3879E984E}"/>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1" name="">
            <a:extLst xmlns:a="http://schemas.openxmlformats.org/drawingml/2006/main">
              <a:ext uri="{FF2B5EF4-FFF2-40B4-BE49-F238E27FC236}">
                <a16:creationId xmlns:a16="http://schemas.microsoft.com/office/drawing/2014/main" id="{BA0E70F7-1FC3-44CB-84B0-A95BC83E95F8}"/>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222970452"/>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F2F627-66B1-4537-9071-F907940E1F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F40B2-161D-4C33-901B-4F2800A3E10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90338CC4-119B-4CB4-BDBD-10BD1FF8B93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382167-AF0F-491A-B636-37AA5DF2C0A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326CD165-2D55-4394-9EF2-14C5F3FD522C}"/>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E774EB8B-0583-4068-A8DF-EEE7A568703B}"/>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3DB97A6C-27BF-48FB-B4E6-AC61BDCC52DB}"/>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238329-D5DE-44E5-898C-65FC510A294A}"/>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00D4EC33-6B8D-4DD3-8B06-50F657AC1ABB}"/>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PI（Physical Intelligence）やNVIDIA。近いレイヤーには、現実世界を再現し、必要な実データ量を下げながらモデル開発まで進めるシミュレーション・デジタルツインがある。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C4E05669-A28B-4D2C-AE95-4435C8227675}"/>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5ECB52-B6D7-4F89-99B6-5D20CD187FE3}"/>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2AF14E52-F536-4675-9F3A-F43C1AE50A4C}"/>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1248F4F4-130E-45E3-A250-81D569D49AEC}"/>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D37801-70A1-4D52-B966-D9D080927928}"/>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6C0AE642-2210-4AF9-9B8D-B586661CDB2B}"/>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983304291"/>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109594C-A474-4EBF-B26F-21EB347A04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B9F2E7-AED7-4C56-98C8-742F4445BC1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AEFDCAED-D443-479A-ADBD-3EBD7AC4AB0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33F4A4-D7C9-486F-BAFE-34B6B0FEA48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0B821FF-A2C1-4139-9F57-53ED393BC88A}"/>
              </a:ext>
            </a:extLst>
          </p:cNvPr>
          <p:cNvSpPr>
            <a:spLocks xmlns:a="http://schemas.openxmlformats.org/drawingml/2006/main" noGrp="1"/>
          </p:cNvSpPr>
          <p:nvPr/>
        </p:nvSpPr>
        <p:spPr>
          <a:xfrm xmlns:a="http://schemas.openxmlformats.org/drawingml/2006/main">
            <a:off x="723900" y="1762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 ＝ 接続する業種・現場の広さ　　縦幅 ＝ 担う技術レイヤーの広さ</a:t>
            </a:r>
          </a:p>
        </p:txBody>
      </p:sp>
      <p:sp>
        <p:nvSpPr>
          <p:cNvPr id="6" name="">
            <a:extLst xmlns:a="http://schemas.openxmlformats.org/drawingml/2006/main">
              <a:ext uri="{FF2B5EF4-FFF2-40B4-BE49-F238E27FC236}">
                <a16:creationId xmlns:a16="http://schemas.microsoft.com/office/drawing/2014/main" id="{E2C0D5DF-7847-49FA-89CD-12FB9C353E3E}"/>
              </a:ext>
            </a:extLst>
          </p:cNvPr>
          <p:cNvSpPr>
            <a:spLocks xmlns:a="http://schemas.openxmlformats.org/drawingml/2006/main" noGrp="1"/>
          </p:cNvSpPr>
          <p:nvPr/>
        </p:nvSpPr>
        <p:spPr>
          <a:xfrm xmlns:a="http://schemas.openxmlformats.org/drawingml/2006/main">
            <a:off x="2266950" y="22098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B101EDEA-850E-4BD8-BA0D-A2D97735BF4F}"/>
              </a:ext>
            </a:extLst>
          </p:cNvPr>
          <p:cNvSpPr>
            <a:spLocks xmlns:a="http://schemas.openxmlformats.org/drawingml/2006/main" noGrp="1"/>
          </p:cNvSpPr>
          <p:nvPr/>
        </p:nvSpPr>
        <p:spPr>
          <a:xfrm xmlns:a="http://schemas.openxmlformats.org/drawingml/2006/main">
            <a:off x="723900" y="23526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65292611-2B47-4C98-BD10-16917DCEF1B4}"/>
              </a:ext>
            </a:extLst>
          </p:cNvPr>
          <p:cNvSpPr>
            <a:spLocks xmlns:a="http://schemas.openxmlformats.org/drawingml/2006/main" noGrp="1"/>
          </p:cNvSpPr>
          <p:nvPr/>
        </p:nvSpPr>
        <p:spPr>
          <a:xfrm xmlns:a="http://schemas.openxmlformats.org/drawingml/2006/main">
            <a:off x="2266950" y="28956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DFC02F1E-6953-48AB-A8CC-A81DA155888C}"/>
              </a:ext>
            </a:extLst>
          </p:cNvPr>
          <p:cNvSpPr>
            <a:spLocks xmlns:a="http://schemas.openxmlformats.org/drawingml/2006/main" noGrp="1"/>
          </p:cNvSpPr>
          <p:nvPr/>
        </p:nvSpPr>
        <p:spPr>
          <a:xfrm xmlns:a="http://schemas.openxmlformats.org/drawingml/2006/main">
            <a:off x="723900" y="295275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0" name="">
            <a:extLst xmlns:a="http://schemas.openxmlformats.org/drawingml/2006/main">
              <a:ext uri="{FF2B5EF4-FFF2-40B4-BE49-F238E27FC236}">
                <a16:creationId xmlns:a16="http://schemas.microsoft.com/office/drawing/2014/main" id="{4AB334F5-F663-4BBA-8426-0F587D5D55B2}"/>
              </a:ext>
            </a:extLst>
          </p:cNvPr>
          <p:cNvSpPr>
            <a:spLocks xmlns:a="http://schemas.openxmlformats.org/drawingml/2006/main" noGrp="1"/>
          </p:cNvSpPr>
          <p:nvPr/>
        </p:nvSpPr>
        <p:spPr>
          <a:xfrm xmlns:a="http://schemas.openxmlformats.org/drawingml/2006/main">
            <a:off x="2266950" y="3581400"/>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1" name="">
            <a:extLst xmlns:a="http://schemas.openxmlformats.org/drawingml/2006/main">
              <a:ext uri="{FF2B5EF4-FFF2-40B4-BE49-F238E27FC236}">
                <a16:creationId xmlns:a16="http://schemas.microsoft.com/office/drawing/2014/main" id="{2BCBE9DF-F99D-45C9-9B8D-AB45A3D17791}"/>
              </a:ext>
            </a:extLst>
          </p:cNvPr>
          <p:cNvSpPr>
            <a:spLocks xmlns:a="http://schemas.openxmlformats.org/drawingml/2006/main" noGrp="1"/>
          </p:cNvSpPr>
          <p:nvPr/>
        </p:nvSpPr>
        <p:spPr>
          <a:xfrm xmlns:a="http://schemas.openxmlformats.org/drawingml/2006/main">
            <a:off x="723900" y="37242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BE5CA519-9B52-42C5-A459-253CAB1F5614}"/>
              </a:ext>
            </a:extLst>
          </p:cNvPr>
          <p:cNvSpPr>
            <a:spLocks xmlns:a="http://schemas.openxmlformats.org/drawingml/2006/main" noGrp="1"/>
          </p:cNvSpPr>
          <p:nvPr/>
        </p:nvSpPr>
        <p:spPr>
          <a:xfrm xmlns:a="http://schemas.openxmlformats.org/drawingml/2006/main">
            <a:off x="2266950" y="4267200"/>
            <a:ext cx="8858250" cy="552450"/>
          </a:xfrm>
          <a:prstGeom xmlns:a="http://schemas.openxmlformats.org/drawingml/2006/main" prst="rect">
            <a:avLst/>
          </a:prstGeom>
          <a:solidFill xmlns:a="http://schemas.openxmlformats.org/drawingml/2006/main">
            <a:srgbClr val="E6ECE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5EBD308B-1171-46BD-B653-EC7ADAFA8F60}"/>
              </a:ext>
            </a:extLst>
          </p:cNvPr>
          <p:cNvSpPr>
            <a:spLocks xmlns:a="http://schemas.openxmlformats.org/drawingml/2006/main" noGrp="1"/>
          </p:cNvSpPr>
          <p:nvPr/>
        </p:nvSpPr>
        <p:spPr>
          <a:xfrm xmlns:a="http://schemas.openxmlformats.org/drawingml/2006/main">
            <a:off x="723900" y="44100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769B1B1B-B24E-4505-AB07-E692926B9D7A}"/>
              </a:ext>
            </a:extLst>
          </p:cNvPr>
          <p:cNvSpPr>
            <a:spLocks xmlns:a="http://schemas.openxmlformats.org/drawingml/2006/main" noGrp="1"/>
          </p:cNvSpPr>
          <p:nvPr/>
        </p:nvSpPr>
        <p:spPr>
          <a:xfrm xmlns:a="http://schemas.openxmlformats.org/drawingml/2006/main">
            <a:off x="723900" y="525780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9DFEABE5-2448-410D-8D11-F7B468D6315A}"/>
              </a:ext>
            </a:extLst>
          </p:cNvPr>
          <p:cNvSpPr>
            <a:spLocks xmlns:a="http://schemas.openxmlformats.org/drawingml/2006/main" noGrp="1"/>
          </p:cNvSpPr>
          <p:nvPr/>
        </p:nvSpPr>
        <p:spPr>
          <a:xfrm xmlns:a="http://schemas.openxmlformats.org/drawingml/2006/main">
            <a:off x="22669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15886CD-3937-402F-8679-37F5917A33AD}"/>
              </a:ext>
            </a:extLst>
          </p:cNvPr>
          <p:cNvSpPr>
            <a:spLocks xmlns:a="http://schemas.openxmlformats.org/drawingml/2006/main" noGrp="1"/>
          </p:cNvSpPr>
          <p:nvPr/>
        </p:nvSpPr>
        <p:spPr>
          <a:xfrm xmlns:a="http://schemas.openxmlformats.org/drawingml/2006/main">
            <a:off x="22669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飲食</a:t>
            </a:r>
          </a:p>
        </p:txBody>
      </p:sp>
      <p:sp>
        <p:nvSpPr>
          <p:cNvPr id="17" name="">
            <a:extLst xmlns:a="http://schemas.openxmlformats.org/drawingml/2006/main">
              <a:ext uri="{FF2B5EF4-FFF2-40B4-BE49-F238E27FC236}">
                <a16:creationId xmlns:a16="http://schemas.microsoft.com/office/drawing/2014/main" id="{59F28D92-CE7F-4F60-A330-D1C1F9E0CD87}"/>
              </a:ext>
            </a:extLst>
          </p:cNvPr>
          <p:cNvSpPr>
            <a:spLocks xmlns:a="http://schemas.openxmlformats.org/drawingml/2006/main" noGrp="1"/>
          </p:cNvSpPr>
          <p:nvPr/>
        </p:nvSpPr>
        <p:spPr>
          <a:xfrm xmlns:a="http://schemas.openxmlformats.org/drawingml/2006/main">
            <a:off x="40386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1CA5B8-E9BC-4911-B405-48A84BA26A70}"/>
              </a:ext>
            </a:extLst>
          </p:cNvPr>
          <p:cNvSpPr>
            <a:spLocks xmlns:a="http://schemas.openxmlformats.org/drawingml/2006/main" noGrp="1"/>
          </p:cNvSpPr>
          <p:nvPr/>
        </p:nvSpPr>
        <p:spPr>
          <a:xfrm xmlns:a="http://schemas.openxmlformats.org/drawingml/2006/main">
            <a:off x="40386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小売</a:t>
            </a:r>
          </a:p>
        </p:txBody>
      </p:sp>
      <p:sp>
        <p:nvSpPr>
          <p:cNvPr id="19" name="">
            <a:extLst xmlns:a="http://schemas.openxmlformats.org/drawingml/2006/main">
              <a:ext uri="{FF2B5EF4-FFF2-40B4-BE49-F238E27FC236}">
                <a16:creationId xmlns:a16="http://schemas.microsoft.com/office/drawing/2014/main" id="{06B4E6F5-6AB2-45DA-9F4B-C2A49957DD30}"/>
              </a:ext>
            </a:extLst>
          </p:cNvPr>
          <p:cNvSpPr>
            <a:spLocks xmlns:a="http://schemas.openxmlformats.org/drawingml/2006/main" noGrp="1"/>
          </p:cNvSpPr>
          <p:nvPr/>
        </p:nvSpPr>
        <p:spPr>
          <a:xfrm xmlns:a="http://schemas.openxmlformats.org/drawingml/2006/main">
            <a:off x="58102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1067458-CA54-4205-A01C-F52D6E6C9452}"/>
              </a:ext>
            </a:extLst>
          </p:cNvPr>
          <p:cNvSpPr>
            <a:spLocks xmlns:a="http://schemas.openxmlformats.org/drawingml/2006/main" noGrp="1"/>
          </p:cNvSpPr>
          <p:nvPr/>
        </p:nvSpPr>
        <p:spPr>
          <a:xfrm xmlns:a="http://schemas.openxmlformats.org/drawingml/2006/main">
            <a:off x="58102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製造</a:t>
            </a:r>
          </a:p>
        </p:txBody>
      </p:sp>
      <p:sp>
        <p:nvSpPr>
          <p:cNvPr id="21" name="">
            <a:extLst xmlns:a="http://schemas.openxmlformats.org/drawingml/2006/main">
              <a:ext uri="{FF2B5EF4-FFF2-40B4-BE49-F238E27FC236}">
                <a16:creationId xmlns:a16="http://schemas.microsoft.com/office/drawing/2014/main" id="{B2998AB4-8675-4B30-A8F4-4A7DCCC6CE49}"/>
              </a:ext>
            </a:extLst>
          </p:cNvPr>
          <p:cNvSpPr>
            <a:spLocks xmlns:a="http://schemas.openxmlformats.org/drawingml/2006/main" noGrp="1"/>
          </p:cNvSpPr>
          <p:nvPr/>
        </p:nvSpPr>
        <p:spPr>
          <a:xfrm xmlns:a="http://schemas.openxmlformats.org/drawingml/2006/main">
            <a:off x="758190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1C005E9-7A9C-47BF-B5FD-2185EE056A08}"/>
              </a:ext>
            </a:extLst>
          </p:cNvPr>
          <p:cNvSpPr>
            <a:spLocks xmlns:a="http://schemas.openxmlformats.org/drawingml/2006/main" noGrp="1"/>
          </p:cNvSpPr>
          <p:nvPr/>
        </p:nvSpPr>
        <p:spPr>
          <a:xfrm xmlns:a="http://schemas.openxmlformats.org/drawingml/2006/main">
            <a:off x="758190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物流</a:t>
            </a:r>
          </a:p>
        </p:txBody>
      </p:sp>
      <p:sp>
        <p:nvSpPr>
          <p:cNvPr id="23" name="">
            <a:extLst xmlns:a="http://schemas.openxmlformats.org/drawingml/2006/main">
              <a:ext uri="{FF2B5EF4-FFF2-40B4-BE49-F238E27FC236}">
                <a16:creationId xmlns:a16="http://schemas.microsoft.com/office/drawing/2014/main" id="{A606A096-7B30-4C73-A7F4-40BBB9132172}"/>
              </a:ext>
            </a:extLst>
          </p:cNvPr>
          <p:cNvSpPr>
            <a:spLocks xmlns:a="http://schemas.openxmlformats.org/drawingml/2006/main" noGrp="1"/>
          </p:cNvSpPr>
          <p:nvPr/>
        </p:nvSpPr>
        <p:spPr>
          <a:xfrm xmlns:a="http://schemas.openxmlformats.org/drawingml/2006/main">
            <a:off x="9353550" y="5162550"/>
            <a:ext cx="158115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46AE6F7-3035-40DF-9F1D-0B4F74DBB14B}"/>
              </a:ext>
            </a:extLst>
          </p:cNvPr>
          <p:cNvSpPr>
            <a:spLocks xmlns:a="http://schemas.openxmlformats.org/drawingml/2006/main" noGrp="1"/>
          </p:cNvSpPr>
          <p:nvPr/>
        </p:nvSpPr>
        <p:spPr>
          <a:xfrm xmlns:a="http://schemas.openxmlformats.org/drawingml/2006/main">
            <a:off x="9353550" y="52863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ほか</a:t>
            </a:r>
          </a:p>
        </p:txBody>
      </p:sp>
      <p:sp>
        <p:nvSpPr>
          <p:cNvPr id="25" name="">
            <a:extLst xmlns:a="http://schemas.openxmlformats.org/drawingml/2006/main">
              <a:ext uri="{FF2B5EF4-FFF2-40B4-BE49-F238E27FC236}">
                <a16:creationId xmlns:a16="http://schemas.microsoft.com/office/drawing/2014/main" id="{95B54785-85F7-440F-BE76-F02DB19F3019}"/>
              </a:ext>
            </a:extLst>
          </p:cNvPr>
          <p:cNvSpPr>
            <a:spLocks xmlns:a="http://schemas.openxmlformats.org/drawingml/2006/main" noGrp="1"/>
          </p:cNvSpPr>
          <p:nvPr/>
        </p:nvSpPr>
        <p:spPr>
          <a:xfrm xmlns:a="http://schemas.openxmlformats.org/drawingml/2006/main">
            <a:off x="2619375" y="2962275"/>
            <a:ext cx="19812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4E609FBE-1B58-4193-8821-AB7638396324}"/>
              </a:ext>
            </a:extLst>
          </p:cNvPr>
          <p:cNvSpPr>
            <a:spLocks xmlns:a="http://schemas.openxmlformats.org/drawingml/2006/main" noGrp="1"/>
          </p:cNvSpPr>
          <p:nvPr/>
        </p:nvSpPr>
        <p:spPr>
          <a:xfrm xmlns:a="http://schemas.openxmlformats.org/drawingml/2006/main">
            <a:off x="2790825" y="304800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a:t>
            </a:r>
          </a:p>
        </p:txBody>
      </p:sp>
      <p:sp>
        <p:nvSpPr>
          <p:cNvPr id="27" name="">
            <a:extLst xmlns:a="http://schemas.openxmlformats.org/drawingml/2006/main">
              <a:ext uri="{FF2B5EF4-FFF2-40B4-BE49-F238E27FC236}">
                <a16:creationId xmlns:a16="http://schemas.microsoft.com/office/drawing/2014/main" id="{75F06139-8BFD-4A0B-B31E-447F698A4A4B}"/>
              </a:ext>
            </a:extLst>
          </p:cNvPr>
          <p:cNvSpPr>
            <a:spLocks xmlns:a="http://schemas.openxmlformats.org/drawingml/2006/main" noGrp="1"/>
          </p:cNvSpPr>
          <p:nvPr/>
        </p:nvSpPr>
        <p:spPr>
          <a:xfrm xmlns:a="http://schemas.openxmlformats.org/drawingml/2006/main">
            <a:off x="2790825" y="328612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現場データで改善</a:t>
            </a:r>
          </a:p>
        </p:txBody>
      </p:sp>
      <p:sp>
        <p:nvSpPr>
          <p:cNvPr id="28" name="">
            <a:extLst xmlns:a="http://schemas.openxmlformats.org/drawingml/2006/main">
              <a:ext uri="{FF2B5EF4-FFF2-40B4-BE49-F238E27FC236}">
                <a16:creationId xmlns:a16="http://schemas.microsoft.com/office/drawing/2014/main" id="{78AB9BA5-629F-4778-824D-B468CD4CD579}"/>
              </a:ext>
            </a:extLst>
          </p:cNvPr>
          <p:cNvSpPr>
            <a:spLocks xmlns:a="http://schemas.openxmlformats.org/drawingml/2006/main" noGrp="1"/>
          </p:cNvSpPr>
          <p:nvPr/>
        </p:nvSpPr>
        <p:spPr>
          <a:xfrm xmlns:a="http://schemas.openxmlformats.org/drawingml/2006/main">
            <a:off x="2790825" y="36671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a:t>
            </a:r>
          </a:p>
        </p:txBody>
      </p:sp>
      <p:sp>
        <p:nvSpPr>
          <p:cNvPr id="29" name="">
            <a:extLst xmlns:a="http://schemas.openxmlformats.org/drawingml/2006/main">
              <a:ext uri="{FF2B5EF4-FFF2-40B4-BE49-F238E27FC236}">
                <a16:creationId xmlns:a16="http://schemas.microsoft.com/office/drawing/2014/main" id="{B6221FE4-5F3E-410F-835A-0A1D7EBD0ADF}"/>
              </a:ext>
            </a:extLst>
          </p:cNvPr>
          <p:cNvSpPr>
            <a:spLocks xmlns:a="http://schemas.openxmlformats.org/drawingml/2006/main" noGrp="1"/>
          </p:cNvSpPr>
          <p:nvPr/>
        </p:nvSpPr>
        <p:spPr>
          <a:xfrm xmlns:a="http://schemas.openxmlformats.org/drawingml/2006/main">
            <a:off x="2790825" y="3905250"/>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機体・センサーへ反映</a:t>
            </a:r>
          </a:p>
        </p:txBody>
      </p:sp>
      <p:sp>
        <p:nvSpPr>
          <p:cNvPr id="30" name="">
            <a:extLst xmlns:a="http://schemas.openxmlformats.org/drawingml/2006/main">
              <a:ext uri="{FF2B5EF4-FFF2-40B4-BE49-F238E27FC236}">
                <a16:creationId xmlns:a16="http://schemas.microsoft.com/office/drawing/2014/main" id="{3DAD1CA6-E3B1-4B80-B657-DA67C6E2F03B}"/>
              </a:ext>
            </a:extLst>
          </p:cNvPr>
          <p:cNvSpPr>
            <a:spLocks xmlns:a="http://schemas.openxmlformats.org/drawingml/2006/main" noGrp="1"/>
          </p:cNvSpPr>
          <p:nvPr/>
        </p:nvSpPr>
        <p:spPr>
          <a:xfrm xmlns:a="http://schemas.openxmlformats.org/drawingml/2006/main">
            <a:off x="2790825" y="4286250"/>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31" name="">
            <a:extLst xmlns:a="http://schemas.openxmlformats.org/drawingml/2006/main">
              <a:ext uri="{FF2B5EF4-FFF2-40B4-BE49-F238E27FC236}">
                <a16:creationId xmlns:a16="http://schemas.microsoft.com/office/drawing/2014/main" id="{AE22F72C-7C25-4FA3-8097-9C5EAEBEAA9E}"/>
              </a:ext>
            </a:extLst>
          </p:cNvPr>
          <p:cNvSpPr>
            <a:spLocks xmlns:a="http://schemas.openxmlformats.org/drawingml/2006/main" noGrp="1"/>
          </p:cNvSpPr>
          <p:nvPr/>
        </p:nvSpPr>
        <p:spPr>
          <a:xfrm xmlns:a="http://schemas.openxmlformats.org/drawingml/2006/main">
            <a:off x="2790825" y="4524375"/>
            <a:ext cx="1657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実作業へ導入</a:t>
            </a:r>
          </a:p>
        </p:txBody>
      </p:sp>
      <p:sp>
        <p:nvSpPr>
          <p:cNvPr id="32" name="">
            <a:extLst xmlns:a="http://schemas.openxmlformats.org/drawingml/2006/main">
              <a:ext uri="{FF2B5EF4-FFF2-40B4-BE49-F238E27FC236}">
                <a16:creationId xmlns:a16="http://schemas.microsoft.com/office/drawing/2014/main" id="{CA77A092-14C1-4E50-AA60-3CF27FC188E0}"/>
              </a:ext>
            </a:extLst>
          </p:cNvPr>
          <p:cNvSpPr>
            <a:spLocks xmlns:a="http://schemas.openxmlformats.org/drawingml/2006/main" noGrp="1"/>
          </p:cNvSpPr>
          <p:nvPr/>
        </p:nvSpPr>
        <p:spPr>
          <a:xfrm xmlns:a="http://schemas.openxmlformats.org/drawingml/2006/main">
            <a:off x="3448050" y="34956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3" name="">
            <a:extLst xmlns:a="http://schemas.openxmlformats.org/drawingml/2006/main">
              <a:ext uri="{FF2B5EF4-FFF2-40B4-BE49-F238E27FC236}">
                <a16:creationId xmlns:a16="http://schemas.microsoft.com/office/drawing/2014/main" id="{7A010066-067F-4426-8D30-5EAAF746E07D}"/>
              </a:ext>
            </a:extLst>
          </p:cNvPr>
          <p:cNvSpPr>
            <a:spLocks xmlns:a="http://schemas.openxmlformats.org/drawingml/2006/main" noGrp="1"/>
          </p:cNvSpPr>
          <p:nvPr/>
        </p:nvSpPr>
        <p:spPr>
          <a:xfrm xmlns:a="http://schemas.openxmlformats.org/drawingml/2006/main">
            <a:off x="3448050" y="41148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a:t>
            </a:r>
          </a:p>
        </p:txBody>
      </p:sp>
      <p:sp>
        <p:nvSpPr>
          <p:cNvPr id="34" name="">
            <a:extLst xmlns:a="http://schemas.openxmlformats.org/drawingml/2006/main">
              <a:ext uri="{FF2B5EF4-FFF2-40B4-BE49-F238E27FC236}">
                <a16:creationId xmlns:a16="http://schemas.microsoft.com/office/drawing/2014/main" id="{F0EBB11D-9FF0-4148-9021-E6FC1658B0F9}"/>
              </a:ext>
            </a:extLst>
          </p:cNvPr>
          <p:cNvSpPr>
            <a:spLocks xmlns:a="http://schemas.openxmlformats.org/drawingml/2006/main" noGrp="1"/>
          </p:cNvSpPr>
          <p:nvPr/>
        </p:nvSpPr>
        <p:spPr>
          <a:xfrm xmlns:a="http://schemas.openxmlformats.org/drawingml/2006/main">
            <a:off x="3600450" y="4752975"/>
            <a:ext cx="19050" cy="409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0043ADF-1B23-4947-A037-0F6B5B22594B}"/>
              </a:ext>
            </a:extLst>
          </p:cNvPr>
          <p:cNvSpPr>
            <a:spLocks xmlns:a="http://schemas.openxmlformats.org/drawingml/2006/main" noGrp="1"/>
          </p:cNvSpPr>
          <p:nvPr/>
        </p:nvSpPr>
        <p:spPr>
          <a:xfrm xmlns:a="http://schemas.openxmlformats.org/drawingml/2006/main">
            <a:off x="3600450" y="5143500"/>
            <a:ext cx="63912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E268A1A-748A-4635-8AD1-75660EE16E57}"/>
              </a:ext>
            </a:extLst>
          </p:cNvPr>
          <p:cNvSpPr>
            <a:spLocks xmlns:a="http://schemas.openxmlformats.org/drawingml/2006/main" noGrp="1"/>
          </p:cNvSpPr>
          <p:nvPr/>
        </p:nvSpPr>
        <p:spPr>
          <a:xfrm xmlns:a="http://schemas.openxmlformats.org/drawingml/2006/main">
            <a:off x="9972675" y="2657475"/>
            <a:ext cx="19050" cy="2505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3274594-8756-4535-882D-F037E23F1561}"/>
              </a:ext>
            </a:extLst>
          </p:cNvPr>
          <p:cNvSpPr>
            <a:spLocks xmlns:a="http://schemas.openxmlformats.org/drawingml/2006/main" noGrp="1"/>
          </p:cNvSpPr>
          <p:nvPr/>
        </p:nvSpPr>
        <p:spPr>
          <a:xfrm xmlns:a="http://schemas.openxmlformats.org/drawingml/2006/main">
            <a:off x="4600575" y="2657475"/>
            <a:ext cx="53911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7A47A92-0F5A-4DFA-971C-D84871EA0F20}"/>
              </a:ext>
            </a:extLst>
          </p:cNvPr>
          <p:cNvSpPr>
            <a:spLocks xmlns:a="http://schemas.openxmlformats.org/drawingml/2006/main" noGrp="1"/>
          </p:cNvSpPr>
          <p:nvPr/>
        </p:nvSpPr>
        <p:spPr>
          <a:xfrm xmlns:a="http://schemas.openxmlformats.org/drawingml/2006/main">
            <a:off x="6600825" y="23812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現場で得たデータを戻す</a:t>
            </a:r>
          </a:p>
        </p:txBody>
      </p:sp>
      <p:sp>
        <p:nvSpPr>
          <p:cNvPr id="39" name="">
            <a:extLst xmlns:a="http://schemas.openxmlformats.org/drawingml/2006/main">
              <a:ext uri="{FF2B5EF4-FFF2-40B4-BE49-F238E27FC236}">
                <a16:creationId xmlns:a16="http://schemas.microsoft.com/office/drawing/2014/main" id="{6098E51B-DA7A-4CDC-BC3E-5F9F3D808A5B}"/>
              </a:ext>
            </a:extLst>
          </p:cNvPr>
          <p:cNvSpPr>
            <a:spLocks xmlns:a="http://schemas.openxmlformats.org/drawingml/2006/main" noGrp="1"/>
          </p:cNvSpPr>
          <p:nvPr/>
        </p:nvSpPr>
        <p:spPr>
          <a:xfrm xmlns:a="http://schemas.openxmlformats.org/drawingml/2006/main">
            <a:off x="5048250" y="4867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現場で稼働</a:t>
            </a:r>
          </a:p>
        </p:txBody>
      </p:sp>
      <p:sp>
        <p:nvSpPr>
          <p:cNvPr id="40" name="">
            <a:extLst xmlns:a="http://schemas.openxmlformats.org/drawingml/2006/main">
              <a:ext uri="{FF2B5EF4-FFF2-40B4-BE49-F238E27FC236}">
                <a16:creationId xmlns:a16="http://schemas.microsoft.com/office/drawing/2014/main" id="{17038252-C621-4138-9E61-6506A28EE732}"/>
              </a:ext>
            </a:extLst>
          </p:cNvPr>
          <p:cNvSpPr>
            <a:spLocks xmlns:a="http://schemas.openxmlformats.org/drawingml/2006/main" noGrp="1"/>
          </p:cNvSpPr>
          <p:nvPr/>
        </p:nvSpPr>
        <p:spPr>
          <a:xfrm xmlns:a="http://schemas.openxmlformats.org/drawingml/2006/main">
            <a:off x="2266950" y="5886450"/>
            <a:ext cx="885825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ED9272D-9741-492F-9EAC-CA5AD5BA30B3}"/>
              </a:ext>
            </a:extLst>
          </p:cNvPr>
          <p:cNvSpPr>
            <a:spLocks xmlns:a="http://schemas.openxmlformats.org/drawingml/2006/main" noGrp="1"/>
          </p:cNvSpPr>
          <p:nvPr/>
        </p:nvSpPr>
        <p:spPr>
          <a:xfrm xmlns:a="http://schemas.openxmlformats.org/drawingml/2006/main">
            <a:off x="2266950" y="5962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特定の現場</a:t>
            </a:r>
          </a:p>
        </p:txBody>
      </p:sp>
      <p:sp>
        <p:nvSpPr>
          <p:cNvPr id="42" name="">
            <a:extLst xmlns:a="http://schemas.openxmlformats.org/drawingml/2006/main">
              <a:ext uri="{FF2B5EF4-FFF2-40B4-BE49-F238E27FC236}">
                <a16:creationId xmlns:a16="http://schemas.microsoft.com/office/drawing/2014/main" id="{4F2B976D-DC3E-4140-8435-2D7B87FA9615}"/>
              </a:ext>
            </a:extLst>
          </p:cNvPr>
          <p:cNvSpPr>
            <a:spLocks xmlns:a="http://schemas.openxmlformats.org/drawingml/2006/main" noGrp="1"/>
          </p:cNvSpPr>
          <p:nvPr/>
        </p:nvSpPr>
        <p:spPr>
          <a:xfrm xmlns:a="http://schemas.openxmlformats.org/drawingml/2006/main">
            <a:off x="8648700" y="59626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複数業種・多数の現場  →</a:t>
            </a:r>
          </a:p>
        </p:txBody>
      </p:sp>
    </p:spTree>
    <p:extLst>
      <p:ext uri="{BB962C8B-B14F-4D97-AF65-F5344CB8AC3E}">
        <p14:creationId xmlns:p14="http://schemas.microsoft.com/office/powerpoint/2010/main" val="1364109516"/>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E8590D-6A8F-4B7B-8819-A8BD5647570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4244A-6DB5-408F-BF57-7113D9140CB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4BDF5FC7-AC40-4804-883F-3C644E8452B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DB0B27-1BDD-4121-AD95-915D4098B04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EF237215-1066-4726-A39F-BCA355BE2C92}"/>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41E9AA3B-421E-4279-8BB5-DA63A4C37DB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714999-9956-471A-8D9D-5C3D827EBB07}"/>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C21217DE-CC93-4D9F-96E6-0FCEE1043779}"/>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781532298"/>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C0689D-83D2-47BC-9177-4F70701B12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3C9946-ADD9-4B09-AF74-17DCD1DC51D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0BBA72D4-1539-453A-9FED-19476EEA15B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AC153A-1788-4A78-BAF7-87244E35EC6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6E387CBC-AA4C-40A7-B3F8-349F6BEFA09E}"/>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独立したデータレイヤーが将来消滅するなら、データ収集企業に未来はないように聞こえるかもしれない。しかし私の考えは逆で、むしろデータ収集こそが最も有利な出発点である。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3CFD21C6-5C0D-4345-A7BE-F037B7B410B1}"/>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B5D145-85A3-4F2B-88E1-D733F12472B9}"/>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9BAC55AF-8D91-48F8-8A8A-28AA0E46738D}"/>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037792387"/>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778585-4EE8-40D9-A874-3CA0077EC7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D02168-31EF-48F0-A046-D78166023C0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78F6A7FF-F872-4BE7-A22A-0ECA083BA04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ABA2C6-0A0E-47E1-840C-1BD1F6EE1FA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69B777C2-EF5C-43CA-87C4-7C51CE1E0D1D}"/>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A4F9AB21-876E-4D7F-8987-1628543FCDC6}"/>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A138CE-32B7-439A-B8D5-152ABC976E85}"/>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75620774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2C2443-FA28-4E94-8137-186AC37004C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C55000-5110-4C00-9851-E5EA23B0DC9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40E4C07D-2646-40A1-83FD-5C81694EC63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A5731C-AF8C-4FA7-AA80-4A80C0EE759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D9C6EE4D-B25F-45EB-B8D1-1A8C14916F7F}"/>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9C850A80-834B-43D2-8BC5-576DBAF0D2C6}"/>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9F9BF6-1F41-43FA-9798-87CAD9395253}"/>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8E0498FC-E9F7-4C3D-9D10-C147AEA4E1C7}"/>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175223724"/>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81A8BC-17BA-4420-865A-7D41BD9F0A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21051C-D5C2-40E7-8F62-9FB8613EBD6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8A2DF1A7-8C49-40EC-BAFF-480B6557DAD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17F9F1-5AF2-4490-A5D5-5E0513D1CB8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48BFD9FF-5B7A-4F97-8173-4C19C4274273}"/>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EFE66C17-2613-4559-979C-079C364E1F39}"/>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9727EE-5CF4-4C0D-ACC6-ED32FF0E505D}"/>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FB7ABFB9-78D2-41E6-92CE-16E238BD0C17}"/>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435143909"/>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4B9342-6C75-4ECF-8689-CA84E492944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AE52F4-DCA3-4E17-8B13-776480A68A6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1A273AAA-B162-4CF6-AF40-5F3BF5E63D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E39E83-9223-4FD6-A3A7-5DF2B4B4386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F6074E78-5530-4ECB-8E40-13324FE7C132}"/>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6A77970E-F3DE-4B35-AA64-85EB3AC7A5E1}"/>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B33A00-3728-4452-B7BB-70B0188DE804}"/>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048A10F6-ED37-49E1-8235-C5B60879EC08}"/>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210086611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5BC9E7-8006-4E8D-8048-DE758EAE07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7E08B0-AB31-4987-805A-C5BABFA1AE9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B76B98A3-7C90-4FA6-B08F-D93088ED6B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C10F34-1430-4858-A51B-6EA72BBCE6E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9508ECD4-36D1-467F-9304-DBE3AFF95622}"/>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85D52044-C66F-4057-9758-DEBF9B142135}"/>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499E8953-E249-4495-80DF-B3846848510A}"/>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413C3F95-EECD-47B8-A4E2-0437C166F598}"/>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047C9D-2E65-41E1-8288-C095A2F9E10F}"/>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87A8C0D4-FFF6-4378-B098-52BFAB637424}"/>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4A9F478C-A3E1-4D9B-AF71-9332074E142D}"/>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FCFC1241-64B9-4747-9EC2-C8D00CFB6A7C}"/>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948138528"/>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D81273C-3EA6-4171-8A15-CE50D936CE3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143540-A456-48F1-812D-8783FAA0348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35934AFC-D52A-42F5-93BF-34BF2231D57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B00C3E-19B8-4477-A4DF-53E0B08D123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BF1D5660-E744-44EB-9BC2-16E1A64379D5}"/>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E7BC2D28-4360-4516-B7C9-D0157E470C37}"/>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22221653-C46C-4B5F-BFED-A83189B74EA1}"/>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05DFBAAA-6FD1-4879-93EA-519B2DC57919}"/>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58C52655-9170-4E96-85FD-40AB78BD7379}"/>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1225959E-13F7-470E-8804-AFA2CEB8922C}"/>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8963CBA9-B577-45E9-B697-13FB4464AC7B}"/>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B9330ED-A8D3-4168-A9AF-CFC2492EC9AA}"/>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8C7BFA4B-A291-4669-BBBA-9CFDAF5E5FC0}"/>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868DBC43-A11A-45BD-B1D4-4B55BD3598B7}"/>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4187BAE1-BCB0-4680-9669-523DF1E5B13E}"/>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EA230CA9-DE5E-41BD-81ED-EEB2835EAB59}"/>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B4CB5D12-8971-4874-AA1A-15725C854A1D}"/>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02FE78-9D86-47C5-83CE-E6F9DA05E035}"/>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F091908-72E4-4AA1-88D7-E111771B8245}"/>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F95DA4CE-ABBA-4A7B-B08C-E1E950FA82EC}"/>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9E8F2595-C987-431E-A432-F289A65FB70B}"/>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B2197E4-BA40-4FDF-B324-7A15B70248D9}"/>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954944506"/>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0BA5E1-5D20-4FB0-AEED-7AFBC4511C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AFAE14-45A7-43AC-A901-02F4FCFCF7F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A8457351-A4FF-47A9-98F9-4D81028BE8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76F7D-BA33-46E1-A039-6A8C8044F70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E37A019A-B0E7-4F7F-8C50-A73CCB7B78D8}"/>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1A63F2C6-8A24-4E7A-B4C4-926374AA7383}"/>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6CF718DB-7BB3-43B4-970A-5C13DD36060F}"/>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E80490-E436-4092-9813-5BEAB0CC83BD}"/>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C7946EC1-7570-4D8A-A49E-8E294F74937A}"/>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4EFBE428-AE3A-4BC6-9BED-3CF6DA3F1270}"/>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E48D75-A4F1-4CCF-9E39-0BFC47EE2B4A}"/>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7D1862A1-7BE4-4C6E-8958-5A71D5FB1A03}"/>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FAECF712-C202-42CE-AC09-443E1681619A}"/>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40BEFE-6DB0-4C88-962D-5B3E7B2A87C2}"/>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12B7E89C-90A5-4590-B1AD-B7E739757A00}"/>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C902F0BC-7598-4F38-ACFB-EBEF9254923C}"/>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D4C150-1972-45B9-9C46-12516276DA75}"/>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D4156070-FDB4-48DF-BF74-34EFBE636D6B}"/>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336072232"/>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7F7F71-CE5F-40A5-B0DD-CEA7989E06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AE7A37-9319-429C-A136-E2A3C8A062C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00FA005B-08EC-4BF4-A820-8E736386488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659FED-7A3C-4F77-A1E2-D8ED5427946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07FC1520-1359-42FA-9121-C19B9E06B887}"/>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2EB114A5-F2E0-4F4E-AE1C-181F52606BF8}"/>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1D40517E-F2E0-443F-87E5-49518D7DA582}"/>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41D3A9-BCE3-4A36-AD8B-881772B0053D}"/>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BCF73538-1E75-499A-B8D6-28BE979A5B78}"/>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CD9A1629-0229-4433-8DD1-1F9A3CD2415A}"/>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486598906"/>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9BD1BC-F338-46B8-91C8-5EE0341DC4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BAC21C-6B91-4F92-BD7C-4120C898249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C5568E5D-5CF0-4423-ACF5-540B7DD9010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C33F38-6FBB-4D8F-9358-CE58DCE9BAE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D5A42DE8-8CB8-49DF-826A-43BCCB7D77FF}"/>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78E37180-2C44-421C-8C20-8CB6E7494459}"/>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06A24EB3-892E-4289-9663-DF50CC649E5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F28488-19B7-4843-8F17-DD5CE5716141}"/>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B5F7CBE2-FEEE-4401-976B-2408333BD144}"/>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46B27125-3A45-451D-9696-AACFB89FBFA0}"/>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8DF88E-AB83-4C2A-9F03-235CEC87B37E}"/>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C221171D-3FF9-4B4C-96C1-CF99919C4411}"/>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6F07C421-8353-4A2E-A0D0-320990D3A44A}"/>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C00A92-E551-43E3-8BDC-558F6D5B2AF8}"/>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0001ECA4-2B16-49EC-BA0E-7C8808CB3038}"/>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398261373"/>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683628-8CB5-4682-88A1-92AC8B6B8E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309BA8-46A9-4BC1-B536-596345FDA2B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18AFB61B-6253-4C87-98BF-68E5B951CAC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F10FD5-438E-4D79-A415-1E67540F20D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e4edd67b00d42b7"/>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FF9F4D-9F36-44DA-BB66-B8B654245BF6}"/>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866830A9-1801-46AC-A413-C207B4D6B483}"/>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6C568EA1-4E89-4F25-93F4-5F2F30944EDC}"/>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23c489ae5dd43d8"/>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EFC4B7C-357F-4101-941D-002BDBEEC135}"/>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4F83D138-C746-4901-977D-87022F4FF96B}"/>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42868E96-1A83-4675-98C5-E7C292504CA7}"/>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461846115ef41ea"/>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A578691-7434-4C4F-87FA-AB8533824068}"/>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B25DFECD-5E06-442A-8188-C912A5B21078}"/>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74B3F263-D076-45B5-92C7-03D39B5EBAF1}"/>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DBD15269-B50D-4090-BC68-E2F388D0B455}"/>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C6C943-9660-4D90-A90B-335F0490FAC8}"/>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351784362"/>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93FF55-9878-4AB2-BD89-87DC80B66D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E4F4A9-4E0F-4E1A-AD13-FE4E6783A4B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96C1404D-16E6-41AB-AB99-D229B147EDD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5C7042-8447-4250-9C1E-9DE22B6A92A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3DE70EB-A3F3-40A0-ACBE-319C6AB2910F}"/>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CE7D059C-D6D1-426C-B5C9-6AFB6682E4BF}"/>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657867850"/>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1FE4C8-7083-482E-88AC-784939AD6D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0D829C-061C-4DBA-823E-6C875E5BEAD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F07A7631-EAEF-47B7-866C-B6DC7A49039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F15FDF-B463-450E-93F4-E7368034768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2FFC7EF-0F86-4D4B-AF43-ED2CBF25529B}"/>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C5072FD1-1D98-4F80-9A2A-C6C48C8E1B26}"/>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291558606"/>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AA4012-2B59-45B2-BD23-4818D3A683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966CEB-4150-4B1A-A2E3-32646EBDD6A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16FF0702-E889-48DD-BB68-87663201EA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88A954-4D3B-496B-8109-61D28A3C632C}"/>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EDE621EF-29CC-4959-AF3A-E19E2D8DB2A8}"/>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CEF2878-E66C-4248-A385-E18DE036E4C2}"/>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022182814"/>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47126E-0909-4ADD-B8A1-98E7960485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4FD83D-2A93-404B-986D-448EB8FF2D1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E4559980-D142-4A66-BB64-4C20337FA1A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DC3804-4E37-44D3-8B19-6FB56864193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07864464-05E3-4B33-913E-50AE5C93A720}"/>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39A3303-C87D-4614-B235-750AD0A0C390}"/>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72B7EB76-6666-40F0-AC6F-BC92FD5748DB}"/>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03B385-D86D-428C-90FB-10AA4F8CB11D}"/>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3899FAD9-4408-4291-ABBF-3F10FB2B2FE9}"/>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ABA66A1A-C021-4188-80BE-82C1A5B10A3C}"/>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D3E035-B5AC-4B39-8A12-88C22BE83702}"/>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0550FD88-F54B-4513-B2D2-366C8017A790}"/>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5BBFB7B5-99C9-466B-A9E5-CC61FC6A3818}"/>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EE4A9E-4F7E-41D0-8E72-3F711729006C}"/>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D830A6C9-8062-44C2-97D8-DB25D770DA07}"/>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890821049"/>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50B043-4C83-46AC-8121-388DF8C4BA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B9C1D1-DD24-43A2-97FF-B471473DCE3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F4AB2277-DC57-4B8A-ACF8-C39DD61156D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1B5E7C-5BC8-4D0A-9955-AC402B37432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317E2782-31A4-4EE5-9BBD-BE4C51BB3C66}"/>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19765859-1ED7-4560-8A37-A5FB401EAFFA}"/>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683F6996-FF17-41CB-B355-0844E18C4604}"/>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5416F0-57B2-4111-92CF-22D24F8A3660}"/>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2E4C662E-B99D-4BEA-AE46-BFF2CC20A036}"/>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DD7F5944-C7AE-4E56-A70F-5F1427685C58}"/>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B48F12-1841-4C17-BF02-177FF52DE64C}"/>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5A79A942-5BED-4865-B79B-4522F381381B}"/>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CF2A6E78-0BA8-4DE2-ADF6-F714EFFE799C}"/>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145825638"/>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AD41CF3-D274-420B-8B05-720004F63E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D81086-550B-4E96-9D97-0C360D31044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EA095250-77C8-4657-9E2C-DDBBD57B540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524C7E-C44A-432E-8136-6419C888542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8A5629E5-D459-45C5-B05C-44082F4A1269}"/>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3F7AE054-0E58-40B8-A342-D9BB741DE383}"/>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6D343787-F3EF-45E8-91A5-4C19C93E7A3C}"/>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1D2D67-44A5-4E50-B137-7F45DD2EB657}"/>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F29B0836-756A-4D3C-A00B-97ED75B19A08}"/>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70B1FFE1-CD91-45F5-95AA-005389C7E407}"/>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6BA711-F10A-45C7-AD74-A151F6B33F45}"/>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733D1D3E-5720-4F08-B907-3CDD90204F75}"/>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48A30F22-2F8D-4585-9B9E-E2DCC431959E}"/>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728755272"/>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28FC107-935B-41F4-A82A-53F71D7D6BD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696FAD-386E-49AF-9DCD-4639044CADC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08D2F830-2188-4541-A74D-C159ADE9EE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3CEE13-6971-40AB-8937-E323C43FCD5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E68EC15E-3949-40D3-ABFE-7450D638B69B}"/>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A2125A17-FE89-420E-81B9-8FF26C729A97}"/>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461ABEEF-5E9E-42F7-9787-D8051B14F7DF}"/>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C622A6-F1E7-4FE9-840F-8508107A99EC}"/>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4A123480-EAA8-495E-9AC7-2FF1A4AD4AEC}"/>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BE267F65-78C0-4B4E-9235-C94DA5D2A5E0}"/>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23C7E1-40FE-4937-9C09-BCAE52A76D19}"/>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DB11A72A-CE45-42BB-B715-B148D7D48B98}"/>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9C517BAB-FA13-44CC-93C7-687C3100ABC7}"/>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41B2CD-F270-4C67-9CD1-4DA1E4509872}"/>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9B7CA10-C40B-4E06-B825-768D8648AA89}"/>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609114337"/>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10BF58-0582-4794-8529-EF0337C9C6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97AD89-3B18-411E-80A6-4B3430420C5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906CBDCE-0665-4BDF-8D7C-15A383143EA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55FB52-F8D6-4DEA-9900-EBCCF2DF1BA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DF7697BE-824F-4223-AE19-BE11115F873B}"/>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8BD712DA-31C4-4261-9D81-60D7746166C5}"/>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1E4449BB-E06B-4C1E-872E-6B3A843C78C9}"/>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7B5112-08D1-4E16-AA80-4232937D76E4}"/>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D575629E-B569-4C03-B01C-884EF0D3A018}"/>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9D09679A-EEF5-4CB0-AA0C-826BE5E0398F}"/>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332036223"/>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DD10DF-883F-4F60-B7F4-39A1FCCDA3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572EB6-980E-4888-87E0-B6F339E6796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69961E5E-B283-4913-8D5C-0C11D6AEEC3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96B568-8AE3-4FAC-9545-E8379E083F7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9B1A8678-7A41-4468-BDEA-DC7EE7111072}"/>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96217254-EF23-4495-AC38-17A64A70CDB0}"/>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EF6B6144-E2E5-4558-ABB5-BDD7840EB3A7}"/>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B80376-7217-46ED-A3A5-3D5711F6E191}"/>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5191B"/>
                </a:solidFill>
                <a:latin typeface="Hiragino Sans"/>
                <a:ea typeface="Hiragino Sans"/>
                <a:cs typeface="Hiragino Sans"/>
              </a:defRPr>
            </a:pPr>
            <a:r>
              <a:rPr sz="2100" b="1">
                <a:solidFill>
                  <a:srgbClr val="15191B"/>
                </a:solidFill>
                <a:latin typeface="Hiragino Sans"/>
                <a:ea typeface="Hiragino Sans"/>
                <a:cs typeface="Hiragino Sans"/>
              </a:rPr>
              <a:t>モデル開発・ハードウェア開発・現場統合のフィードバックループを自社で回すフィジカルAI企業へと転身する。</a:t>
            </a:r>
          </a:p>
        </p:txBody>
      </p:sp>
      <p:sp>
        <p:nvSpPr>
          <p:cNvPr id="9" name="">
            <a:extLst xmlns:a="http://schemas.openxmlformats.org/drawingml/2006/main">
              <a:ext uri="{FF2B5EF4-FFF2-40B4-BE49-F238E27FC236}">
                <a16:creationId xmlns:a16="http://schemas.microsoft.com/office/drawing/2014/main" id="{A342F6BA-FD14-4830-B979-AEA8FD3A21C9}"/>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1099784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2026-09-14T21:54:50.3560000Z</dcterms:created>
  <dcterms:modified xsi:type="dcterms:W3CDTF">2026-09-14T21:54:50.3560000Z</dcterms:modified>
</coreProperties>
</file>