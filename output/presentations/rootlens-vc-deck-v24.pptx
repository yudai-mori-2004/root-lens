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d7ea7f2d194bb8" /><Relationship Type="http://schemas.openxmlformats.org/officeDocument/2006/relationships/extended-properties" Target="/docProps/app.xml" Id="R865a552de1e74980" /><Relationship Type="http://schemas.openxmlformats.org/officeDocument/2006/relationships/officeDocument" Target="/ppt/presentation.xml" Id="R5d409e2154f844fe" /></Relationships>
</file>

<file path=ppt/presentation.xml><?xml version="1.0" encoding="utf-8"?>
<p:presentation xmlns:p="http://schemas.openxmlformats.org/presentationml/2006/main">
  <p:sldMasterIdLst>
    <p:sldMasterId xmlns:r="http://schemas.openxmlformats.org/officeDocument/2006/relationships" id="2147483648" r:id="R17bf1d2dc7304807"/>
  </p:sldMasterIdLst>
  <p:notesMasterIdLst>
    <p:notesMasterId xmlns:r="http://schemas.openxmlformats.org/officeDocument/2006/relationships" r:id="R62d35e2164834d3d"/>
  </p:notesMasterIdLst>
  <p:sldIdLst>
    <p:sldId xmlns:r="http://schemas.openxmlformats.org/officeDocument/2006/relationships" id="256" r:id="R2f60441e770040c5"/>
    <p:sldId xmlns:r="http://schemas.openxmlformats.org/officeDocument/2006/relationships" id="257" r:id="R3163f1092ccb4f8a"/>
    <p:sldId xmlns:r="http://schemas.openxmlformats.org/officeDocument/2006/relationships" id="258" r:id="R223cd9a18a9041f2"/>
    <p:sldId xmlns:r="http://schemas.openxmlformats.org/officeDocument/2006/relationships" id="259" r:id="Rf176e4eea7ba48c3"/>
    <p:sldId xmlns:r="http://schemas.openxmlformats.org/officeDocument/2006/relationships" id="260" r:id="Re49cf9d977af4dab"/>
    <p:sldId xmlns:r="http://schemas.openxmlformats.org/officeDocument/2006/relationships" id="261" r:id="Rb55f1eb3097e4808"/>
    <p:sldId xmlns:r="http://schemas.openxmlformats.org/officeDocument/2006/relationships" id="262" r:id="R12bb655a6a3f4cd0"/>
    <p:sldId xmlns:r="http://schemas.openxmlformats.org/officeDocument/2006/relationships" id="263" r:id="R2f13323d23404887"/>
    <p:sldId xmlns:r="http://schemas.openxmlformats.org/officeDocument/2006/relationships" id="264" r:id="R88a63b1dad154253"/>
    <p:sldId xmlns:r="http://schemas.openxmlformats.org/officeDocument/2006/relationships" id="265" r:id="R9864afd862b74bd5"/>
    <p:sldId xmlns:r="http://schemas.openxmlformats.org/officeDocument/2006/relationships" id="266" r:id="R7b7e10fa3a744fa8"/>
    <p:sldId xmlns:r="http://schemas.openxmlformats.org/officeDocument/2006/relationships" id="267" r:id="R88414487878c45cd"/>
    <p:sldId xmlns:r="http://schemas.openxmlformats.org/officeDocument/2006/relationships" id="268" r:id="Rfd89399a8a2e4b4d"/>
    <p:sldId xmlns:r="http://schemas.openxmlformats.org/officeDocument/2006/relationships" id="269" r:id="R97b3bb6510654bc4"/>
    <p:sldId xmlns:r="http://schemas.openxmlformats.org/officeDocument/2006/relationships" id="270" r:id="R1013a453adc34a3b"/>
    <p:sldId xmlns:r="http://schemas.openxmlformats.org/officeDocument/2006/relationships" id="271" r:id="R346ca16941bc47f5"/>
    <p:sldId xmlns:r="http://schemas.openxmlformats.org/officeDocument/2006/relationships" id="272" r:id="R655b6810dab3459c"/>
    <p:sldId xmlns:r="http://schemas.openxmlformats.org/officeDocument/2006/relationships" id="273" r:id="R470aa8196a7d45ef"/>
    <p:sldId xmlns:r="http://schemas.openxmlformats.org/officeDocument/2006/relationships" id="274" r:id="R9cb162ff41e7449b"/>
    <p:sldId xmlns:r="http://schemas.openxmlformats.org/officeDocument/2006/relationships" id="275" r:id="R1154ff6cd10646ad"/>
    <p:sldId xmlns:r="http://schemas.openxmlformats.org/officeDocument/2006/relationships" id="276" r:id="R472acf175f68476e"/>
    <p:sldId xmlns:r="http://schemas.openxmlformats.org/officeDocument/2006/relationships" id="277" r:id="R42ab7ead75f64f39"/>
    <p:sldId xmlns:r="http://schemas.openxmlformats.org/officeDocument/2006/relationships" id="278" r:id="R5c1438f72da249a7"/>
    <p:sldId xmlns:r="http://schemas.openxmlformats.org/officeDocument/2006/relationships" id="279" r:id="R7cd940e877e646b5"/>
    <p:sldId xmlns:r="http://schemas.openxmlformats.org/officeDocument/2006/relationships" id="280" r:id="Rad03dc9d73644d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29efe3ab61423e" /><Relationship Type="http://schemas.openxmlformats.org/officeDocument/2006/relationships/slideMaster" Target="/ppt/slideMasters/slideMaster1.xml" Id="R17bf1d2dc7304807" /><Relationship Type="http://schemas.openxmlformats.org/officeDocument/2006/relationships/notesMaster" Target="/ppt/notesMasters/notesMaster1.xml" Id="R62d35e2164834d3d" /><Relationship Type="http://schemas.openxmlformats.org/officeDocument/2006/relationships/presProps" Target="/ppt/presProps.xml" Id="R7d51cb12f59d4326" /><Relationship Type="http://schemas.openxmlformats.org/officeDocument/2006/relationships/tableStyles" Target="/ppt/tableStyles.xml" Id="Rff4ecef63dc74d8b" /><Relationship Type="http://schemas.openxmlformats.org/officeDocument/2006/relationships/slide" Target="/ppt/slides/slide1.xml" Id="R2f60441e770040c5" /><Relationship Type="http://schemas.openxmlformats.org/officeDocument/2006/relationships/slide" Target="/ppt/slides/slide2.xml" Id="R3163f1092ccb4f8a" /><Relationship Type="http://schemas.openxmlformats.org/officeDocument/2006/relationships/slide" Target="/ppt/slides/slide3.xml" Id="R223cd9a18a9041f2" /><Relationship Type="http://schemas.openxmlformats.org/officeDocument/2006/relationships/slide" Target="/ppt/slides/slide4.xml" Id="Rf176e4eea7ba48c3" /><Relationship Type="http://schemas.openxmlformats.org/officeDocument/2006/relationships/slide" Target="/ppt/slides/slide5.xml" Id="Re49cf9d977af4dab" /><Relationship Type="http://schemas.openxmlformats.org/officeDocument/2006/relationships/slide" Target="/ppt/slides/slide6.xml" Id="Rb55f1eb3097e4808" /><Relationship Type="http://schemas.openxmlformats.org/officeDocument/2006/relationships/slide" Target="/ppt/slides/slide7.xml" Id="R12bb655a6a3f4cd0" /><Relationship Type="http://schemas.openxmlformats.org/officeDocument/2006/relationships/slide" Target="/ppt/slides/slide8.xml" Id="R2f13323d23404887" /><Relationship Type="http://schemas.openxmlformats.org/officeDocument/2006/relationships/slide" Target="/ppt/slides/slide9.xml" Id="R88a63b1dad154253" /><Relationship Type="http://schemas.openxmlformats.org/officeDocument/2006/relationships/slide" Target="/ppt/slides/slide10.xml" Id="R9864afd862b74bd5" /><Relationship Type="http://schemas.openxmlformats.org/officeDocument/2006/relationships/slide" Target="/ppt/slides/slide11.xml" Id="R7b7e10fa3a744fa8" /><Relationship Type="http://schemas.openxmlformats.org/officeDocument/2006/relationships/slide" Target="/ppt/slides/slide12.xml" Id="R88414487878c45cd" /><Relationship Type="http://schemas.openxmlformats.org/officeDocument/2006/relationships/slide" Target="/ppt/slides/slide13.xml" Id="Rfd89399a8a2e4b4d" /><Relationship Type="http://schemas.openxmlformats.org/officeDocument/2006/relationships/slide" Target="/ppt/slides/slide14.xml" Id="R97b3bb6510654bc4" /><Relationship Type="http://schemas.openxmlformats.org/officeDocument/2006/relationships/slide" Target="/ppt/slides/slide15.xml" Id="R1013a453adc34a3b" /><Relationship Type="http://schemas.openxmlformats.org/officeDocument/2006/relationships/slide" Target="/ppt/slides/slide16.xml" Id="R346ca16941bc47f5" /><Relationship Type="http://schemas.openxmlformats.org/officeDocument/2006/relationships/slide" Target="/ppt/slides/slide17.xml" Id="R655b6810dab3459c" /><Relationship Type="http://schemas.openxmlformats.org/officeDocument/2006/relationships/slide" Target="/ppt/slides/slide18.xml" Id="R470aa8196a7d45ef" /><Relationship Type="http://schemas.openxmlformats.org/officeDocument/2006/relationships/slide" Target="/ppt/slides/slide19.xml" Id="R9cb162ff41e7449b" /><Relationship Type="http://schemas.openxmlformats.org/officeDocument/2006/relationships/slide" Target="/ppt/slides/slide20.xml" Id="R1154ff6cd10646ad" /><Relationship Type="http://schemas.openxmlformats.org/officeDocument/2006/relationships/slide" Target="/ppt/slides/slide21.xml" Id="R472acf175f68476e" /><Relationship Type="http://schemas.openxmlformats.org/officeDocument/2006/relationships/slide" Target="/ppt/slides/slide22.xml" Id="R42ab7ead75f64f39" /><Relationship Type="http://schemas.openxmlformats.org/officeDocument/2006/relationships/slide" Target="/ppt/slides/slide23.xml" Id="R5c1438f72da249a7" /><Relationship Type="http://schemas.openxmlformats.org/officeDocument/2006/relationships/slide" Target="/ppt/slides/slide24.xml" Id="R7cd940e877e646b5" /><Relationship Type="http://schemas.openxmlformats.org/officeDocument/2006/relationships/slide" Target="/ppt/slides/slide25.xml" Id="Rad03dc9d73644d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e663f917f94b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184c76dc594501" /><Relationship Type="http://schemas.openxmlformats.org/officeDocument/2006/relationships/notesMaster" Target="/ppt/notesMasters/notesMaster1.xml" Id="R36b0fceb92d946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0e2d9eb7834125" /><Relationship Type="http://schemas.openxmlformats.org/officeDocument/2006/relationships/notesMaster" Target="/ppt/notesMasters/notesMaster1.xml" Id="Re2db343c825e48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52db702bf34463" /><Relationship Type="http://schemas.openxmlformats.org/officeDocument/2006/relationships/notesMaster" Target="/ppt/notesMasters/notesMaster1.xml" Id="R65e9178010544c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9965fe2e6b4c19" /><Relationship Type="http://schemas.openxmlformats.org/officeDocument/2006/relationships/notesMaster" Target="/ppt/notesMasters/notesMaster1.xml" Id="R7d9b38beabe446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1ebc6d6a124895" /><Relationship Type="http://schemas.openxmlformats.org/officeDocument/2006/relationships/notesMaster" Target="/ppt/notesMasters/notesMaster1.xml" Id="Ra930d42452ad49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f6d62e248f4149" /><Relationship Type="http://schemas.openxmlformats.org/officeDocument/2006/relationships/notesMaster" Target="/ppt/notesMasters/notesMaster1.xml" Id="Rae3001d2cd5842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58b564a6d84745" /><Relationship Type="http://schemas.openxmlformats.org/officeDocument/2006/relationships/notesMaster" Target="/ppt/notesMasters/notesMaster1.xml" Id="R270084b8f6e84a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4bd151aeb64b02" /><Relationship Type="http://schemas.openxmlformats.org/officeDocument/2006/relationships/notesMaster" Target="/ppt/notesMasters/notesMaster1.xml" Id="Rdbdd45956dbe42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eb8be8712445f4" /><Relationship Type="http://schemas.openxmlformats.org/officeDocument/2006/relationships/notesMaster" Target="/ppt/notesMasters/notesMaster1.xml" Id="R4c42cdd488cf4d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2122c642444dd8" /><Relationship Type="http://schemas.openxmlformats.org/officeDocument/2006/relationships/notesMaster" Target="/ppt/notesMasters/notesMaster1.xml" Id="Rf185cef1cef243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d2874a469a42f4" /><Relationship Type="http://schemas.openxmlformats.org/officeDocument/2006/relationships/notesMaster" Target="/ppt/notesMasters/notesMaster1.xml" Id="Ra3526afe02cf4f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40558a5bc14b5f" /><Relationship Type="http://schemas.openxmlformats.org/officeDocument/2006/relationships/notesMaster" Target="/ppt/notesMasters/notesMaster1.xml" Id="Rab20e866f0ac41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ae276318b84791" /><Relationship Type="http://schemas.openxmlformats.org/officeDocument/2006/relationships/notesMaster" Target="/ppt/notesMasters/notesMaster1.xml" Id="Ra4256b52bdf3421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2f7370fea24f3d" /><Relationship Type="http://schemas.openxmlformats.org/officeDocument/2006/relationships/notesMaster" Target="/ppt/notesMasters/notesMaster1.xml" Id="R1a2c5261565e465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a8498604514aae" /><Relationship Type="http://schemas.openxmlformats.org/officeDocument/2006/relationships/notesMaster" Target="/ppt/notesMasters/notesMaster1.xml" Id="R8414b3210249480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ae9ead3c9644c21" /><Relationship Type="http://schemas.openxmlformats.org/officeDocument/2006/relationships/notesMaster" Target="/ppt/notesMasters/notesMaster1.xml" Id="Rb30bd88160cb448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465b866ade8436d" /><Relationship Type="http://schemas.openxmlformats.org/officeDocument/2006/relationships/notesMaster" Target="/ppt/notesMasters/notesMaster1.xml" Id="R3aeb291e495b4aa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b4315a85b844607" /><Relationship Type="http://schemas.openxmlformats.org/officeDocument/2006/relationships/notesMaster" Target="/ppt/notesMasters/notesMaster1.xml" Id="Rb1c3820073d54a4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c2ceaa4a024725" /><Relationship Type="http://schemas.openxmlformats.org/officeDocument/2006/relationships/notesMaster" Target="/ppt/notesMasters/notesMaster1.xml" Id="Re7e2b4380aab463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ed6156345c84c10" /><Relationship Type="http://schemas.openxmlformats.org/officeDocument/2006/relationships/notesMaster" Target="/ppt/notesMasters/notesMaster1.xml" Id="Ra364dad6af604f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883f4d255d74554" /><Relationship Type="http://schemas.openxmlformats.org/officeDocument/2006/relationships/notesMaster" Target="/ppt/notesMasters/notesMaster1.xml" Id="Rfa97aeb8601f476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cc7486db3eb44c1" /><Relationship Type="http://schemas.openxmlformats.org/officeDocument/2006/relationships/notesMaster" Target="/ppt/notesMasters/notesMaster1.xml" Id="Rbc37cf57923a467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0e8048c67f14d7a" /><Relationship Type="http://schemas.openxmlformats.org/officeDocument/2006/relationships/notesMaster" Target="/ppt/notesMasters/notesMaster1.xml" Id="Rf370d306ea1e468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f241cfe371249fc" /><Relationship Type="http://schemas.openxmlformats.org/officeDocument/2006/relationships/notesMaster" Target="/ppt/notesMasters/notesMaster1.xml" Id="Rd982129f7721405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bb32a5d667e477d" /><Relationship Type="http://schemas.openxmlformats.org/officeDocument/2006/relationships/notesMaster" Target="/ppt/notesMasters/notesMaster1.xml" Id="R4777d58a05144c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と直接の接点を持つレイヤーは2つあります。一つは現場統合層。ロボットを実際にその場所に導入して動かす企業なので、当然現場と繋がります。しかしもう一つ、一番上流の現場データ収集企業も、撮影のために現場に入り込む必要があるため、将来ロボットが使われる現場と直接の関係を築くこと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現場データを先に持つことは、ロボット企業との協業だけでなく、自分たちがロボットを現場へ導入し、作業に合わせて運用を調整する側へ進むための布石になります。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ます。次に、そのデータとネットワークを使い、既存ロボットの現場導入と運用調整を担います。さらに先では、現場データを使った動作モデルと実機の改良まで自社で行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を含む運用フローを擦り合わせています。Nextremerは私たちよりロボット実装に近い下流へアプローチできるため、高度なアノテーション付きデータを求める販売先へ届き、より高い単価を狙えます。手数料なしのレベニューシェアなので、私たちは現場開拓とデータ収集に注力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を導入しやすい業種と現場を絞り、既存ロボットを実際に導入します。この段階では自社でロボットを開発するのではなく、現場の作業に合わせた導入と運用調整から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2028年に始めた既存ロボットの現場導入を広げながら、現場で得た作業データをロボットの動作モデル改善へ使います。実機についても、現場で見つかった課題を設計と改良へ戻します。2029年からは、導入と運用調整だけでなく、動作モデルと実機の開発も自社の事業へ加える構想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1bc6327e6240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d370f6af2f444e" /><Relationship Type="http://schemas.openxmlformats.org/officeDocument/2006/relationships/slideLayout" Target="/ppt/slideLayouts/slideLayout1.xml" Id="Rec49edc522ac48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49edc522ac48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72bae1c47e44c3" /><Relationship Type="http://schemas.openxmlformats.org/officeDocument/2006/relationships/notesSlide" Target="/ppt/notesSlides/notesSlide1.xml" Id="R6c6765aa1fd84c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5584d2f2ab4223" /><Relationship Type="http://schemas.openxmlformats.org/officeDocument/2006/relationships/notesSlide" Target="/ppt/notesSlides/notesSlide2.xml" Id="R49beb1ae577846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b1c872acad45e6" /><Relationship Type="http://schemas.openxmlformats.org/officeDocument/2006/relationships/notesSlide" Target="/ppt/notesSlides/notesSlide3.xml" Id="R5c3a2a9388f24f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c294dd442e4f97" /><Relationship Type="http://schemas.openxmlformats.org/officeDocument/2006/relationships/notesSlide" Target="/ppt/notesSlides/notesSlide4.xml" Id="Rb8cbcc86ce0047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6687c9d887d417a" /><Relationship Type="http://schemas.openxmlformats.org/officeDocument/2006/relationships/notesSlide" Target="/ppt/notesSlides/notesSlide5.xml" Id="R35c132b4fba44c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edcede6c5042d8" /><Relationship Type="http://schemas.openxmlformats.org/officeDocument/2006/relationships/notesSlide" Target="/ppt/notesSlides/notesSlide6.xml" Id="R96e0933891d34f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a03f6f7013a4fea" /><Relationship Type="http://schemas.openxmlformats.org/officeDocument/2006/relationships/notesSlide" Target="/ppt/notesSlides/notesSlide7.xml" Id="R7e670045e09845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9c50b50dcf4793" /><Relationship Type="http://schemas.openxmlformats.org/officeDocument/2006/relationships/notesSlide" Target="/ppt/notesSlides/notesSlide8.xml" Id="Rc5c1ebc6953d46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8c1392744db44c3" /><Relationship Type="http://schemas.openxmlformats.org/officeDocument/2006/relationships/notesSlide" Target="/ppt/notesSlides/notesSlide9.xml" Id="Rd4266a99675344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206d49ceb947c3" /><Relationship Type="http://schemas.openxmlformats.org/officeDocument/2006/relationships/notesSlide" Target="/ppt/notesSlides/notesSlide10.xml" Id="R22f653e221ee48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7758ad95b014b0e" /><Relationship Type="http://schemas.openxmlformats.org/officeDocument/2006/relationships/notesSlide" Target="/ppt/notesSlides/notesSlide11.xml" Id="R2725228eaa6b41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2eb67f48e1b4b9a" /><Relationship Type="http://schemas.openxmlformats.org/officeDocument/2006/relationships/notesSlide" Target="/ppt/notesSlides/notesSlide12.xml" Id="R56b78c34503e44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bc245c09914727" /><Relationship Type="http://schemas.openxmlformats.org/officeDocument/2006/relationships/notesSlide" Target="/ppt/notesSlides/notesSlide13.xml" Id="Rf25d333fe23048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0c26b0e4d2d42e3" /><Relationship Type="http://schemas.openxmlformats.org/officeDocument/2006/relationships/notesSlide" Target="/ppt/notesSlides/notesSlide14.xml" Id="Rc80d1776c45d40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83b53217f1b4108" /><Relationship Type="http://schemas.openxmlformats.org/officeDocument/2006/relationships/notesSlide" Target="/ppt/notesSlides/notesSlide15.xml" Id="R337395a4f9a2421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92a75fbafa14a61" /><Relationship Type="http://schemas.openxmlformats.org/officeDocument/2006/relationships/notesSlide" Target="/ppt/notesSlides/notesSlide16.xml" Id="R88b24a89a7da416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0c725325b384264" /><Relationship Type="http://schemas.openxmlformats.org/officeDocument/2006/relationships/image" Target="/ppt/media/image.jpeg" Id="R8df1b592b03946c0" /><Relationship Type="http://schemas.openxmlformats.org/officeDocument/2006/relationships/image" Target="/ppt/media/image2.jpeg" Id="R5d48e9a7864744f9" /><Relationship Type="http://schemas.openxmlformats.org/officeDocument/2006/relationships/image" Target="/ppt/media/image3.jpeg" Id="R3f1a8f7f3a3145bf" /><Relationship Type="http://schemas.openxmlformats.org/officeDocument/2006/relationships/notesSlide" Target="/ppt/notesSlides/notesSlide17.xml" Id="R832e87182cef4cd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40ea7027cc742cc" /><Relationship Type="http://schemas.openxmlformats.org/officeDocument/2006/relationships/notesSlide" Target="/ppt/notesSlides/notesSlide18.xml" Id="R637dd2896017426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d0ccd926f774069" /><Relationship Type="http://schemas.openxmlformats.org/officeDocument/2006/relationships/notesSlide" Target="/ppt/notesSlides/notesSlide19.xml" Id="R2badf151e70f48a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39c67abeca3416f" /><Relationship Type="http://schemas.openxmlformats.org/officeDocument/2006/relationships/notesSlide" Target="/ppt/notesSlides/notesSlide20.xml" Id="Rf56b9c1d4b874ba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583c4e9abb14381" /><Relationship Type="http://schemas.openxmlformats.org/officeDocument/2006/relationships/notesSlide" Target="/ppt/notesSlides/notesSlide21.xml" Id="R97dc9205ebd8498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2607600478f4876" /><Relationship Type="http://schemas.openxmlformats.org/officeDocument/2006/relationships/notesSlide" Target="/ppt/notesSlides/notesSlide22.xml" Id="R9fe39f1d6b0a478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605ef7f4a1f4dc3" /><Relationship Type="http://schemas.openxmlformats.org/officeDocument/2006/relationships/notesSlide" Target="/ppt/notesSlides/notesSlide23.xml" Id="R28c5de0f243247a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ecc28e817594a3e" /><Relationship Type="http://schemas.openxmlformats.org/officeDocument/2006/relationships/notesSlide" Target="/ppt/notesSlides/notesSlide24.xml" Id="R0c59c7d6610848d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dc374e39b9f4b1f" /><Relationship Type="http://schemas.openxmlformats.org/officeDocument/2006/relationships/notesSlide" Target="/ppt/notesSlides/notesSlide25.xml" Id="Re224864ec5a1414f"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D9523C-F2F5-4374-82D6-379E5F6C043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72CBEE-AFAD-4E16-9275-3B8AA5970CFD}"/>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AAEB9997-9EDF-41AF-BD1D-14A6880DB103}"/>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FC236D57-7176-4E9D-BDF7-6C739B38B636}"/>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74690E-DA47-4ED8-8E4A-6888C0302D8D}"/>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F05494F1-E364-4F40-A11C-0D1F80B818B2}"/>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720790200"/>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C954087-194F-4257-8927-3EEFC3B177F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9CEA88-0CA3-45FB-8F9C-146E7BF8D34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20416A0A-F807-4C10-B71D-2C412DD341A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F2D690-8511-4A1B-BB14-35F11FEFABD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D019EEA2-5D07-46C2-91B7-A2D0ACB3AB06}"/>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ADB32412-560A-40F0-B517-6073320B6D4E}"/>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2322F8D-681C-4A68-8D6B-17CD29DE3884}"/>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FC92BE7-3AB0-42D5-BE84-3BD0C7B2284B}"/>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AA885DD-1966-4C3F-AE91-6091CCEC5C6B}"/>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FE8576A1-19A6-4ECA-90D1-2DB758DDE21E}"/>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ECA42B64-59D5-46D1-8132-80E70DC1BFB9}"/>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ABD12A53-D4A6-49B4-AD48-F86E3151C4E1}"/>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995D9EA8-03F6-4663-B9F1-CDDD1B73A529}"/>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2D6EC7F6-DD9E-47FC-B2CE-A4B17C190791}"/>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8058B61D-0887-46D5-B94C-4F8462E0024B}"/>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8F3991C4-EC34-424B-AC8E-02006176FD0F}"/>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5DB4737F-9A3D-46FA-8A21-C59D5CA939EE}"/>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7043B83-6D5B-4A91-9E45-0A36139DB2F3}"/>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AC07DD9-5529-47D1-AF48-853B4FCC2F44}"/>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96B68A0-256D-415B-9DAC-F81E98B1CBAD}"/>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E5AEC48A-1B29-47F2-B37A-1819A9658E87}"/>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B81D1CE9-0DCE-4D9E-84D0-B60AB194E873}"/>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B3C788E-745C-4222-AF21-C723060F0E78}"/>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60FCDED0-AF84-477A-8194-213EA335CA76}"/>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29DB69A1-34B6-46D3-807B-B519F109FDC0}"/>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6E24E385-C397-447D-A6D6-A787A98A690F}"/>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7B76D3C7-4516-47A2-A99E-BBDB995D53E0}"/>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7D67C299-C245-4E1A-908D-82325EC33A8D}"/>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15A7C654-BE93-4E5B-B3E3-F5141BED8859}"/>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1360D072-1152-4D75-B2EA-2D55E96355A8}"/>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470610A9-9CB8-4051-AA9A-76B12EA84221}"/>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BFE306EE-C622-4F16-9EE8-1D163DFA1ECC}"/>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CD88B6E2-A618-4034-A701-95F2225499C7}"/>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15B5BF78-6DA8-468C-AB3B-539C1089AE38}"/>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1F6B7857-54AB-4D3B-B338-E59B64B24A0F}"/>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6208CD19-DBDB-4C5B-B9DB-A3D05D75D840}"/>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2011202889"/>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2887AB2-5DD6-4079-98DA-AF5E7CA9821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14E588-9ACA-4E8E-9684-0F6156E8829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28990B2F-93FF-487B-ADE1-8176C285D3D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1F971A-BDE1-41BC-BE64-1D2FC5C9CB2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2C14DFEE-10BA-4A51-8A6E-B2B4A01DC0A4}"/>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C8C70CA0-FFC0-4F29-A1B8-ACD59B446D08}"/>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641F97B8-ED45-4E3B-8166-AC8A9D588D2F}"/>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51F340F6-D240-4172-A35B-91311F5DB9D6}"/>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C56F703B-CE6A-481C-ABA6-0609312A9C14}"/>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F947AEE-9B96-45A1-B719-6BDF91FBD76B}"/>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FACE9698-5894-48DC-86C6-32665104F995}"/>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7904B52C-AAEF-4EA7-A4F3-C10455E7D90D}"/>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401614213"/>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8BEC49D-2967-484E-A462-F6E9C1011ED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FD43EF-3225-487C-ACE3-AF1B20DA03A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B24A48F1-190E-4669-9A33-BAF59FB74FC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972A8EA-986D-4169-8A8D-CFC2171A755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BE34D4F3-5389-403F-A577-3446C4AE6C74}"/>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E8A2877D-CAD2-42FB-982C-6586F8093C33}"/>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2589C975-24A8-4CE3-A754-847470DC4AF8}"/>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B4D9AF-692A-4024-8FAF-85921105F655}"/>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C4E8DD2C-F0BE-484E-B0F8-63D67DF3080D}"/>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C41F7EDE-7F43-4375-A113-1E8876A06598}"/>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28FB42-2DF1-496A-82D4-19A7645AF554}"/>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2796EE7B-198C-4924-8D67-BE723586BC99}"/>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F9D55767-D7EC-4AF8-9EE9-88716F63CC9F}"/>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365C56F-4110-41BC-91DF-BD770491355E}"/>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511A2C51-CC55-49A5-A889-3963B42F90E6}"/>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71773504"/>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2B0810D1-AE81-4235-B732-D1F8A1AA685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EFC444-80AE-417C-9957-B4E2FCC6EB9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0C22E52A-04CD-4DA3-BE6B-AA92DC4601F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36776E-C75A-4455-B14F-843BC0CC0ED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83C78CBD-7194-4233-BCBB-2CC527CF0941}"/>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C153A3ED-4C7F-4E35-BFF9-B43D24C431D5}"/>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1A30C0C-9FFB-4F9F-94E4-D49D2C23A891}"/>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855C13D-5ABA-4A9F-8AF3-60445A28D19F}"/>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F03B4FB-5DF3-4437-9FE6-EC576EF13876}"/>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30B578D3-25F4-4762-8950-A5EDCB1C9C31}"/>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3304E4C7-0EFB-4449-B4B4-F5DC4F6E1CAA}"/>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736C17B6-6FE1-4BD2-8C5A-891CE103B521}"/>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37898526-234A-4C00-AB62-9A50BBE4BE0E}"/>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680C58A5-3A7A-4DB7-8999-943B1C2388FF}"/>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C93F3BE0-9C49-4F74-B850-ECDC7541BE0D}"/>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0941F203-FE39-4A9D-B5A0-74EF775F0412}"/>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AC223813-FA6C-4273-BEC4-91FFF09C0EFB}"/>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2F6EDEF-13D6-434A-BC21-90EB9E3CBB34}"/>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6E769B7-D900-4553-B184-250885F8A3D0}"/>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CD3FB2D-7A3A-4F8F-8D6C-2B182E1CED9B}"/>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BB94AEFB-E0BE-4E80-9E57-C52115FC7B05}"/>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FDB883D0-3F91-427E-87B9-258C046C0DB1}"/>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74E0239-6E94-4E0D-8AB2-81AF72F98919}"/>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0495BF65-2AAF-458F-876B-6579DF6CAEAD}"/>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60081E6-28C1-482D-BCA8-81FDFDA1B1D1}"/>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D47BB87-3E07-4968-B9D1-A2A164F9BD8A}"/>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D0C2347-8649-4A8C-B01A-088BB7422411}"/>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66629CD-F9FD-47EA-9592-612247919711}"/>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33AD9CA-31FB-49D5-96C4-7506DB59144C}"/>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6231ADE-8120-4BDB-AF86-7F0FFB79060D}"/>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EE74838-A2DB-4168-9F13-0820C0C73462}"/>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31DAA13-4C26-4275-A9AE-565EFA122D5A}"/>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F40CADF-3BB2-4CAF-87E8-D1C2D18DD97E}"/>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3BF8182-6A45-49A8-BD29-92A61D27BF5E}"/>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10E0D29-EB9F-48F5-A16E-C857265EE2E4}"/>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907926F-BAC7-4129-82D6-1EEEFEAD5F42}"/>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EBCF6E2-CFC7-4612-B304-9630103AA6A0}"/>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AE3AD06-01DC-4E68-BAA6-B9F22CCB318B}"/>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4068FF53-B12E-4541-B482-90DE8860277A}"/>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C7021178-3665-4C8A-9494-F07C587A49A4}"/>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8446108-EF85-4C93-9D13-8A260B77706E}"/>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73811290-D382-4106-A65B-9CE418440CEE}"/>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74CD976-AA16-4895-9982-BE1913116A9A}"/>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7804A0F-50F4-488B-AA25-7D168D3031D5}"/>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99858147-2E13-40CE-91A4-8D8C8F2EBBA6}"/>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44DE186-F9C8-4C27-9B9C-82E1E1378001}"/>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295E688-AFE8-40F5-9C33-27E60D73719F}"/>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43C64C3B-010A-48F3-9884-448DE3C0EB00}"/>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A3E80E35-9926-4DBD-9663-083D62757C88}"/>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555C9F78-67AD-4D35-967B-56F684146219}"/>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D4943AE8-3FF0-4481-9CC2-990A28E7DACE}"/>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7D8F91C7-FACE-4C30-8B53-0E86FBD3C4F4}"/>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6781D168-114B-40CC-B64C-FD809B160F2C}"/>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DE9AAB62-71B3-4F54-8631-D9121E854ED7}"/>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C7FAD631-4678-4982-B8A1-5F668282A93C}"/>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AAA039EE-2542-4377-A605-1F59EC0FBC10}"/>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F24912FD-8314-424B-9A36-E29E04096BD4}"/>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FD5B8337-4B35-4EF0-9052-7DED52FF6A64}"/>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50BCFD78-E5A6-4DB7-80A2-D3AA9BF99174}"/>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00408119-801B-478C-89A4-DC0A4644AFB4}"/>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DE215511-EBE4-4228-958B-1B0488CC99B5}"/>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796D00A1-A06F-41EE-87A5-26B28DD0642E}"/>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4556BB29-1027-4D17-A66C-7879B9C5EC7A}"/>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333334FC-DA1B-4F18-AD2A-3CED3DBE55FC}"/>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1700274020"/>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2EA1B49F-91DB-4D64-809B-6FEA154266B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3C26F7-DC49-4F11-8C03-F1321F6C410A}"/>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F2E9F93D-8C09-461E-90BE-BC1220ACDF6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2AB4CC-3C55-4045-BE21-B395D55AE43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F4C1AFA5-23A7-4757-93F4-FB3AF42D89B5}"/>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9054F4A4-D640-412E-A4DB-A7142A978540}"/>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C84A7DC1-4594-44D9-AB0D-944AA6C1F242}"/>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F06FEC80-2E0E-43BB-AE7E-C23762FCE56C}"/>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3E4D78ED-BC00-4D59-97AA-AC4322CBEC41}"/>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2381941F-852F-413B-8B0E-807ACDB7189D}"/>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0168E859-0817-42FF-806B-1AED88C554D6}"/>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719D24E-C7EB-4480-A2D8-5FD2F9F647FA}"/>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966349B-4D04-4180-B278-2EC2C73BF1D6}"/>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8B49683-6FD2-4CE3-B65D-341F61D74421}"/>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04DC3A2-02EA-469D-A23E-8BCD8BF7352A}"/>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55F9FA2-9579-4106-84A0-E214D3EDE43C}"/>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DE23879-1983-47AB-86F2-5323C3EE87AA}"/>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90D6986-3131-49FF-88D7-69A3D8FEFC24}"/>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49E1E02-C3F6-47FA-983A-B213F0C382BC}"/>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7600CD1-1E0E-42AF-BFC4-08686441DC07}"/>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09F499A-0122-4509-9F64-4C612F626F6A}"/>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022EEB3-0AE0-4ED3-B50C-179F77953DBB}"/>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0D3D9CD-56DC-46CD-BCEC-23872E7450B6}"/>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DDF08F4-C6B3-43FF-A2A6-0B218935386F}"/>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3CABC43-DEC0-4A89-9404-A4213499F85E}"/>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EA4750F-2B8D-44D5-908A-1FBC6AEC122F}"/>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4CE8DE2-4C56-4B70-BDB9-9083C8F3A29D}"/>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06FBDDF-124E-424F-860C-873B9D438208}"/>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9A1202C-0D60-4794-B994-41FAA3C45D3D}"/>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B64C417-94C3-4FDA-BCA4-53414C6E6980}"/>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F47FD14-E0E0-4A19-8DF5-BB57136B1444}"/>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8B80714-F702-475D-B796-640CA9612A3B}"/>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DF0C458-A7DF-4CE2-BD30-84A43FD2DE46}"/>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7CE7E6B-CF66-4524-B8B5-CD90D7F7BBC7}"/>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D5A4A98-A013-4CCF-935A-D20E82FE822A}"/>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EB13098-1789-4DB7-B17D-FEE221E3C9F1}"/>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C77D03A-F589-45CF-9603-D32C89A626DB}"/>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876F605-0261-4915-A437-3C26303210C1}"/>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DE51DD2-BCE0-452A-BAE1-F67F3050B37D}"/>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92AD776F-2D65-4B8C-8A40-5BF42D9B3B24}"/>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494889E0-931A-4C00-A568-75C4DF0594EB}"/>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33CA076-2763-4E81-A867-E599D0D05348}"/>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B7A07D53-042D-4B6C-AEC1-8D213EDA646A}"/>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9F743025-13B9-4C4D-A56A-CDF67020A253}"/>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58EB4486-04BA-4962-B5BC-3786A623906A}"/>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138B9AA8-0E07-4523-97C8-0B72E5ABB5A2}"/>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01944082-1060-4D3A-8779-112D1B4EDF48}"/>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2B281B6A-AC5A-4671-B9E9-67DCB7191826}"/>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0D7D011-CE0F-4C94-A658-8FAC432C0759}"/>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CA6C03F5-4F5A-47E7-A65F-3D5BBDDBC4DF}"/>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2B5FB5E7-4D2D-4077-BC97-C13CCA53A30E}"/>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F69B8361-7C2A-4238-98F0-3799499C4AA6}"/>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23F234F3-4878-4A3C-BFAC-A583ADCD5993}"/>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71F1ACAE-1936-4AD4-94DB-0A2173D1AE33}"/>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D0DBA39A-612B-4EA6-8011-2A3382FCC957}"/>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1E18FB5D-60DA-4A8A-9AA6-80A41988BE00}"/>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D0A95CEC-D42C-4772-A83B-3A587C801BC1}"/>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2F5A6D8D-11CD-4249-ADD3-E43016BA05EA}"/>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EFB30624-52AA-4EC9-9BAE-43932C26CF13}"/>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37A2E443-4F35-4BBB-94DF-6A1F0B489993}"/>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3EAFF25E-CB90-4B1E-87F4-3F5ABA4AE01F}"/>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A99550C0-C586-4CBE-98DF-4E605F641E97}"/>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C4D29547-4A3E-4D14-B8C7-AEE77946C230}"/>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91DA68F1-2B0C-4FAE-8722-7828C8D5E156}"/>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CFF3F790-2108-4120-A0E4-E7BCF5B63D7B}"/>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BD954EA2-5B2C-4798-8781-B8AE6FEC93C1}"/>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9297E319-70F4-4F5D-B8A1-74C2DE3D7AAE}"/>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1C7F9E0E-A059-45ED-BBCE-B7F2E9AB51E1}"/>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データをモデル改善へ戻す</a:t>
            </a:r>
          </a:p>
        </p:txBody>
      </p:sp>
    </p:spTree>
    <p:extLst>
      <p:ext uri="{BB962C8B-B14F-4D97-AF65-F5344CB8AC3E}">
        <p14:creationId xmlns:p14="http://schemas.microsoft.com/office/powerpoint/2010/main" val="1321774687"/>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D417614-3BF9-4337-929C-144C210783F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399F4C-3DA2-43E0-910B-F433E8415FA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データ収集を通じて、先に実現場ネットワークを構築することが有利</a:t>
            </a:r>
          </a:p>
        </p:txBody>
      </p:sp>
      <p:sp>
        <p:nvSpPr>
          <p:cNvPr id="3" name="">
            <a:extLst xmlns:a="http://schemas.openxmlformats.org/drawingml/2006/main">
              <a:ext uri="{FF2B5EF4-FFF2-40B4-BE49-F238E27FC236}">
                <a16:creationId xmlns:a16="http://schemas.microsoft.com/office/drawing/2014/main" id="{231F57A1-2D8A-440F-8A84-212349F7952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53998F-1B9F-4157-8EAE-8767CDC19E0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6DB402A8-0939-42E7-8642-B29EDA4F8A59}"/>
              </a:ext>
            </a:extLst>
          </p:cNvPr>
          <p:cNvSpPr>
            <a:spLocks xmlns:a="http://schemas.openxmlformats.org/drawingml/2006/main" noGrp="1"/>
          </p:cNvSpPr>
          <p:nvPr/>
        </p:nvSpPr>
        <p:spPr>
          <a:xfrm xmlns:a="http://schemas.openxmlformats.org/drawingml/2006/main" rot="0">
            <a:off x="723900" y="1600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フィジカルAIは実現場のデータなしに成立しないからこそ、最上流のデータ収集層と最下流の現場統合が繋がる、この業界特有の構造がある</a:t>
            </a:r>
          </a:p>
        </p:txBody>
      </p:sp>
      <p:sp>
        <p:nvSpPr>
          <p:cNvPr id="6" name="">
            <a:extLst xmlns:a="http://schemas.openxmlformats.org/drawingml/2006/main">
              <a:ext uri="{FF2B5EF4-FFF2-40B4-BE49-F238E27FC236}">
                <a16:creationId xmlns:a16="http://schemas.microsoft.com/office/drawing/2014/main" id="{CD15A45E-9ACE-4C6F-BB9A-B29A155446AD}"/>
              </a:ext>
            </a:extLst>
          </p:cNvPr>
          <p:cNvSpPr>
            <a:spLocks xmlns:a="http://schemas.openxmlformats.org/drawingml/2006/main" noGrp="1"/>
          </p:cNvSpPr>
          <p:nvPr/>
        </p:nvSpPr>
        <p:spPr>
          <a:xfrm xmlns:a="http://schemas.openxmlformats.org/drawingml/2006/main">
            <a:off x="3667125" y="21431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27447299-7528-4FA5-B1AF-EAEB29E059E9}"/>
              </a:ext>
            </a:extLst>
          </p:cNvPr>
          <p:cNvSpPr>
            <a:spLocks xmlns:a="http://schemas.openxmlformats.org/drawingml/2006/main" noGrp="1"/>
          </p:cNvSpPr>
          <p:nvPr/>
        </p:nvSpPr>
        <p:spPr>
          <a:xfrm xmlns:a="http://schemas.openxmlformats.org/drawingml/2006/main" rot="0">
            <a:off x="3800475" y="22574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8" name="">
            <a:extLst xmlns:a="http://schemas.openxmlformats.org/drawingml/2006/main">
              <a:ext uri="{FF2B5EF4-FFF2-40B4-BE49-F238E27FC236}">
                <a16:creationId xmlns:a16="http://schemas.microsoft.com/office/drawing/2014/main" id="{A1ABCB1A-BF19-4F8A-9340-3B074393F79A}"/>
              </a:ext>
            </a:extLst>
          </p:cNvPr>
          <p:cNvSpPr>
            <a:spLocks xmlns:a="http://schemas.openxmlformats.org/drawingml/2006/main" noGrp="1"/>
          </p:cNvSpPr>
          <p:nvPr/>
        </p:nvSpPr>
        <p:spPr>
          <a:xfrm xmlns:a="http://schemas.openxmlformats.org/drawingml/2006/main">
            <a:off x="3667125" y="28098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9" name="">
            <a:extLst xmlns:a="http://schemas.openxmlformats.org/drawingml/2006/main">
              <a:ext uri="{FF2B5EF4-FFF2-40B4-BE49-F238E27FC236}">
                <a16:creationId xmlns:a16="http://schemas.microsoft.com/office/drawing/2014/main" id="{0834B211-2DB6-4D9C-ABA6-293BBDC08E7A}"/>
              </a:ext>
            </a:extLst>
          </p:cNvPr>
          <p:cNvSpPr>
            <a:spLocks xmlns:a="http://schemas.openxmlformats.org/drawingml/2006/main" noGrp="1"/>
          </p:cNvSpPr>
          <p:nvPr/>
        </p:nvSpPr>
        <p:spPr>
          <a:xfrm xmlns:a="http://schemas.openxmlformats.org/drawingml/2006/main" rot="0">
            <a:off x="3800475" y="29241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10" name="">
            <a:extLst xmlns:a="http://schemas.openxmlformats.org/drawingml/2006/main">
              <a:ext uri="{FF2B5EF4-FFF2-40B4-BE49-F238E27FC236}">
                <a16:creationId xmlns:a16="http://schemas.microsoft.com/office/drawing/2014/main" id="{D330094E-CC56-40CE-9191-E64E35B2269F}"/>
              </a:ext>
            </a:extLst>
          </p:cNvPr>
          <p:cNvSpPr>
            <a:spLocks xmlns:a="http://schemas.openxmlformats.org/drawingml/2006/main" noGrp="1"/>
          </p:cNvSpPr>
          <p:nvPr/>
        </p:nvSpPr>
        <p:spPr>
          <a:xfrm xmlns:a="http://schemas.openxmlformats.org/drawingml/2006/main">
            <a:off x="3667125" y="347662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1" name="">
            <a:extLst xmlns:a="http://schemas.openxmlformats.org/drawingml/2006/main">
              <a:ext uri="{FF2B5EF4-FFF2-40B4-BE49-F238E27FC236}">
                <a16:creationId xmlns:a16="http://schemas.microsoft.com/office/drawing/2014/main" id="{8906DF85-D9DB-4F08-B493-E9937B91DE51}"/>
              </a:ext>
            </a:extLst>
          </p:cNvPr>
          <p:cNvSpPr>
            <a:spLocks xmlns:a="http://schemas.openxmlformats.org/drawingml/2006/main" noGrp="1"/>
          </p:cNvSpPr>
          <p:nvPr/>
        </p:nvSpPr>
        <p:spPr>
          <a:xfrm xmlns:a="http://schemas.openxmlformats.org/drawingml/2006/main" rot="0">
            <a:off x="3800475" y="3590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2" name="">
            <a:extLst xmlns:a="http://schemas.openxmlformats.org/drawingml/2006/main">
              <a:ext uri="{FF2B5EF4-FFF2-40B4-BE49-F238E27FC236}">
                <a16:creationId xmlns:a16="http://schemas.microsoft.com/office/drawing/2014/main" id="{4E853C25-E0CE-4BCA-9375-54DAA2594D05}"/>
              </a:ext>
            </a:extLst>
          </p:cNvPr>
          <p:cNvSpPr>
            <a:spLocks xmlns:a="http://schemas.openxmlformats.org/drawingml/2006/main" noGrp="1"/>
          </p:cNvSpPr>
          <p:nvPr/>
        </p:nvSpPr>
        <p:spPr>
          <a:xfrm xmlns:a="http://schemas.openxmlformats.org/drawingml/2006/main">
            <a:off x="3667125" y="414337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2A566EB9-AD23-4F68-B60A-AE8DBED22FE0}"/>
              </a:ext>
            </a:extLst>
          </p:cNvPr>
          <p:cNvSpPr>
            <a:spLocks xmlns:a="http://schemas.openxmlformats.org/drawingml/2006/main" noGrp="1"/>
          </p:cNvSpPr>
          <p:nvPr/>
        </p:nvSpPr>
        <p:spPr>
          <a:xfrm xmlns:a="http://schemas.openxmlformats.org/drawingml/2006/main" rot="0">
            <a:off x="3800475" y="4257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4" name="">
            <a:extLst xmlns:a="http://schemas.openxmlformats.org/drawingml/2006/main">
              <a:ext uri="{FF2B5EF4-FFF2-40B4-BE49-F238E27FC236}">
                <a16:creationId xmlns:a16="http://schemas.microsoft.com/office/drawing/2014/main" id="{CB1F1A6F-84C0-4882-8E82-FBC52699D4B5}"/>
              </a:ext>
            </a:extLst>
          </p:cNvPr>
          <p:cNvSpPr>
            <a:spLocks xmlns:a="http://schemas.openxmlformats.org/drawingml/2006/main" noGrp="1"/>
          </p:cNvSpPr>
          <p:nvPr/>
        </p:nvSpPr>
        <p:spPr>
          <a:xfrm xmlns:a="http://schemas.openxmlformats.org/drawingml/2006/main">
            <a:off x="3667125" y="52387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5" name="">
            <a:extLst xmlns:a="http://schemas.openxmlformats.org/drawingml/2006/main">
              <a:ext uri="{FF2B5EF4-FFF2-40B4-BE49-F238E27FC236}">
                <a16:creationId xmlns:a16="http://schemas.microsoft.com/office/drawing/2014/main" id="{AE337BC3-CB45-49C4-83B1-C6A891FD6CE5}"/>
              </a:ext>
            </a:extLst>
          </p:cNvPr>
          <p:cNvSpPr>
            <a:spLocks xmlns:a="http://schemas.openxmlformats.org/drawingml/2006/main" noGrp="1"/>
          </p:cNvSpPr>
          <p:nvPr/>
        </p:nvSpPr>
        <p:spPr>
          <a:xfrm xmlns:a="http://schemas.openxmlformats.org/drawingml/2006/main" rot="0">
            <a:off x="3800475" y="5353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CF414B4D-90EF-466C-9557-B652FAC6B4C4}"/>
              </a:ext>
            </a:extLst>
          </p:cNvPr>
          <p:cNvSpPr>
            <a:spLocks xmlns:a="http://schemas.openxmlformats.org/drawingml/2006/main" noGrp="1"/>
          </p:cNvSpPr>
          <p:nvPr/>
        </p:nvSpPr>
        <p:spPr>
          <a:xfrm xmlns:a="http://schemas.openxmlformats.org/drawingml/2006/main">
            <a:off x="5715000" y="4791075"/>
            <a:ext cx="28575" cy="2095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400E513-E005-43A5-B53D-08CB26A5BE11}"/>
              </a:ext>
            </a:extLst>
          </p:cNvPr>
          <p:cNvSpPr>
            <a:spLocks xmlns:a="http://schemas.openxmlformats.org/drawingml/2006/main" noGrp="1"/>
          </p:cNvSpPr>
          <p:nvPr/>
        </p:nvSpPr>
        <p:spPr>
          <a:xfrm xmlns:a="http://schemas.openxmlformats.org/drawingml/2006/main" rot="10800000">
            <a:off x="5648325" y="49720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89221D86-8202-4541-A79A-C734CA865F34}"/>
              </a:ext>
            </a:extLst>
          </p:cNvPr>
          <p:cNvSpPr>
            <a:spLocks xmlns:a="http://schemas.openxmlformats.org/drawingml/2006/main" noGrp="1"/>
          </p:cNvSpPr>
          <p:nvPr/>
        </p:nvSpPr>
        <p:spPr>
          <a:xfrm xmlns:a="http://schemas.openxmlformats.org/drawingml/2006/main">
            <a:off x="7762875" y="241935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0185D75-E80C-4A23-B88C-20255D74270D}"/>
              </a:ext>
            </a:extLst>
          </p:cNvPr>
          <p:cNvSpPr>
            <a:spLocks xmlns:a="http://schemas.openxmlformats.org/drawingml/2006/main" noGrp="1"/>
          </p:cNvSpPr>
          <p:nvPr/>
        </p:nvSpPr>
        <p:spPr>
          <a:xfrm xmlns:a="http://schemas.openxmlformats.org/drawingml/2006/main">
            <a:off x="9353550" y="2419350"/>
            <a:ext cx="28575" cy="309562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B68D2D7-3B95-44EE-8F72-1DDC47A85D54}"/>
              </a:ext>
            </a:extLst>
          </p:cNvPr>
          <p:cNvSpPr>
            <a:spLocks xmlns:a="http://schemas.openxmlformats.org/drawingml/2006/main" noGrp="1"/>
          </p:cNvSpPr>
          <p:nvPr/>
        </p:nvSpPr>
        <p:spPr>
          <a:xfrm xmlns:a="http://schemas.openxmlformats.org/drawingml/2006/main">
            <a:off x="7762875" y="54864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0631A8A-E88E-4F93-B76D-842B25EFFD75}"/>
              </a:ext>
            </a:extLst>
          </p:cNvPr>
          <p:cNvSpPr>
            <a:spLocks xmlns:a="http://schemas.openxmlformats.org/drawingml/2006/main" noGrp="1"/>
          </p:cNvSpPr>
          <p:nvPr/>
        </p:nvSpPr>
        <p:spPr>
          <a:xfrm xmlns:a="http://schemas.openxmlformats.org/drawingml/2006/main" rot="16200000">
            <a:off x="7743825" y="5419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2" name="">
            <a:extLst xmlns:a="http://schemas.openxmlformats.org/drawingml/2006/main">
              <a:ext uri="{FF2B5EF4-FFF2-40B4-BE49-F238E27FC236}">
                <a16:creationId xmlns:a16="http://schemas.microsoft.com/office/drawing/2014/main" id="{5D5F3B95-DB2B-4FD6-8F2F-BE88FB100D73}"/>
              </a:ext>
            </a:extLst>
          </p:cNvPr>
          <p:cNvSpPr>
            <a:spLocks xmlns:a="http://schemas.openxmlformats.org/drawingml/2006/main" noGrp="1"/>
          </p:cNvSpPr>
          <p:nvPr/>
        </p:nvSpPr>
        <p:spPr>
          <a:xfrm xmlns:a="http://schemas.openxmlformats.org/drawingml/2006/main" rot="0">
            <a:off x="9572625" y="3333750"/>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3" name="">
            <a:extLst xmlns:a="http://schemas.openxmlformats.org/drawingml/2006/main">
              <a:ext uri="{FF2B5EF4-FFF2-40B4-BE49-F238E27FC236}">
                <a16:creationId xmlns:a16="http://schemas.microsoft.com/office/drawing/2014/main" id="{5097CBCE-04B9-4A15-8F59-1D7E6111046D}"/>
              </a:ext>
            </a:extLst>
          </p:cNvPr>
          <p:cNvSpPr>
            <a:spLocks xmlns:a="http://schemas.openxmlformats.org/drawingml/2006/main" noGrp="1"/>
          </p:cNvSpPr>
          <p:nvPr/>
        </p:nvSpPr>
        <p:spPr>
          <a:xfrm xmlns:a="http://schemas.openxmlformats.org/drawingml/2006/main" rot="0">
            <a:off x="723900" y="60007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1206916056"/>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4F31597-A3B2-42DA-B0E3-FFAB2006068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6DFA9B-3327-4798-8BFE-68D60678D12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5191B"/>
                </a:solidFill>
                <a:latin typeface="Hiragino Sans"/>
                <a:ea typeface="Hiragino Sans"/>
                <a:cs typeface="Hiragino Sans"/>
              </a:defRPr>
            </a:pPr>
            <a:r>
              <a:rPr sz="2325" b="1">
                <a:solidFill>
                  <a:srgbClr val="15191B"/>
                </a:solidFill>
                <a:latin typeface="Hiragino Sans"/>
                <a:ea typeface="Hiragino Sans"/>
                <a:cs typeface="Hiragino Sans"/>
              </a:rPr>
              <a:t>現場統合層は横に広げられないが、データ収集層なら今すぐ広げられる</a:t>
            </a:r>
          </a:p>
        </p:txBody>
      </p:sp>
      <p:sp>
        <p:nvSpPr>
          <p:cNvPr id="3" name="">
            <a:extLst xmlns:a="http://schemas.openxmlformats.org/drawingml/2006/main">
              <a:ext uri="{FF2B5EF4-FFF2-40B4-BE49-F238E27FC236}">
                <a16:creationId xmlns:a16="http://schemas.microsoft.com/office/drawing/2014/main" id="{49179A10-5757-4681-86DB-FC4E6B007F9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9C4F1A-EC80-4D27-83A8-DC3B8E3B921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0A5DD079-7AAB-48D9-9770-A582FF1BB3BF}"/>
              </a:ext>
            </a:extLst>
          </p:cNvPr>
          <p:cNvSpPr>
            <a:spLocks xmlns:a="http://schemas.openxmlformats.org/drawingml/2006/main" noGrp="1"/>
          </p:cNvSpPr>
          <p:nvPr/>
        </p:nvSpPr>
        <p:spPr>
          <a:xfrm xmlns:a="http://schemas.openxmlformats.org/drawingml/2006/main" rot="0">
            <a:off x="723900" y="16002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業種をまたぐ技術的障壁がないのはデータ収集層だけである</a:t>
            </a:r>
          </a:p>
        </p:txBody>
      </p:sp>
      <p:sp>
        <p:nvSpPr>
          <p:cNvPr id="6" name="">
            <a:extLst xmlns:a="http://schemas.openxmlformats.org/drawingml/2006/main">
              <a:ext uri="{FF2B5EF4-FFF2-40B4-BE49-F238E27FC236}">
                <a16:creationId xmlns:a16="http://schemas.microsoft.com/office/drawing/2014/main" id="{90A386F9-D551-4EA2-9662-1AECCDD3B863}"/>
              </a:ext>
            </a:extLst>
          </p:cNvPr>
          <p:cNvSpPr>
            <a:spLocks xmlns:a="http://schemas.openxmlformats.org/drawingml/2006/main" noGrp="1"/>
          </p:cNvSpPr>
          <p:nvPr/>
        </p:nvSpPr>
        <p:spPr>
          <a:xfrm xmlns:a="http://schemas.openxmlformats.org/drawingml/2006/main" rot="0">
            <a:off x="857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現場統合層</a:t>
            </a:r>
          </a:p>
        </p:txBody>
      </p:sp>
      <p:sp>
        <p:nvSpPr>
          <p:cNvPr id="7" name="">
            <a:extLst xmlns:a="http://schemas.openxmlformats.org/drawingml/2006/main">
              <a:ext uri="{FF2B5EF4-FFF2-40B4-BE49-F238E27FC236}">
                <a16:creationId xmlns:a16="http://schemas.microsoft.com/office/drawing/2014/main" id="{5C97D5B0-7ECE-4D79-9302-7C1B68083C61}"/>
              </a:ext>
            </a:extLst>
          </p:cNvPr>
          <p:cNvSpPr>
            <a:spLocks xmlns:a="http://schemas.openxmlformats.org/drawingml/2006/main" noGrp="1"/>
          </p:cNvSpPr>
          <p:nvPr/>
        </p:nvSpPr>
        <p:spPr>
          <a:xfrm xmlns:a="http://schemas.openxmlformats.org/drawingml/2006/main">
            <a:off x="857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4A2D322-66EB-4A9D-B71E-0590E13A5427}"/>
              </a:ext>
            </a:extLst>
          </p:cNvPr>
          <p:cNvSpPr>
            <a:spLocks xmlns:a="http://schemas.openxmlformats.org/drawingml/2006/main" noGrp="1"/>
          </p:cNvSpPr>
          <p:nvPr/>
        </p:nvSpPr>
        <p:spPr>
          <a:xfrm xmlns:a="http://schemas.openxmlformats.org/drawingml/2006/main">
            <a:off x="857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4E9E196-25CE-46B4-850A-576F908CABD1}"/>
              </a:ext>
            </a:extLst>
          </p:cNvPr>
          <p:cNvSpPr>
            <a:spLocks xmlns:a="http://schemas.openxmlformats.org/drawingml/2006/main" noGrp="1"/>
          </p:cNvSpPr>
          <p:nvPr/>
        </p:nvSpPr>
        <p:spPr>
          <a:xfrm xmlns:a="http://schemas.openxmlformats.org/drawingml/2006/main" rot="0">
            <a:off x="1104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業種・タスクごとに</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個別の技術開発が必要</a:t>
            </a:r>
          </a:p>
        </p:txBody>
      </p:sp>
      <p:sp>
        <p:nvSpPr>
          <p:cNvPr id="10" name="">
            <a:extLst xmlns:a="http://schemas.openxmlformats.org/drawingml/2006/main">
              <a:ext uri="{FF2B5EF4-FFF2-40B4-BE49-F238E27FC236}">
                <a16:creationId xmlns:a16="http://schemas.microsoft.com/office/drawing/2014/main" id="{9E84B6CD-C586-4A48-8CC1-6CC7FA6068F8}"/>
              </a:ext>
            </a:extLst>
          </p:cNvPr>
          <p:cNvSpPr>
            <a:spLocks xmlns:a="http://schemas.openxmlformats.org/drawingml/2006/main" noGrp="1"/>
          </p:cNvSpPr>
          <p:nvPr/>
        </p:nvSpPr>
        <p:spPr>
          <a:xfrm xmlns:a="http://schemas.openxmlformats.org/drawingml/2006/main">
            <a:off x="857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AE3942A-7FDB-4E60-939F-656C773287A7}"/>
              </a:ext>
            </a:extLst>
          </p:cNvPr>
          <p:cNvSpPr>
            <a:spLocks xmlns:a="http://schemas.openxmlformats.org/drawingml/2006/main" noGrp="1"/>
          </p:cNvSpPr>
          <p:nvPr/>
        </p:nvSpPr>
        <p:spPr>
          <a:xfrm xmlns:a="http://schemas.openxmlformats.org/drawingml/2006/main" rot="0">
            <a:off x="1104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横展開している企業は</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現時点でゼロ</a:t>
            </a:r>
          </a:p>
        </p:txBody>
      </p:sp>
      <p:sp>
        <p:nvSpPr>
          <p:cNvPr id="12" name="">
            <a:extLst xmlns:a="http://schemas.openxmlformats.org/drawingml/2006/main">
              <a:ext uri="{FF2B5EF4-FFF2-40B4-BE49-F238E27FC236}">
                <a16:creationId xmlns:a16="http://schemas.microsoft.com/office/drawing/2014/main" id="{792B828E-9855-49CF-8967-69F03F6A725F}"/>
              </a:ext>
            </a:extLst>
          </p:cNvPr>
          <p:cNvSpPr>
            <a:spLocks xmlns:a="http://schemas.openxmlformats.org/drawingml/2006/main" noGrp="1"/>
          </p:cNvSpPr>
          <p:nvPr/>
        </p:nvSpPr>
        <p:spPr>
          <a:xfrm xmlns:a="http://schemas.openxmlformats.org/drawingml/2006/main">
            <a:off x="6096000" y="2333625"/>
            <a:ext cx="9525" cy="31908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0178C9F-933B-4DD0-83A2-EE36AFC0F66C}"/>
              </a:ext>
            </a:extLst>
          </p:cNvPr>
          <p:cNvSpPr>
            <a:spLocks xmlns:a="http://schemas.openxmlformats.org/drawingml/2006/main" noGrp="1"/>
          </p:cNvSpPr>
          <p:nvPr/>
        </p:nvSpPr>
        <p:spPr>
          <a:xfrm xmlns:a="http://schemas.openxmlformats.org/drawingml/2006/main" rot="0">
            <a:off x="6572250" y="2476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315C78"/>
                </a:solidFill>
                <a:latin typeface="Hiragino Sans"/>
                <a:ea typeface="Hiragino Sans"/>
                <a:cs typeface="Hiragino Sans"/>
              </a:defRPr>
            </a:pPr>
            <a:r>
              <a:rPr sz="1875" b="1">
                <a:solidFill>
                  <a:srgbClr val="315C78"/>
                </a:solidFill>
                <a:latin typeface="Hiragino Sans"/>
                <a:ea typeface="Hiragino Sans"/>
                <a:cs typeface="Hiragino Sans"/>
              </a:rPr>
              <a:t>データ収集層</a:t>
            </a:r>
          </a:p>
        </p:txBody>
      </p:sp>
      <p:sp>
        <p:nvSpPr>
          <p:cNvPr id="14" name="">
            <a:extLst xmlns:a="http://schemas.openxmlformats.org/drawingml/2006/main">
              <a:ext uri="{FF2B5EF4-FFF2-40B4-BE49-F238E27FC236}">
                <a16:creationId xmlns:a16="http://schemas.microsoft.com/office/drawing/2014/main" id="{C6418858-5E08-443A-BB16-3CB62F4A77A9}"/>
              </a:ext>
            </a:extLst>
          </p:cNvPr>
          <p:cNvSpPr>
            <a:spLocks xmlns:a="http://schemas.openxmlformats.org/drawingml/2006/main" noGrp="1"/>
          </p:cNvSpPr>
          <p:nvPr/>
        </p:nvSpPr>
        <p:spPr>
          <a:xfrm xmlns:a="http://schemas.openxmlformats.org/drawingml/2006/main">
            <a:off x="6572250" y="2952750"/>
            <a:ext cx="4762500"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E925AD5-5E6A-495B-A09F-69C47587E2C7}"/>
              </a:ext>
            </a:extLst>
          </p:cNvPr>
          <p:cNvSpPr>
            <a:spLocks xmlns:a="http://schemas.openxmlformats.org/drawingml/2006/main" noGrp="1"/>
          </p:cNvSpPr>
          <p:nvPr/>
        </p:nvSpPr>
        <p:spPr>
          <a:xfrm xmlns:a="http://schemas.openxmlformats.org/drawingml/2006/main">
            <a:off x="6572250" y="3333750"/>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4749A4A-E618-43DC-A9B6-CB9F0B6B50E3}"/>
              </a:ext>
            </a:extLst>
          </p:cNvPr>
          <p:cNvSpPr>
            <a:spLocks xmlns:a="http://schemas.openxmlformats.org/drawingml/2006/main" noGrp="1"/>
          </p:cNvSpPr>
          <p:nvPr/>
        </p:nvSpPr>
        <p:spPr>
          <a:xfrm xmlns:a="http://schemas.openxmlformats.org/drawingml/2006/main" rot="0">
            <a:off x="6819900" y="3171825"/>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カメラを装着した人間の</a:t>
            </a:r>
          </a:p>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作業を撮影するだけ</a:t>
            </a:r>
          </a:p>
        </p:txBody>
      </p:sp>
      <p:sp>
        <p:nvSpPr>
          <p:cNvPr id="17" name="">
            <a:extLst xmlns:a="http://schemas.openxmlformats.org/drawingml/2006/main">
              <a:ext uri="{FF2B5EF4-FFF2-40B4-BE49-F238E27FC236}">
                <a16:creationId xmlns:a16="http://schemas.microsoft.com/office/drawing/2014/main" id="{50EA4127-70D7-4C13-BD4D-D53A74AD3F97}"/>
              </a:ext>
            </a:extLst>
          </p:cNvPr>
          <p:cNvSpPr>
            <a:spLocks xmlns:a="http://schemas.openxmlformats.org/drawingml/2006/main" noGrp="1"/>
          </p:cNvSpPr>
          <p:nvPr/>
        </p:nvSpPr>
        <p:spPr>
          <a:xfrm xmlns:a="http://schemas.openxmlformats.org/drawingml/2006/main">
            <a:off x="6572250" y="4429125"/>
            <a:ext cx="76200" cy="762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BD3241E-0ADE-45D9-80CB-6F3954C8C7E8}"/>
              </a:ext>
            </a:extLst>
          </p:cNvPr>
          <p:cNvSpPr>
            <a:spLocks xmlns:a="http://schemas.openxmlformats.org/drawingml/2006/main" noGrp="1"/>
          </p:cNvSpPr>
          <p:nvPr/>
        </p:nvSpPr>
        <p:spPr>
          <a:xfrm xmlns:a="http://schemas.openxmlformats.org/drawingml/2006/main" rot="0">
            <a:off x="6819900" y="4267200"/>
            <a:ext cx="409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今の技術で</a:t>
            </a:r>
          </a:p>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複数業種に展開可能</a:t>
            </a:r>
          </a:p>
        </p:txBody>
      </p:sp>
    </p:spTree>
    <p:extLst>
      <p:ext uri="{BB962C8B-B14F-4D97-AF65-F5344CB8AC3E}">
        <p14:creationId xmlns:p14="http://schemas.microsoft.com/office/powerpoint/2010/main" val="47399447"/>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4ABE423-833C-4477-909E-CCEDC291F62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4D1365-86A9-4F13-B713-C0ACF2DF94E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9ACC734B-9B45-439D-9725-209075EA50F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BE40D4-F0DE-4803-A16B-CD178FC788D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1FFB1716-8AC4-40E4-B270-492D24FE7B6E}"/>
              </a:ext>
            </a:extLst>
          </p:cNvPr>
          <p:cNvSpPr>
            <a:spLocks xmlns:a="http://schemas.openxmlformats.org/drawingml/2006/main" noGrp="1"/>
          </p:cNvSpPr>
          <p:nvPr/>
        </p:nvSpPr>
        <p:spPr>
          <a:xfrm xmlns:a="http://schemas.openxmlformats.org/drawingml/2006/main" rot="0">
            <a:off x="10363200" y="16383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概念図</a:t>
            </a:r>
          </a:p>
        </p:txBody>
      </p:sp>
      <p:sp>
        <p:nvSpPr>
          <p:cNvPr id="6" name="">
            <a:extLst xmlns:a="http://schemas.openxmlformats.org/drawingml/2006/main">
              <a:ext uri="{FF2B5EF4-FFF2-40B4-BE49-F238E27FC236}">
                <a16:creationId xmlns:a16="http://schemas.microsoft.com/office/drawing/2014/main" id="{70508E88-E729-479A-9EC0-8A878023F01D}"/>
              </a:ext>
            </a:extLst>
          </p:cNvPr>
          <p:cNvSpPr>
            <a:spLocks xmlns:a="http://schemas.openxmlformats.org/drawingml/2006/main" noGrp="1"/>
          </p:cNvSpPr>
          <p:nvPr/>
        </p:nvSpPr>
        <p:spPr>
          <a:xfrm xmlns:a="http://schemas.openxmlformats.org/drawingml/2006/main" rot="0">
            <a:off x="895350" y="24765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DAB54CA8-135A-481C-8378-CA48B8B22A33}"/>
              </a:ext>
            </a:extLst>
          </p:cNvPr>
          <p:cNvSpPr>
            <a:spLocks xmlns:a="http://schemas.openxmlformats.org/drawingml/2006/main" noGrp="1"/>
          </p:cNvSpPr>
          <p:nvPr/>
        </p:nvSpPr>
        <p:spPr>
          <a:xfrm xmlns:a="http://schemas.openxmlformats.org/drawingml/2006/main" rot="0">
            <a:off x="895350" y="2857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接続が進む</a:t>
            </a:r>
          </a:p>
        </p:txBody>
      </p:sp>
      <p:sp>
        <p:nvSpPr>
          <p:cNvPr id="8" name="">
            <a:extLst xmlns:a="http://schemas.openxmlformats.org/drawingml/2006/main">
              <a:ext uri="{FF2B5EF4-FFF2-40B4-BE49-F238E27FC236}">
                <a16:creationId xmlns:a16="http://schemas.microsoft.com/office/drawing/2014/main" id="{C4CB7F07-8D31-4398-B82E-C39901E6A505}"/>
              </a:ext>
            </a:extLst>
          </p:cNvPr>
          <p:cNvSpPr>
            <a:spLocks xmlns:a="http://schemas.openxmlformats.org/drawingml/2006/main" noGrp="1"/>
          </p:cNvSpPr>
          <p:nvPr/>
        </p:nvSpPr>
        <p:spPr>
          <a:xfrm xmlns:a="http://schemas.openxmlformats.org/drawingml/2006/main">
            <a:off x="3714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FF3E1948-2981-493E-BA91-8D9E8A258EDA}"/>
              </a:ext>
            </a:extLst>
          </p:cNvPr>
          <p:cNvSpPr>
            <a:spLocks xmlns:a="http://schemas.openxmlformats.org/drawingml/2006/main" noGrp="1"/>
          </p:cNvSpPr>
          <p:nvPr/>
        </p:nvSpPr>
        <p:spPr>
          <a:xfrm xmlns:a="http://schemas.openxmlformats.org/drawingml/2006/main" rot="0">
            <a:off x="3714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3A2AD136-47D0-40D9-8D77-14B73D158902}"/>
              </a:ext>
            </a:extLst>
          </p:cNvPr>
          <p:cNvSpPr>
            <a:spLocks xmlns:a="http://schemas.openxmlformats.org/drawingml/2006/main" noGrp="1"/>
          </p:cNvSpPr>
          <p:nvPr/>
        </p:nvSpPr>
        <p:spPr>
          <a:xfrm xmlns:a="http://schemas.openxmlformats.org/drawingml/2006/main">
            <a:off x="47625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4DB6B38B-F657-42EA-A745-59F955BF8AE6}"/>
              </a:ext>
            </a:extLst>
          </p:cNvPr>
          <p:cNvSpPr>
            <a:spLocks xmlns:a="http://schemas.openxmlformats.org/drawingml/2006/main" noGrp="1"/>
          </p:cNvSpPr>
          <p:nvPr/>
        </p:nvSpPr>
        <p:spPr>
          <a:xfrm xmlns:a="http://schemas.openxmlformats.org/drawingml/2006/main" rot="0">
            <a:off x="4762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2" name="">
            <a:extLst xmlns:a="http://schemas.openxmlformats.org/drawingml/2006/main">
              <a:ext uri="{FF2B5EF4-FFF2-40B4-BE49-F238E27FC236}">
                <a16:creationId xmlns:a16="http://schemas.microsoft.com/office/drawing/2014/main" id="{ABA728D2-E225-49BD-BA61-B191D127DBAA}"/>
              </a:ext>
            </a:extLst>
          </p:cNvPr>
          <p:cNvSpPr>
            <a:spLocks xmlns:a="http://schemas.openxmlformats.org/drawingml/2006/main" noGrp="1"/>
          </p:cNvSpPr>
          <p:nvPr/>
        </p:nvSpPr>
        <p:spPr>
          <a:xfrm xmlns:a="http://schemas.openxmlformats.org/drawingml/2006/main">
            <a:off x="58102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8809CB46-986F-4C99-B25F-6F893BC02B67}"/>
              </a:ext>
            </a:extLst>
          </p:cNvPr>
          <p:cNvSpPr>
            <a:spLocks xmlns:a="http://schemas.openxmlformats.org/drawingml/2006/main" noGrp="1"/>
          </p:cNvSpPr>
          <p:nvPr/>
        </p:nvSpPr>
        <p:spPr>
          <a:xfrm xmlns:a="http://schemas.openxmlformats.org/drawingml/2006/main" rot="0">
            <a:off x="58102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4" name="">
            <a:extLst xmlns:a="http://schemas.openxmlformats.org/drawingml/2006/main">
              <a:ext uri="{FF2B5EF4-FFF2-40B4-BE49-F238E27FC236}">
                <a16:creationId xmlns:a16="http://schemas.microsoft.com/office/drawing/2014/main" id="{D759FDB9-5024-44DD-93F7-EA59E79049AD}"/>
              </a:ext>
            </a:extLst>
          </p:cNvPr>
          <p:cNvSpPr>
            <a:spLocks xmlns:a="http://schemas.openxmlformats.org/drawingml/2006/main" noGrp="1"/>
          </p:cNvSpPr>
          <p:nvPr/>
        </p:nvSpPr>
        <p:spPr>
          <a:xfrm xmlns:a="http://schemas.openxmlformats.org/drawingml/2006/main">
            <a:off x="68580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4BC02003-A372-42AF-9E32-FEF9AF92EE5B}"/>
              </a:ext>
            </a:extLst>
          </p:cNvPr>
          <p:cNvSpPr>
            <a:spLocks xmlns:a="http://schemas.openxmlformats.org/drawingml/2006/main" noGrp="1"/>
          </p:cNvSpPr>
          <p:nvPr/>
        </p:nvSpPr>
        <p:spPr>
          <a:xfrm xmlns:a="http://schemas.openxmlformats.org/drawingml/2006/main" rot="0">
            <a:off x="68580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2A90E6B9-D2EC-4622-8859-BABBEA2878DA}"/>
              </a:ext>
            </a:extLst>
          </p:cNvPr>
          <p:cNvSpPr>
            <a:spLocks xmlns:a="http://schemas.openxmlformats.org/drawingml/2006/main" noGrp="1"/>
          </p:cNvSpPr>
          <p:nvPr/>
        </p:nvSpPr>
        <p:spPr>
          <a:xfrm xmlns:a="http://schemas.openxmlformats.org/drawingml/2006/main">
            <a:off x="7905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E03091BE-D168-45B6-AC23-257D9168C436}"/>
              </a:ext>
            </a:extLst>
          </p:cNvPr>
          <p:cNvSpPr>
            <a:spLocks xmlns:a="http://schemas.openxmlformats.org/drawingml/2006/main" noGrp="1"/>
          </p:cNvSpPr>
          <p:nvPr/>
        </p:nvSpPr>
        <p:spPr>
          <a:xfrm xmlns:a="http://schemas.openxmlformats.org/drawingml/2006/main" rot="0">
            <a:off x="7905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B80EDE6B-7212-4165-A8CA-9032BAAD880E}"/>
              </a:ext>
            </a:extLst>
          </p:cNvPr>
          <p:cNvSpPr>
            <a:spLocks xmlns:a="http://schemas.openxmlformats.org/drawingml/2006/main" noGrp="1"/>
          </p:cNvSpPr>
          <p:nvPr/>
        </p:nvSpPr>
        <p:spPr>
          <a:xfrm xmlns:a="http://schemas.openxmlformats.org/drawingml/2006/main">
            <a:off x="8953500" y="23812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9" name="">
            <a:extLst xmlns:a="http://schemas.openxmlformats.org/drawingml/2006/main">
              <a:ext uri="{FF2B5EF4-FFF2-40B4-BE49-F238E27FC236}">
                <a16:creationId xmlns:a16="http://schemas.microsoft.com/office/drawing/2014/main" id="{CF309E64-6382-4204-8E23-C401D74D7507}"/>
              </a:ext>
            </a:extLst>
          </p:cNvPr>
          <p:cNvSpPr>
            <a:spLocks xmlns:a="http://schemas.openxmlformats.org/drawingml/2006/main" noGrp="1"/>
          </p:cNvSpPr>
          <p:nvPr/>
        </p:nvSpPr>
        <p:spPr>
          <a:xfrm xmlns:a="http://schemas.openxmlformats.org/drawingml/2006/main" rot="0">
            <a:off x="8953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85085068-FDC7-4273-B376-B8448C51C8C6}"/>
              </a:ext>
            </a:extLst>
          </p:cNvPr>
          <p:cNvSpPr>
            <a:spLocks xmlns:a="http://schemas.openxmlformats.org/drawingml/2006/main" noGrp="1"/>
          </p:cNvSpPr>
          <p:nvPr/>
        </p:nvSpPr>
        <p:spPr>
          <a:xfrm xmlns:a="http://schemas.openxmlformats.org/drawingml/2006/main" rot="0">
            <a:off x="895350" y="4048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日本</a:t>
            </a:r>
          </a:p>
        </p:txBody>
      </p:sp>
      <p:sp>
        <p:nvSpPr>
          <p:cNvPr id="21" name="">
            <a:extLst xmlns:a="http://schemas.openxmlformats.org/drawingml/2006/main">
              <a:ext uri="{FF2B5EF4-FFF2-40B4-BE49-F238E27FC236}">
                <a16:creationId xmlns:a16="http://schemas.microsoft.com/office/drawing/2014/main" id="{CD68EC8A-910C-4D7D-86F8-1CFD66422066}"/>
              </a:ext>
            </a:extLst>
          </p:cNvPr>
          <p:cNvSpPr>
            <a:spLocks xmlns:a="http://schemas.openxmlformats.org/drawingml/2006/main" noGrp="1"/>
          </p:cNvSpPr>
          <p:nvPr/>
        </p:nvSpPr>
        <p:spPr>
          <a:xfrm xmlns:a="http://schemas.openxmlformats.org/drawingml/2006/main" rot="0">
            <a:off x="895350" y="4429125"/>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まだほとんど</a:t>
            </a:r>
          </a:p>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浸透していない</a:t>
            </a:r>
          </a:p>
        </p:txBody>
      </p:sp>
      <p:sp>
        <p:nvSpPr>
          <p:cNvPr id="22" name="">
            <a:extLst xmlns:a="http://schemas.openxmlformats.org/drawingml/2006/main">
              <a:ext uri="{FF2B5EF4-FFF2-40B4-BE49-F238E27FC236}">
                <a16:creationId xmlns:a16="http://schemas.microsoft.com/office/drawing/2014/main" id="{B4099E99-3ABC-44BB-A6FA-D2E72FD779BD}"/>
              </a:ext>
            </a:extLst>
          </p:cNvPr>
          <p:cNvSpPr>
            <a:spLocks xmlns:a="http://schemas.openxmlformats.org/drawingml/2006/main" noGrp="1"/>
          </p:cNvSpPr>
          <p:nvPr/>
        </p:nvSpPr>
        <p:spPr>
          <a:xfrm xmlns:a="http://schemas.openxmlformats.org/drawingml/2006/main">
            <a:off x="3714750" y="40957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D94BED48-A0D4-4811-9772-85834B973604}"/>
              </a:ext>
            </a:extLst>
          </p:cNvPr>
          <p:cNvSpPr>
            <a:spLocks xmlns:a="http://schemas.openxmlformats.org/drawingml/2006/main" noGrp="1"/>
          </p:cNvSpPr>
          <p:nvPr/>
        </p:nvSpPr>
        <p:spPr>
          <a:xfrm xmlns:a="http://schemas.openxmlformats.org/drawingml/2006/main" rot="0">
            <a:off x="3714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4F954260-48C7-43C8-BE32-73B54D31FE2A}"/>
              </a:ext>
            </a:extLst>
          </p:cNvPr>
          <p:cNvSpPr>
            <a:spLocks xmlns:a="http://schemas.openxmlformats.org/drawingml/2006/main" noGrp="1"/>
          </p:cNvSpPr>
          <p:nvPr/>
        </p:nvSpPr>
        <p:spPr>
          <a:xfrm xmlns:a="http://schemas.openxmlformats.org/drawingml/2006/main">
            <a:off x="4762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5" name="">
            <a:extLst xmlns:a="http://schemas.openxmlformats.org/drawingml/2006/main">
              <a:ext uri="{FF2B5EF4-FFF2-40B4-BE49-F238E27FC236}">
                <a16:creationId xmlns:a16="http://schemas.microsoft.com/office/drawing/2014/main" id="{6AFC0796-1700-4AF5-A186-A2674086E103}"/>
              </a:ext>
            </a:extLst>
          </p:cNvPr>
          <p:cNvSpPr>
            <a:spLocks xmlns:a="http://schemas.openxmlformats.org/drawingml/2006/main" noGrp="1"/>
          </p:cNvSpPr>
          <p:nvPr/>
        </p:nvSpPr>
        <p:spPr>
          <a:xfrm xmlns:a="http://schemas.openxmlformats.org/drawingml/2006/main" rot="0">
            <a:off x="4762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07CC1258-E785-4060-9F59-56442DE5299A}"/>
              </a:ext>
            </a:extLst>
          </p:cNvPr>
          <p:cNvSpPr>
            <a:spLocks xmlns:a="http://schemas.openxmlformats.org/drawingml/2006/main" noGrp="1"/>
          </p:cNvSpPr>
          <p:nvPr/>
        </p:nvSpPr>
        <p:spPr>
          <a:xfrm xmlns:a="http://schemas.openxmlformats.org/drawingml/2006/main">
            <a:off x="58102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3150B410-469E-47B9-8362-549C0587B2DF}"/>
              </a:ext>
            </a:extLst>
          </p:cNvPr>
          <p:cNvSpPr>
            <a:spLocks xmlns:a="http://schemas.openxmlformats.org/drawingml/2006/main" noGrp="1"/>
          </p:cNvSpPr>
          <p:nvPr/>
        </p:nvSpPr>
        <p:spPr>
          <a:xfrm xmlns:a="http://schemas.openxmlformats.org/drawingml/2006/main" rot="0">
            <a:off x="58102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AB965DBD-6D69-40FA-84A1-7AB3EFF267C6}"/>
              </a:ext>
            </a:extLst>
          </p:cNvPr>
          <p:cNvSpPr>
            <a:spLocks xmlns:a="http://schemas.openxmlformats.org/drawingml/2006/main" noGrp="1"/>
          </p:cNvSpPr>
          <p:nvPr/>
        </p:nvSpPr>
        <p:spPr>
          <a:xfrm xmlns:a="http://schemas.openxmlformats.org/drawingml/2006/main">
            <a:off x="68580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9" name="">
            <a:extLst xmlns:a="http://schemas.openxmlformats.org/drawingml/2006/main">
              <a:ext uri="{FF2B5EF4-FFF2-40B4-BE49-F238E27FC236}">
                <a16:creationId xmlns:a16="http://schemas.microsoft.com/office/drawing/2014/main" id="{B64E3F44-A506-438C-85BB-1BA00B3EA8F3}"/>
              </a:ext>
            </a:extLst>
          </p:cNvPr>
          <p:cNvSpPr>
            <a:spLocks xmlns:a="http://schemas.openxmlformats.org/drawingml/2006/main" noGrp="1"/>
          </p:cNvSpPr>
          <p:nvPr/>
        </p:nvSpPr>
        <p:spPr>
          <a:xfrm xmlns:a="http://schemas.openxmlformats.org/drawingml/2006/main" rot="0">
            <a:off x="68580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0" name="">
            <a:extLst xmlns:a="http://schemas.openxmlformats.org/drawingml/2006/main">
              <a:ext uri="{FF2B5EF4-FFF2-40B4-BE49-F238E27FC236}">
                <a16:creationId xmlns:a16="http://schemas.microsoft.com/office/drawing/2014/main" id="{DE198155-415C-49BE-B261-69801AB19A2B}"/>
              </a:ext>
            </a:extLst>
          </p:cNvPr>
          <p:cNvSpPr>
            <a:spLocks xmlns:a="http://schemas.openxmlformats.org/drawingml/2006/main" noGrp="1"/>
          </p:cNvSpPr>
          <p:nvPr/>
        </p:nvSpPr>
        <p:spPr>
          <a:xfrm xmlns:a="http://schemas.openxmlformats.org/drawingml/2006/main">
            <a:off x="79057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1" name="">
            <a:extLst xmlns:a="http://schemas.openxmlformats.org/drawingml/2006/main">
              <a:ext uri="{FF2B5EF4-FFF2-40B4-BE49-F238E27FC236}">
                <a16:creationId xmlns:a16="http://schemas.microsoft.com/office/drawing/2014/main" id="{FBC43296-47AF-461D-8BC6-351DFC52DF63}"/>
              </a:ext>
            </a:extLst>
          </p:cNvPr>
          <p:cNvSpPr>
            <a:spLocks xmlns:a="http://schemas.openxmlformats.org/drawingml/2006/main" noGrp="1"/>
          </p:cNvSpPr>
          <p:nvPr/>
        </p:nvSpPr>
        <p:spPr>
          <a:xfrm xmlns:a="http://schemas.openxmlformats.org/drawingml/2006/main" rot="0">
            <a:off x="7905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2" name="">
            <a:extLst xmlns:a="http://schemas.openxmlformats.org/drawingml/2006/main">
              <a:ext uri="{FF2B5EF4-FFF2-40B4-BE49-F238E27FC236}">
                <a16:creationId xmlns:a16="http://schemas.microsoft.com/office/drawing/2014/main" id="{10FC132E-EE92-43B3-BC9C-FB6244E7F9F8}"/>
              </a:ext>
            </a:extLst>
          </p:cNvPr>
          <p:cNvSpPr>
            <a:spLocks xmlns:a="http://schemas.openxmlformats.org/drawingml/2006/main" noGrp="1"/>
          </p:cNvSpPr>
          <p:nvPr/>
        </p:nvSpPr>
        <p:spPr>
          <a:xfrm xmlns:a="http://schemas.openxmlformats.org/drawingml/2006/main">
            <a:off x="8953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3" name="">
            <a:extLst xmlns:a="http://schemas.openxmlformats.org/drawingml/2006/main">
              <a:ext uri="{FF2B5EF4-FFF2-40B4-BE49-F238E27FC236}">
                <a16:creationId xmlns:a16="http://schemas.microsoft.com/office/drawing/2014/main" id="{00A6D785-ACDC-4628-AD24-6F133444E605}"/>
              </a:ext>
            </a:extLst>
          </p:cNvPr>
          <p:cNvSpPr>
            <a:spLocks xmlns:a="http://schemas.openxmlformats.org/drawingml/2006/main" noGrp="1"/>
          </p:cNvSpPr>
          <p:nvPr/>
        </p:nvSpPr>
        <p:spPr>
          <a:xfrm xmlns:a="http://schemas.openxmlformats.org/drawingml/2006/main" rot="0">
            <a:off x="8953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4" name="">
            <a:extLst xmlns:a="http://schemas.openxmlformats.org/drawingml/2006/main">
              <a:ext uri="{FF2B5EF4-FFF2-40B4-BE49-F238E27FC236}">
                <a16:creationId xmlns:a16="http://schemas.microsoft.com/office/drawing/2014/main" id="{C468F86B-5BFA-4AEE-80C9-3D6D1BFF63C1}"/>
              </a:ext>
            </a:extLst>
          </p:cNvPr>
          <p:cNvSpPr>
            <a:spLocks xmlns:a="http://schemas.openxmlformats.org/drawingml/2006/main" noGrp="1"/>
          </p:cNvSpPr>
          <p:nvPr/>
        </p:nvSpPr>
        <p:spPr>
          <a:xfrm xmlns:a="http://schemas.openxmlformats.org/drawingml/2006/main">
            <a:off x="3143250" y="3381375"/>
            <a:ext cx="72390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C95E890-E3E3-4256-A8E9-918C0B7E1A3E}"/>
              </a:ext>
            </a:extLst>
          </p:cNvPr>
          <p:cNvSpPr>
            <a:spLocks xmlns:a="http://schemas.openxmlformats.org/drawingml/2006/main" noGrp="1"/>
          </p:cNvSpPr>
          <p:nvPr/>
        </p:nvSpPr>
        <p:spPr>
          <a:xfrm xmlns:a="http://schemas.openxmlformats.org/drawingml/2006/main" rot="0">
            <a:off x="3143250" y="51435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一つの現場が複数社と契約する負担は大きい</a:t>
            </a:r>
          </a:p>
        </p:txBody>
      </p:sp>
      <p:sp>
        <p:nvSpPr>
          <p:cNvPr id="36" name="">
            <a:extLst xmlns:a="http://schemas.openxmlformats.org/drawingml/2006/main">
              <a:ext uri="{FF2B5EF4-FFF2-40B4-BE49-F238E27FC236}">
                <a16:creationId xmlns:a16="http://schemas.microsoft.com/office/drawing/2014/main" id="{D34E6EE7-2393-49EF-A8CD-B4B2FC0A6596}"/>
              </a:ext>
            </a:extLst>
          </p:cNvPr>
          <p:cNvSpPr>
            <a:spLocks xmlns:a="http://schemas.openxmlformats.org/drawingml/2006/main" noGrp="1"/>
          </p:cNvSpPr>
          <p:nvPr/>
        </p:nvSpPr>
        <p:spPr>
          <a:xfrm xmlns:a="http://schemas.openxmlformats.org/drawingml/2006/main" rot="0">
            <a:off x="3143250" y="557212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撮影機材の管理　　スタッフへの説明　　プライバシーに関する合意</a:t>
            </a:r>
          </a:p>
        </p:txBody>
      </p:sp>
      <p:sp>
        <p:nvSpPr>
          <p:cNvPr id="37" name="">
            <a:extLst xmlns:a="http://schemas.openxmlformats.org/drawingml/2006/main">
              <a:ext uri="{FF2B5EF4-FFF2-40B4-BE49-F238E27FC236}">
                <a16:creationId xmlns:a16="http://schemas.microsoft.com/office/drawing/2014/main" id="{92E30034-BE30-4A38-BEFD-7933048CDE9C}"/>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先に多くの現場とつながることが重要になる</a:t>
            </a:r>
          </a:p>
        </p:txBody>
      </p:sp>
    </p:spTree>
    <p:extLst>
      <p:ext uri="{BB962C8B-B14F-4D97-AF65-F5344CB8AC3E}">
        <p14:creationId xmlns:p14="http://schemas.microsoft.com/office/powerpoint/2010/main" val="443637950"/>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57F762B-74E6-496F-95BD-FF4BD042B82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FB81B0-39CD-4FC4-BDFF-0D88C9A230F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7A04257A-32D0-4291-B757-D44A91676FD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2933D8-234E-48B7-B884-1B6053801B5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C1DC7BDA-4155-49D4-BBD3-57BA532FECC1}"/>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0071DF46-4E07-4396-8015-222DE6E97E90}"/>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F6DAB2-0A8C-4B37-85E0-A2F1BE3BC605}"/>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60544641-21CF-4B28-B904-20EDA14ED058}"/>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2D647626-7498-4B75-899C-6035B6D7B986}"/>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BED22F06-FA31-4AF2-B1CD-D77773641212}"/>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EE2005AA-F8CF-4FD4-B198-6D44B6256E55}"/>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FAC61E7D-BF65-4EB9-882C-A9803630DEA5}"/>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89F24138-B96B-4256-B021-FA9D9E2916FE}"/>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6C87CD9A-3551-46AD-9D9B-27D32D7AB157}"/>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882D8B09-C60D-462E-884A-8866DDD84581}"/>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業種ごとのコンプライアンス対応</a:t>
            </a:r>
          </a:p>
        </p:txBody>
      </p:sp>
      <p:sp>
        <p:nvSpPr>
          <p:cNvPr id="16" name="">
            <a:extLst xmlns:a="http://schemas.openxmlformats.org/drawingml/2006/main">
              <a:ext uri="{FF2B5EF4-FFF2-40B4-BE49-F238E27FC236}">
                <a16:creationId xmlns:a16="http://schemas.microsoft.com/office/drawing/2014/main" id="{ED7D5D51-6363-4518-89C6-5066AC55E373}"/>
              </a:ext>
            </a:extLst>
          </p:cNvPr>
          <p:cNvSpPr>
            <a:spLocks xmlns:a="http://schemas.openxmlformats.org/drawingml/2006/main" noGrp="1"/>
          </p:cNvSpPr>
          <p:nvPr/>
        </p:nvSpPr>
        <p:spPr>
          <a:xfrm xmlns:a="http://schemas.openxmlformats.org/drawingml/2006/main">
            <a:off x="1133475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EE93908-5595-4E26-8EC2-FB0C3F1EBFF1}"/>
              </a:ext>
            </a:extLst>
          </p:cNvPr>
          <p:cNvSpPr>
            <a:spLocks xmlns:a="http://schemas.openxmlformats.org/drawingml/2006/main" noGrp="1"/>
          </p:cNvSpPr>
          <p:nvPr/>
        </p:nvSpPr>
        <p:spPr>
          <a:xfrm xmlns:a="http://schemas.openxmlformats.org/drawingml/2006/main" rot="0">
            <a:off x="1126807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22DE268E-5C62-4E02-B973-8FB02932C8C8}"/>
              </a:ext>
            </a:extLst>
          </p:cNvPr>
          <p:cNvSpPr>
            <a:spLocks xmlns:a="http://schemas.openxmlformats.org/drawingml/2006/main" noGrp="1"/>
          </p:cNvSpPr>
          <p:nvPr/>
        </p:nvSpPr>
        <p:spPr>
          <a:xfrm xmlns:a="http://schemas.openxmlformats.org/drawingml/2006/main" rot="0">
            <a:off x="9239250" y="4000500"/>
            <a:ext cx="1857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後発は、この関係と運用を</a:t>
            </a:r>
          </a:p>
          <a:p xmlns:a="http://schemas.openxmlformats.org/drawingml/2006/main">
            <a:pPr algn="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一から積み直す必要がある</a:t>
            </a:r>
          </a:p>
        </p:txBody>
      </p:sp>
      <p:sp>
        <p:nvSpPr>
          <p:cNvPr id="19" name="">
            <a:extLst xmlns:a="http://schemas.openxmlformats.org/drawingml/2006/main">
              <a:ext uri="{FF2B5EF4-FFF2-40B4-BE49-F238E27FC236}">
                <a16:creationId xmlns:a16="http://schemas.microsoft.com/office/drawing/2014/main" id="{42C21911-38DF-4B40-87EC-641D3D2DB706}"/>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1308202410"/>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315444F-5B03-48C6-B3ED-DFCC3251762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5FE733-5C2C-4B65-B56B-9B79675DD1B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75" b="1">
                <a:solidFill>
                  <a:srgbClr val="15191B"/>
                </a:solidFill>
                <a:latin typeface="Hiragino Sans"/>
                <a:ea typeface="Hiragino Sans"/>
                <a:cs typeface="Hiragino Sans"/>
              </a:defRPr>
            </a:pPr>
            <a:r>
              <a:rPr sz="2475" b="1">
                <a:solidFill>
                  <a:srgbClr val="15191B"/>
                </a:solidFill>
                <a:latin typeface="Hiragino Sans"/>
                <a:ea typeface="Hiragino Sans"/>
                <a:cs typeface="Hiragino Sans"/>
              </a:rPr>
              <a:t>現場データを先に持つことで、ロボット導入まで進みやすくなる</a:t>
            </a:r>
          </a:p>
        </p:txBody>
      </p:sp>
      <p:sp>
        <p:nvSpPr>
          <p:cNvPr id="3" name="">
            <a:extLst xmlns:a="http://schemas.openxmlformats.org/drawingml/2006/main">
              <a:ext uri="{FF2B5EF4-FFF2-40B4-BE49-F238E27FC236}">
                <a16:creationId xmlns:a16="http://schemas.microsoft.com/office/drawing/2014/main" id="{9B1C903D-4509-449C-80A5-C17A87C77B6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A10DDB-CABD-4A00-A9FA-E5420E30D2C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6D8EB697-B2AB-4A32-93BC-76C902CA6ADD}"/>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7E178EC6-76B6-4D88-A4B3-2983D03622F8}"/>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EABC3118-5CA7-4647-B915-C12E2FC883FD}"/>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D31ED405-6834-4E48-885E-3980F63EF326}"/>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人間のワークフローを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AB2ECFA3-0CF9-42AF-8458-E9B4DB488B2B}"/>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DA20C38-B21E-4AE8-B36E-49F6C6E79F7E}"/>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4489C72C-D7B9-4BCF-BA19-ABA47616B5EF}"/>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8AC06D9A-1237-4780-86F7-DE052B114B75}"/>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F5A6A8D1-7216-4C63-B4C7-5E502A000897}"/>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A15AC9F3-7C98-4DE7-8BDB-99935F4BC034}"/>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154F606-A431-4A1C-8619-420126EE727A}"/>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31C6CE3F-E196-4065-A013-CF65270C8BCC}"/>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E7C2CC6D-D4BF-4161-B157-8C30579028F8}"/>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5E0FCAC6-3360-4B42-8BFE-859BD55493E0}"/>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A25A38CC-DDF4-4869-AE17-B338120D4CBA}"/>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ロボットを</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現場へ導入</a:t>
            </a:r>
          </a:p>
        </p:txBody>
      </p:sp>
      <p:sp>
        <p:nvSpPr>
          <p:cNvPr id="20" name="">
            <a:extLst xmlns:a="http://schemas.openxmlformats.org/drawingml/2006/main">
              <a:ext uri="{FF2B5EF4-FFF2-40B4-BE49-F238E27FC236}">
                <a16:creationId xmlns:a16="http://schemas.microsoft.com/office/drawing/2014/main" id="{13752CAD-3B6B-4BDA-8771-D2A0BA43A48F}"/>
              </a:ext>
            </a:extLst>
          </p:cNvPr>
          <p:cNvSpPr>
            <a:spLocks xmlns:a="http://schemas.openxmlformats.org/drawingml/2006/main" noGrp="1"/>
          </p:cNvSpPr>
          <p:nvPr/>
        </p:nvSpPr>
        <p:spPr>
          <a:xfrm xmlns:a="http://schemas.openxmlformats.org/drawingml/2006/main" rot="0">
            <a:off x="8953500" y="37623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作業に合わせて導入・運用を調整</a:t>
            </a:r>
          </a:p>
        </p:txBody>
      </p:sp>
      <p:sp>
        <p:nvSpPr>
          <p:cNvPr id="21" name="">
            <a:extLst xmlns:a="http://schemas.openxmlformats.org/drawingml/2006/main">
              <a:ext uri="{FF2B5EF4-FFF2-40B4-BE49-F238E27FC236}">
                <a16:creationId xmlns:a16="http://schemas.microsoft.com/office/drawing/2014/main" id="{186DD199-833F-446C-8500-92E2B5C411C8}"/>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D709292-F8CD-47A1-80C1-B376798CAF3E}"/>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ロボット企業と協業し、自ら導入と運用調整を担うこともできる</a:t>
            </a:r>
          </a:p>
        </p:txBody>
      </p:sp>
    </p:spTree>
    <p:extLst>
      <p:ext uri="{BB962C8B-B14F-4D97-AF65-F5344CB8AC3E}">
        <p14:creationId xmlns:p14="http://schemas.microsoft.com/office/powerpoint/2010/main" val="1452282881"/>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5D74B8-D9AE-427A-A48B-DB46F5BA09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394E56-2C54-4AD9-B46F-F587229A585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5FDE4A8B-A8D7-4DB0-BCFD-D9CAD78BD21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DD39279-E96F-418D-912C-84BFFD50D77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237096AA-EB4E-4E5B-BA21-49C723972933}"/>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2DE855DF-5E9B-41EF-A23A-BD8A6AFB95AE}"/>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5D3394E4-E0D1-4CA3-9F47-15B156C70DC6}"/>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165FBF48-4093-4D28-9137-410EBB2986AB}"/>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00759E8-2007-47C2-9B2F-F284D6D6A0E1}"/>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4C64B3EA-3F0A-4A1B-909C-AA9A361BF237}"/>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自らロボットの現場導入を担う</a:t>
            </a:r>
          </a:p>
        </p:txBody>
      </p:sp>
      <p:sp>
        <p:nvSpPr>
          <p:cNvPr id="11" name="">
            <a:extLst xmlns:a="http://schemas.openxmlformats.org/drawingml/2006/main">
              <a:ext uri="{FF2B5EF4-FFF2-40B4-BE49-F238E27FC236}">
                <a16:creationId xmlns:a16="http://schemas.microsoft.com/office/drawing/2014/main" id="{2BDD37D0-8E42-44F3-835A-01AFB4042F92}"/>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まず既存ロボットを現場へ導入し、作業に合わせて運用を調整する。その後、現場データを使った動作モデルと実機の改良まで自社で担う。</a:t>
            </a:r>
          </a:p>
        </p:txBody>
      </p:sp>
      <p:sp>
        <p:nvSpPr>
          <p:cNvPr id="12" name="">
            <a:extLst xmlns:a="http://schemas.openxmlformats.org/drawingml/2006/main">
              <a:ext uri="{FF2B5EF4-FFF2-40B4-BE49-F238E27FC236}">
                <a16:creationId xmlns:a16="http://schemas.microsoft.com/office/drawing/2014/main" id="{3B75BEDB-C1E4-4F5A-B4A6-DC58E282EE74}"/>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697998693"/>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5DD448A-B619-4F9F-B420-738593D2F77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BF92B2-30D0-4FFB-A497-C9C191509C8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6EA9E603-539D-4106-8180-96273945F5F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7965BC-FDEC-4314-8A96-4519768B937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AF4B53AB-6B63-4CB8-ABA3-8544E3D47C7F}"/>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A52919A5-8067-42E5-8463-0F66D4F68894}"/>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C88B622E-DE8A-480A-AB2D-9A5D7ACF24B2}"/>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F4211CA4-65AE-4ADD-BECC-5CFF0A81AE7F}"/>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21DCD490-7F66-41AE-9F53-40A2BD74070E}"/>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523DF4C2-B4E9-4006-B613-D3D09AEAEE74}"/>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D7E6E711-D715-4FC5-B708-52853E143BE6}"/>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DAC0542-F40D-4040-9846-EB7D9B063E8A}"/>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81FC4746-BFF2-4F98-9FD2-093472B38D2A}"/>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93EC6477-7212-48CC-B244-15C73E717BF2}"/>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AC47F57F-6BC5-494A-BD10-4A61D7FF60CB}"/>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35DB8D39-6B87-411B-AA6C-C5DA378375C5}"/>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2AA23B9D-C123-4F28-908A-0E70ECAAA8A8}"/>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04828EE-7F04-42FF-B792-5B360997257E}"/>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78D3993-56B7-47D6-9AC9-D1C9C0A0BEB4}"/>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55D8A410-063C-40CB-BE81-68217C267138}"/>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2A5097E8-22E8-4316-8D71-368AF5423308}"/>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BD4FC72-E2F0-4AE2-9DA7-691C70FE0BA2}"/>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385213651"/>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AAAA3F9-A862-461B-9CB0-0E727DE2227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F1D7E1-3D52-4E5D-BA3E-8E1FC47EED7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91B6883A-DF6A-4A6F-84AB-278D7A41290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7B1C09-CB77-40C8-9B48-5C37E31AD01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6689BB41-A0EB-43DE-B4D1-1D0D10B14CDF}"/>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9B0DD8C5-7D43-4A15-895D-6D2A6B4860EC}"/>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EE992772-CD38-4DF1-B6AA-93252D93B7EB}"/>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4AEACF-3600-4135-A2B2-3E444BD579B5}"/>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73B93DEA-A9D5-4F6C-8030-39A686DB168D}"/>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480C8643-55E1-49DD-A1F9-C1DE2664EE18}"/>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D6F8C18-D5E5-404D-894C-7A5EEB1277BD}"/>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A6083E20-BF9A-4321-8C20-B7448DBC2FE1}"/>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0E9B6AD4-5DBC-4F99-A66E-CB278A35E167}"/>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276A265-DC9C-4CA4-A34B-5E78EBEE95A5}"/>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5AFADBCA-7076-4FC1-AC6D-7908A174F6F4}"/>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EEE2D7BA-2F7E-4B95-861A-77E0B8E0DA80}"/>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23324D2-ADE3-4477-9C65-5BACA6385E54}"/>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81585F14-9127-4432-992F-B579298B46D2}"/>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494177996"/>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E318C7-F86C-49F8-B370-491797A0A13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C2F09D-D919-43CC-A70F-D1E1D21BFC1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9AC207E7-7E6B-4178-AB05-78D9E6559EE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A12A12-8AA1-4542-835D-72F2B0AA4BB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FA2E63D5-C68B-4409-A393-644889FE3E75}"/>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2B691564-5BA9-478A-B0E4-C5C9C298E0A5}"/>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0B9A0842-AE05-4AE7-8AED-27D274323328}"/>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7B971BD-ED8E-4E03-94F0-78B17F087546}"/>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B4C49408-B1A0-4C1D-8BD9-DD34EC77F6AC}"/>
              </a:ext>
            </a:extLst>
          </p:cNvPr>
          <p:cNvSpPr>
            <a:spLocks xmlns:a="http://schemas.openxmlformats.org/drawingml/2006/main" noGrp="1"/>
          </p:cNvSpPr>
          <p:nvPr/>
        </p:nvSpPr>
        <p:spPr>
          <a:xfrm xmlns:a="http://schemas.openxmlformats.org/drawingml/2006/main" rot="0">
            <a:off x="723900" y="4572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Nextremerを通すことで、高度なアノテーション付きデータを求める販売先や、ロボット実装に近い下流の顧客へ接続でき、当社単独より高い単価を狙える。</a:t>
            </a:r>
          </a:p>
        </p:txBody>
      </p:sp>
      <p:sp>
        <p:nvSpPr>
          <p:cNvPr id="10" name="">
            <a:extLst xmlns:a="http://schemas.openxmlformats.org/drawingml/2006/main">
              <a:ext uri="{FF2B5EF4-FFF2-40B4-BE49-F238E27FC236}">
                <a16:creationId xmlns:a16="http://schemas.microsoft.com/office/drawing/2014/main" id="{87F45A71-2A16-4403-BB51-EA8D2030D6C9}"/>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手数料なしのレベニューシェアで、当社は現場開拓とデータ収集に注力できる。</a:t>
            </a:r>
          </a:p>
        </p:txBody>
      </p:sp>
    </p:spTree>
    <p:extLst>
      <p:ext uri="{BB962C8B-B14F-4D97-AF65-F5344CB8AC3E}">
        <p14:creationId xmlns:p14="http://schemas.microsoft.com/office/powerpoint/2010/main" val="1188126993"/>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917F4C1-D35D-428E-B22D-52A1A854EA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57F4EB-BB18-491A-A2D8-51728DDE286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BF87B827-8F64-490F-B0BC-E76F7692B1F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8A98B9-4811-4CFE-86FB-30B60158A8A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46683494-7049-44CC-9258-109AC89A4653}"/>
              </a:ext>
            </a:extLst>
          </p:cNvPr>
          <p:cNvSpPr>
            <a:spLocks xmlns:a="http://schemas.openxmlformats.org/drawingml/2006/main" noGrp="1"/>
          </p:cNvSpPr>
          <p:nvPr/>
        </p:nvSpPr>
        <p:spPr>
          <a:xfrm xmlns:a="http://schemas.openxmlformats.org/drawingml/2006/main" rot="0">
            <a:off x="723900" y="1762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森雄大</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6F11202E-178C-4C18-B4D7-19DC12796866}"/>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ABF889AB-5FC8-45A8-B339-B2CD61FAC377}"/>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DD1C0D3-953D-406C-8233-DF26D638868A}"/>
              </a:ext>
            </a:extLst>
          </p:cNvPr>
          <p:cNvSpPr>
            <a:spLocks xmlns:a="http://schemas.openxmlformats.org/drawingml/2006/main" noGrp="1"/>
          </p:cNvSpPr>
          <p:nvPr/>
        </p:nvSpPr>
        <p:spPr>
          <a:xfrm xmlns:a="http://schemas.openxmlformats.org/drawingml/2006/main" rot="0">
            <a:off x="723900" y="2714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河野瞭人</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9" name="">
            <a:extLst xmlns:a="http://schemas.openxmlformats.org/drawingml/2006/main">
              <a:ext uri="{FF2B5EF4-FFF2-40B4-BE49-F238E27FC236}">
                <a16:creationId xmlns:a16="http://schemas.microsoft.com/office/drawing/2014/main" id="{701427CD-74B6-4820-A215-4D8739B3F11F}"/>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神戸大学大学院システム情報学研究科で、二足歩行ロボットのlocomotionにおけるSim-to-Realを研究。事業ではシミュレーション領域を担う。</a:t>
            </a:r>
          </a:p>
        </p:txBody>
      </p:sp>
      <p:sp>
        <p:nvSpPr>
          <p:cNvPr id="10" name="">
            <a:extLst xmlns:a="http://schemas.openxmlformats.org/drawingml/2006/main">
              <a:ext uri="{FF2B5EF4-FFF2-40B4-BE49-F238E27FC236}">
                <a16:creationId xmlns:a16="http://schemas.microsoft.com/office/drawing/2014/main" id="{87125D77-6D7B-4AE3-AE98-2D46FC86BBF3}"/>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2FBA925-2E04-4238-9806-6577CB94E7AC}"/>
              </a:ext>
            </a:extLst>
          </p:cNvPr>
          <p:cNvSpPr>
            <a:spLocks xmlns:a="http://schemas.openxmlformats.org/drawingml/2006/main" noGrp="1"/>
          </p:cNvSpPr>
          <p:nvPr/>
        </p:nvSpPr>
        <p:spPr>
          <a:xfrm xmlns:a="http://schemas.openxmlformats.org/drawingml/2006/main" rot="0">
            <a:off x="723900" y="3667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川島健二</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現場パートナー</a:t>
            </a:r>
          </a:p>
        </p:txBody>
      </p:sp>
      <p:sp>
        <p:nvSpPr>
          <p:cNvPr id="12" name="">
            <a:extLst xmlns:a="http://schemas.openxmlformats.org/drawingml/2006/main">
              <a:ext uri="{FF2B5EF4-FFF2-40B4-BE49-F238E27FC236}">
                <a16:creationId xmlns:a16="http://schemas.microsoft.com/office/drawing/2014/main" id="{76A3046C-BF12-49F3-8438-160D51096356}"/>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3" name="">
            <a:extLst xmlns:a="http://schemas.openxmlformats.org/drawingml/2006/main">
              <a:ext uri="{FF2B5EF4-FFF2-40B4-BE49-F238E27FC236}">
                <a16:creationId xmlns:a16="http://schemas.microsoft.com/office/drawing/2014/main" id="{19BC5C47-4FCB-4702-A191-FA55D97D602A}"/>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A2AAF53-C164-46B7-8CEB-D1A330B2C42B}"/>
              </a:ext>
            </a:extLst>
          </p:cNvPr>
          <p:cNvSpPr>
            <a:spLocks xmlns:a="http://schemas.openxmlformats.org/drawingml/2006/main" noGrp="1"/>
          </p:cNvSpPr>
          <p:nvPr/>
        </p:nvSpPr>
        <p:spPr>
          <a:xfrm xmlns:a="http://schemas.openxmlformats.org/drawingml/2006/main" rot="0">
            <a:off x="723900" y="4619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大崎操</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事業支援</a:t>
            </a:r>
          </a:p>
        </p:txBody>
      </p:sp>
      <p:sp>
        <p:nvSpPr>
          <p:cNvPr id="15" name="">
            <a:extLst xmlns:a="http://schemas.openxmlformats.org/drawingml/2006/main">
              <a:ext uri="{FF2B5EF4-FFF2-40B4-BE49-F238E27FC236}">
                <a16:creationId xmlns:a16="http://schemas.microsoft.com/office/drawing/2014/main" id="{5AEE30E3-CD52-4FD8-BF67-D1CF743CC1A6}"/>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992390293"/>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03C9DAA-A322-4B5F-AD7F-D18F1DDE280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909BF9-9A38-4999-838C-A5839659643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36A489DB-9242-4C62-AD69-7578374A045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28BF20-1A11-4DA8-BACC-245BD45CFB6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df1b592b03946c0"/>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EF80E92-4C1C-4A7A-A86E-4E5DD1277D9A}"/>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E921781B-2BCD-4C67-BF10-5E800A2913EB}"/>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BF7F3C6F-CE59-4C82-A0B8-E68FCF460793}"/>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d48e9a7864744f9"/>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1725444-2FF4-4748-B1F6-243F16148368}"/>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38D0719A-1824-45B7-A472-9278EF8300AE}"/>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6CE659A3-6610-4E89-8416-FBD2DC24577F}"/>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f1a8f7f3a3145bf"/>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58272BE4-F409-4B30-A4F2-5BCDC0CDD22D}"/>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B3A4AA96-A851-47EE-9A3A-E82AC770D6FB}"/>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RootGlasss</a:t>
            </a:r>
          </a:p>
        </p:txBody>
      </p:sp>
      <p:sp>
        <p:nvSpPr>
          <p:cNvPr id="16" name="">
            <a:extLst xmlns:a="http://schemas.openxmlformats.org/drawingml/2006/main">
              <a:ext uri="{FF2B5EF4-FFF2-40B4-BE49-F238E27FC236}">
                <a16:creationId xmlns:a16="http://schemas.microsoft.com/office/drawing/2014/main" id="{98772F3D-DBD5-47C9-A668-1714C42AB710}"/>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BFA2F9C2-3AF0-41CC-BF90-3894975BD288}"/>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FF2D53D-A799-4520-9399-C1B7D2888ADF}"/>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1778299428"/>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B6C129-83AE-4FB4-B8AA-769F6CC8823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198678-F56F-49BD-AF30-0770F25B93E7}"/>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A2149278-BA4D-417F-8DCC-69C8C623D66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5D9C8EB-628E-4830-9C28-B79431B06E7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09F0005F-8B7A-47ED-98A1-2115EC513C09}"/>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110時間/月（中間シナリオ）</a:t>
            </a:r>
          </a:p>
        </p:txBody>
      </p:sp>
    </p:spTree>
    <p:extLst>
      <p:ext uri="{BB962C8B-B14F-4D97-AF65-F5344CB8AC3E}">
        <p14:creationId xmlns:p14="http://schemas.microsoft.com/office/powerpoint/2010/main" val="2039352917"/>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B352CC-27AE-4785-91DC-C1F666C2448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7C02F0-E688-4042-B20C-0A2CA5E5C66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25ECD473-A952-40E6-91D7-E1FB9D5F682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5F874A-B786-49EA-A6AA-72A51E9EF6D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B80BB87-703E-4987-BA2C-1C61709C7904}"/>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月10,000時間を12か月継続：会社取り分9,600万円、デバイス償却後約8,726万円。</a:t>
            </a:r>
          </a:p>
        </p:txBody>
      </p:sp>
      <p:sp>
        <p:nvSpPr>
          <p:cNvPr id="7" name="">
            <a:extLst xmlns:a="http://schemas.openxmlformats.org/drawingml/2006/main">
              <a:ext uri="{FF2B5EF4-FFF2-40B4-BE49-F238E27FC236}">
                <a16:creationId xmlns:a16="http://schemas.microsoft.com/office/drawing/2014/main" id="{B7F0D8D2-2845-4BAB-98DF-5BB6C10CBE19}"/>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252078654"/>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03986D8-9217-48D4-A5CD-3B7065BD7D7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9ED326-11CE-401D-BDFA-DD60CD64043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3C29BF3B-D6FB-41C6-BB68-6BA2DA7DF2CE}"/>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364377F-B790-4430-8AE9-5C70DD20EBBE}"/>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441DD9BD-67D6-4B0E-8EEB-91A3E1BA3E15}"/>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22BA057C-16D8-4F68-841A-35223A13E821}"/>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16EEF75F-7A43-433D-8998-FEDAF2664FCD}"/>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79987C9-B81B-4FEB-AFB0-DA59661006CC}"/>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97F94079-301B-4CE7-A04F-B19CC6F7286C}"/>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D77CC23F-0C66-4796-A21B-DDF98A98D37C}"/>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398295C-4F59-4357-8BF3-2D17FE9BD4CE}"/>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F2984CAA-C48C-4F44-974D-95A4558B1BBB}"/>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806B0BE9-7C92-483E-8A58-F64A37890655}"/>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3E66CD-BA5C-4D4A-A116-39EF19F5D8C5}"/>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3536036E-30C4-4252-8179-E21A9273AADF}"/>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255882360"/>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6AEA66E-9213-4100-A6E0-1975478B1BF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68E9470-C89E-4674-931A-63BF8A67F9B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433FE4B6-14C6-4712-B3BE-01C527F0B41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10E9E7F-D71B-48A9-93AC-773D395B4EAA}"/>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069C016A-C8BB-4DA6-969D-B729DD3E9C8E}"/>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7F9E184F-C88F-4D6C-8F06-296CE6FE2D31}"/>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8330366B-58A4-453B-B3B9-1962CD183EF0}"/>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04A1D43-5EC4-487D-A45C-E02DB65641E5}"/>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19C669B0-D2CD-4A3F-A4FD-654B18B61CD7}"/>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FBF436B0-34CC-42DB-AD10-32F27E19D12F}"/>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150DB74-2F73-47EF-ACFB-A1376F6759D2}"/>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C775B966-82FE-4971-8326-9BF951689085}"/>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E8C042A6-3D5A-4D43-94F7-C45B11FCCD78}"/>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700588247"/>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3F822CB6-F8D0-4ED5-AE6C-D7205520A44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D119A8-9D5B-4D70-8578-71489FF1613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75501056-3836-416F-B2A3-182B9785A58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990EE74-5BAC-4141-AE34-8EC6B344B69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034EF75B-6F3C-4FDC-B812-D1C167B969C8}"/>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345081C-29D5-4236-858F-708323FF8E5C}"/>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81C85175-D3BE-4F08-84B3-72AA479A35A2}"/>
              </a:ext>
            </a:extLst>
          </p:cNvPr>
          <p:cNvSpPr>
            <a:spLocks xmlns:a="http://schemas.openxmlformats.org/drawingml/2006/main" noGrp="1"/>
          </p:cNvSpPr>
          <p:nvPr/>
        </p:nvSpPr>
        <p:spPr>
          <a:xfrm xmlns:a="http://schemas.openxmlformats.org/drawingml/2006/main">
            <a:off x="305752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A6111565-AE01-4B87-B66E-69611C4F8F7A}"/>
              </a:ext>
            </a:extLst>
          </p:cNvPr>
          <p:cNvSpPr>
            <a:spLocks xmlns:a="http://schemas.openxmlformats.org/drawingml/2006/main" noGrp="1"/>
          </p:cNvSpPr>
          <p:nvPr/>
        </p:nvSpPr>
        <p:spPr>
          <a:xfrm xmlns:a="http://schemas.openxmlformats.org/drawingml/2006/main" rot="0">
            <a:off x="305752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A280FC80-03E4-4A10-AD4A-8AF613133F96}"/>
              </a:ext>
            </a:extLst>
          </p:cNvPr>
          <p:cNvSpPr>
            <a:spLocks xmlns:a="http://schemas.openxmlformats.org/drawingml/2006/main" noGrp="1"/>
          </p:cNvSpPr>
          <p:nvPr/>
        </p:nvSpPr>
        <p:spPr>
          <a:xfrm xmlns:a="http://schemas.openxmlformats.org/drawingml/2006/main">
            <a:off x="5803900"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0D9D46E6-EA00-4FD3-A4F6-773C91F8C809}"/>
              </a:ext>
            </a:extLst>
          </p:cNvPr>
          <p:cNvSpPr>
            <a:spLocks xmlns:a="http://schemas.openxmlformats.org/drawingml/2006/main" noGrp="1"/>
          </p:cNvSpPr>
          <p:nvPr/>
        </p:nvSpPr>
        <p:spPr>
          <a:xfrm xmlns:a="http://schemas.openxmlformats.org/drawingml/2006/main" rot="0">
            <a:off x="5803900"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F7001C6E-4E5A-4101-82E0-D3374F65E5EA}"/>
              </a:ext>
            </a:extLst>
          </p:cNvPr>
          <p:cNvSpPr>
            <a:spLocks xmlns:a="http://schemas.openxmlformats.org/drawingml/2006/main" noGrp="1"/>
          </p:cNvSpPr>
          <p:nvPr/>
        </p:nvSpPr>
        <p:spPr>
          <a:xfrm xmlns:a="http://schemas.openxmlformats.org/drawingml/2006/main">
            <a:off x="8550275" y="1714500"/>
            <a:ext cx="2746375"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027E7259-6032-48F7-B6D8-4D620AA7D659}"/>
              </a:ext>
            </a:extLst>
          </p:cNvPr>
          <p:cNvSpPr>
            <a:spLocks xmlns:a="http://schemas.openxmlformats.org/drawingml/2006/main" noGrp="1"/>
          </p:cNvSpPr>
          <p:nvPr/>
        </p:nvSpPr>
        <p:spPr>
          <a:xfrm xmlns:a="http://schemas.openxmlformats.org/drawingml/2006/main" rot="0">
            <a:off x="8550275" y="18192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84DF8E02-E191-48BF-89B9-EA7CD0800EA4}"/>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1A3E4725-6019-4C96-B3AE-6BE70F558BD6}"/>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5" name="">
            <a:extLst xmlns:a="http://schemas.openxmlformats.org/drawingml/2006/main">
              <a:ext uri="{FF2B5EF4-FFF2-40B4-BE49-F238E27FC236}">
                <a16:creationId xmlns:a16="http://schemas.microsoft.com/office/drawing/2014/main" id="{D58C8A9A-22E7-4696-9D32-C20F911932CD}"/>
              </a:ext>
            </a:extLst>
          </p:cNvPr>
          <p:cNvSpPr>
            <a:spLocks xmlns:a="http://schemas.openxmlformats.org/drawingml/2006/main" noGrp="1"/>
          </p:cNvSpPr>
          <p:nvPr/>
        </p:nvSpPr>
        <p:spPr>
          <a:xfrm xmlns:a="http://schemas.openxmlformats.org/drawingml/2006/main">
            <a:off x="305752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92BC5B0E-37C0-4321-9793-4DE0A4270B90}"/>
              </a:ext>
            </a:extLst>
          </p:cNvPr>
          <p:cNvSpPr>
            <a:spLocks xmlns:a="http://schemas.openxmlformats.org/drawingml/2006/main" noGrp="1"/>
          </p:cNvSpPr>
          <p:nvPr/>
        </p:nvSpPr>
        <p:spPr>
          <a:xfrm xmlns:a="http://schemas.openxmlformats.org/drawingml/2006/main">
            <a:off x="5803900"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4940C37B-872C-4814-9E55-F221CC51204C}"/>
              </a:ext>
            </a:extLst>
          </p:cNvPr>
          <p:cNvSpPr>
            <a:spLocks xmlns:a="http://schemas.openxmlformats.org/drawingml/2006/main" noGrp="1"/>
          </p:cNvSpPr>
          <p:nvPr/>
        </p:nvSpPr>
        <p:spPr>
          <a:xfrm xmlns:a="http://schemas.openxmlformats.org/drawingml/2006/main">
            <a:off x="8550275" y="21526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5D62F84F-16AA-4B33-B52F-20835244C16A}"/>
              </a:ext>
            </a:extLst>
          </p:cNvPr>
          <p:cNvSpPr>
            <a:spLocks xmlns:a="http://schemas.openxmlformats.org/drawingml/2006/main" noGrp="1"/>
          </p:cNvSpPr>
          <p:nvPr/>
        </p:nvSpPr>
        <p:spPr>
          <a:xfrm xmlns:a="http://schemas.openxmlformats.org/drawingml/2006/main">
            <a:off x="313372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F38BBBB6-BD56-4382-958F-38434BD5EBD2}"/>
              </a:ext>
            </a:extLst>
          </p:cNvPr>
          <p:cNvSpPr>
            <a:spLocks xmlns:a="http://schemas.openxmlformats.org/drawingml/2006/main" noGrp="1"/>
          </p:cNvSpPr>
          <p:nvPr/>
        </p:nvSpPr>
        <p:spPr>
          <a:xfrm xmlns:a="http://schemas.openxmlformats.org/drawingml/2006/main" rot="0">
            <a:off x="320992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p:txBody>
      </p:sp>
      <p:sp>
        <p:nvSpPr>
          <p:cNvPr id="20" name="">
            <a:extLst xmlns:a="http://schemas.openxmlformats.org/drawingml/2006/main">
              <a:ext uri="{FF2B5EF4-FFF2-40B4-BE49-F238E27FC236}">
                <a16:creationId xmlns:a16="http://schemas.microsoft.com/office/drawing/2014/main" id="{1263A18D-D959-4049-8482-7CE5FDD7E342}"/>
              </a:ext>
            </a:extLst>
          </p:cNvPr>
          <p:cNvSpPr>
            <a:spLocks xmlns:a="http://schemas.openxmlformats.org/drawingml/2006/main" noGrp="1"/>
          </p:cNvSpPr>
          <p:nvPr/>
        </p:nvSpPr>
        <p:spPr>
          <a:xfrm xmlns:a="http://schemas.openxmlformats.org/drawingml/2006/main">
            <a:off x="5880100"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760894D1-2F24-4164-A04D-C0D95F7ABE7C}"/>
              </a:ext>
            </a:extLst>
          </p:cNvPr>
          <p:cNvSpPr>
            <a:spLocks xmlns:a="http://schemas.openxmlformats.org/drawingml/2006/main" noGrp="1"/>
          </p:cNvSpPr>
          <p:nvPr/>
        </p:nvSpPr>
        <p:spPr>
          <a:xfrm xmlns:a="http://schemas.openxmlformats.org/drawingml/2006/main" rot="0">
            <a:off x="5956300"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月500時間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現場の課題を確認</a:t>
            </a:r>
          </a:p>
        </p:txBody>
      </p:sp>
      <p:sp>
        <p:nvSpPr>
          <p:cNvPr id="22" name="">
            <a:extLst xmlns:a="http://schemas.openxmlformats.org/drawingml/2006/main">
              <a:ext uri="{FF2B5EF4-FFF2-40B4-BE49-F238E27FC236}">
                <a16:creationId xmlns:a16="http://schemas.microsoft.com/office/drawing/2014/main" id="{27E0B3A4-6CEF-4AB0-8BF8-F39E15C97252}"/>
              </a:ext>
            </a:extLst>
          </p:cNvPr>
          <p:cNvSpPr>
            <a:spLocks xmlns:a="http://schemas.openxmlformats.org/drawingml/2006/main" noGrp="1"/>
          </p:cNvSpPr>
          <p:nvPr/>
        </p:nvSpPr>
        <p:spPr>
          <a:xfrm xmlns:a="http://schemas.openxmlformats.org/drawingml/2006/main">
            <a:off x="8626475" y="22383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82B90183-4D58-474C-A3A9-674AA5BCA277}"/>
              </a:ext>
            </a:extLst>
          </p:cNvPr>
          <p:cNvSpPr>
            <a:spLocks xmlns:a="http://schemas.openxmlformats.org/drawingml/2006/main" noGrp="1"/>
          </p:cNvSpPr>
          <p:nvPr/>
        </p:nvSpPr>
        <p:spPr>
          <a:xfrm xmlns:a="http://schemas.openxmlformats.org/drawingml/2006/main" rot="0">
            <a:off x="8702675" y="22002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月1,000時間</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飲食・小売へ拡大</a:t>
            </a:r>
          </a:p>
        </p:txBody>
      </p:sp>
      <p:sp>
        <p:nvSpPr>
          <p:cNvPr id="24" name="">
            <a:extLst xmlns:a="http://schemas.openxmlformats.org/drawingml/2006/main">
              <a:ext uri="{FF2B5EF4-FFF2-40B4-BE49-F238E27FC236}">
                <a16:creationId xmlns:a16="http://schemas.microsoft.com/office/drawing/2014/main" id="{FDF42EFF-E90A-4273-9231-3504F4352842}"/>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68E6CC3C-E211-4F05-A86C-997D784DAF2A}"/>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6" name="">
            <a:extLst xmlns:a="http://schemas.openxmlformats.org/drawingml/2006/main">
              <a:ext uri="{FF2B5EF4-FFF2-40B4-BE49-F238E27FC236}">
                <a16:creationId xmlns:a16="http://schemas.microsoft.com/office/drawing/2014/main" id="{04045178-0CDC-4B32-885C-69E60C1EBB54}"/>
              </a:ext>
            </a:extLst>
          </p:cNvPr>
          <p:cNvSpPr>
            <a:spLocks xmlns:a="http://schemas.openxmlformats.org/drawingml/2006/main" noGrp="1"/>
          </p:cNvSpPr>
          <p:nvPr/>
        </p:nvSpPr>
        <p:spPr>
          <a:xfrm xmlns:a="http://schemas.openxmlformats.org/drawingml/2006/main">
            <a:off x="305752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930624DF-B840-4612-859F-087097A537D6}"/>
              </a:ext>
            </a:extLst>
          </p:cNvPr>
          <p:cNvSpPr>
            <a:spLocks xmlns:a="http://schemas.openxmlformats.org/drawingml/2006/main" noGrp="1"/>
          </p:cNvSpPr>
          <p:nvPr/>
        </p:nvSpPr>
        <p:spPr>
          <a:xfrm xmlns:a="http://schemas.openxmlformats.org/drawingml/2006/main">
            <a:off x="5803900"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F880AB83-4F44-4B84-8E15-3E60089013B2}"/>
              </a:ext>
            </a:extLst>
          </p:cNvPr>
          <p:cNvSpPr>
            <a:spLocks xmlns:a="http://schemas.openxmlformats.org/drawingml/2006/main" noGrp="1"/>
          </p:cNvSpPr>
          <p:nvPr/>
        </p:nvSpPr>
        <p:spPr>
          <a:xfrm xmlns:a="http://schemas.openxmlformats.org/drawingml/2006/main">
            <a:off x="8550275" y="27336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77BFCA9B-CE24-472E-8008-14FCA49FA729}"/>
              </a:ext>
            </a:extLst>
          </p:cNvPr>
          <p:cNvSpPr>
            <a:spLocks xmlns:a="http://schemas.openxmlformats.org/drawingml/2006/main" noGrp="1"/>
          </p:cNvSpPr>
          <p:nvPr/>
        </p:nvSpPr>
        <p:spPr>
          <a:xfrm xmlns:a="http://schemas.openxmlformats.org/drawingml/2006/main">
            <a:off x="3133725" y="28194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19957D28-53D2-453A-88E4-6E781215B6F9}"/>
              </a:ext>
            </a:extLst>
          </p:cNvPr>
          <p:cNvSpPr>
            <a:spLocks xmlns:a="http://schemas.openxmlformats.org/drawingml/2006/main" noGrp="1"/>
          </p:cNvSpPr>
          <p:nvPr/>
        </p:nvSpPr>
        <p:spPr>
          <a:xfrm xmlns:a="http://schemas.openxmlformats.org/drawingml/2006/main" rot="0">
            <a:off x="3209925" y="27813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Nextremerと合意し格納開始</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海外販売先へ再打診</a:t>
            </a:r>
          </a:p>
        </p:txBody>
      </p:sp>
      <p:sp>
        <p:nvSpPr>
          <p:cNvPr id="31" name="">
            <a:extLst xmlns:a="http://schemas.openxmlformats.org/drawingml/2006/main">
              <a:ext uri="{FF2B5EF4-FFF2-40B4-BE49-F238E27FC236}">
                <a16:creationId xmlns:a16="http://schemas.microsoft.com/office/drawing/2014/main" id="{A58F5EB6-F357-4223-AA85-C1CF2DB06EFA}"/>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151352A1-C1E8-427E-BBD5-662675D1CE80}"/>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925C1A8B-B414-4888-97F7-9EDB6ACD490A}"/>
              </a:ext>
            </a:extLst>
          </p:cNvPr>
          <p:cNvSpPr>
            <a:spLocks xmlns:a="http://schemas.openxmlformats.org/drawingml/2006/main" noGrp="1"/>
          </p:cNvSpPr>
          <p:nvPr/>
        </p:nvSpPr>
        <p:spPr>
          <a:xfrm xmlns:a="http://schemas.openxmlformats.org/drawingml/2006/main">
            <a:off x="305752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EFA64094-25AA-4FB0-BEBF-933DF8D6640F}"/>
              </a:ext>
            </a:extLst>
          </p:cNvPr>
          <p:cNvSpPr>
            <a:spLocks xmlns:a="http://schemas.openxmlformats.org/drawingml/2006/main" noGrp="1"/>
          </p:cNvSpPr>
          <p:nvPr/>
        </p:nvSpPr>
        <p:spPr>
          <a:xfrm xmlns:a="http://schemas.openxmlformats.org/drawingml/2006/main">
            <a:off x="5803900"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271D2B2C-B772-4EBA-91DD-9693DD0CC322}"/>
              </a:ext>
            </a:extLst>
          </p:cNvPr>
          <p:cNvSpPr>
            <a:spLocks xmlns:a="http://schemas.openxmlformats.org/drawingml/2006/main" noGrp="1"/>
          </p:cNvSpPr>
          <p:nvPr/>
        </p:nvSpPr>
        <p:spPr>
          <a:xfrm xmlns:a="http://schemas.openxmlformats.org/drawingml/2006/main">
            <a:off x="8550275" y="331470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334E813C-D6E5-4840-AEC9-BD81ECE6DF98}"/>
              </a:ext>
            </a:extLst>
          </p:cNvPr>
          <p:cNvSpPr>
            <a:spLocks xmlns:a="http://schemas.openxmlformats.org/drawingml/2006/main" noGrp="1"/>
          </p:cNvSpPr>
          <p:nvPr/>
        </p:nvSpPr>
        <p:spPr>
          <a:xfrm xmlns:a="http://schemas.openxmlformats.org/drawingml/2006/main">
            <a:off x="3133725" y="340042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7" name="">
            <a:extLst xmlns:a="http://schemas.openxmlformats.org/drawingml/2006/main">
              <a:ext uri="{FF2B5EF4-FFF2-40B4-BE49-F238E27FC236}">
                <a16:creationId xmlns:a16="http://schemas.microsoft.com/office/drawing/2014/main" id="{20B5EE8F-F529-49E6-AA2C-0F22CC9C3BFD}"/>
              </a:ext>
            </a:extLst>
          </p:cNvPr>
          <p:cNvSpPr>
            <a:spLocks xmlns:a="http://schemas.openxmlformats.org/drawingml/2006/main" noGrp="1"/>
          </p:cNvSpPr>
          <p:nvPr/>
        </p:nvSpPr>
        <p:spPr>
          <a:xfrm xmlns:a="http://schemas.openxmlformats.org/drawingml/2006/main" rot="0">
            <a:off x="3209925" y="336232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設計で協働できる企業へ打診</a:t>
            </a:r>
          </a:p>
        </p:txBody>
      </p:sp>
      <p:sp>
        <p:nvSpPr>
          <p:cNvPr id="38" name="">
            <a:extLst xmlns:a="http://schemas.openxmlformats.org/drawingml/2006/main">
              <a:ext uri="{FF2B5EF4-FFF2-40B4-BE49-F238E27FC236}">
                <a16:creationId xmlns:a16="http://schemas.microsoft.com/office/drawing/2014/main" id="{925D1501-B28A-445C-AA2C-5A260D98863F}"/>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8F5F4E8C-6F29-4C7D-AE0B-AD79719DD0C9}"/>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0" name="">
            <a:extLst xmlns:a="http://schemas.openxmlformats.org/drawingml/2006/main">
              <a:ext uri="{FF2B5EF4-FFF2-40B4-BE49-F238E27FC236}">
                <a16:creationId xmlns:a16="http://schemas.microsoft.com/office/drawing/2014/main" id="{74BD255B-3768-4F8E-A258-2D3F37283814}"/>
              </a:ext>
            </a:extLst>
          </p:cNvPr>
          <p:cNvSpPr>
            <a:spLocks xmlns:a="http://schemas.openxmlformats.org/drawingml/2006/main" noGrp="1"/>
          </p:cNvSpPr>
          <p:nvPr/>
        </p:nvSpPr>
        <p:spPr>
          <a:xfrm xmlns:a="http://schemas.openxmlformats.org/drawingml/2006/main">
            <a:off x="305752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27DCA9A0-68E4-4EC8-8115-8621BA3CFE44}"/>
              </a:ext>
            </a:extLst>
          </p:cNvPr>
          <p:cNvSpPr>
            <a:spLocks xmlns:a="http://schemas.openxmlformats.org/drawingml/2006/main" noGrp="1"/>
          </p:cNvSpPr>
          <p:nvPr/>
        </p:nvSpPr>
        <p:spPr>
          <a:xfrm xmlns:a="http://schemas.openxmlformats.org/drawingml/2006/main">
            <a:off x="5803900"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F133B1E9-53C3-49E2-A3DC-E7DC90D4D698}"/>
              </a:ext>
            </a:extLst>
          </p:cNvPr>
          <p:cNvSpPr>
            <a:spLocks xmlns:a="http://schemas.openxmlformats.org/drawingml/2006/main" noGrp="1"/>
          </p:cNvSpPr>
          <p:nvPr/>
        </p:nvSpPr>
        <p:spPr>
          <a:xfrm xmlns:a="http://schemas.openxmlformats.org/drawingml/2006/main">
            <a:off x="8550275" y="389572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894AF2C4-87E7-46F4-8457-3063B1B9D69F}"/>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17843EF2-DD2B-46DF-8CEE-9DD6ECF57749}"/>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5" name="">
            <a:extLst xmlns:a="http://schemas.openxmlformats.org/drawingml/2006/main">
              <a:ext uri="{FF2B5EF4-FFF2-40B4-BE49-F238E27FC236}">
                <a16:creationId xmlns:a16="http://schemas.microsoft.com/office/drawing/2014/main" id="{6047F682-3DE2-49D2-9642-7F208B6AE6B3}"/>
              </a:ext>
            </a:extLst>
          </p:cNvPr>
          <p:cNvSpPr>
            <a:spLocks xmlns:a="http://schemas.openxmlformats.org/drawingml/2006/main" noGrp="1"/>
          </p:cNvSpPr>
          <p:nvPr/>
        </p:nvSpPr>
        <p:spPr>
          <a:xfrm xmlns:a="http://schemas.openxmlformats.org/drawingml/2006/main">
            <a:off x="305752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9FDB991B-9133-41F1-95FA-45534955ED7E}"/>
              </a:ext>
            </a:extLst>
          </p:cNvPr>
          <p:cNvSpPr>
            <a:spLocks xmlns:a="http://schemas.openxmlformats.org/drawingml/2006/main" noGrp="1"/>
          </p:cNvSpPr>
          <p:nvPr/>
        </p:nvSpPr>
        <p:spPr>
          <a:xfrm xmlns:a="http://schemas.openxmlformats.org/drawingml/2006/main">
            <a:off x="5803900"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F480C21E-71BD-4DF4-B664-FF9BDE159FF8}"/>
              </a:ext>
            </a:extLst>
          </p:cNvPr>
          <p:cNvSpPr>
            <a:spLocks xmlns:a="http://schemas.openxmlformats.org/drawingml/2006/main" noGrp="1"/>
          </p:cNvSpPr>
          <p:nvPr/>
        </p:nvSpPr>
        <p:spPr>
          <a:xfrm xmlns:a="http://schemas.openxmlformats.org/drawingml/2006/main">
            <a:off x="8550275" y="4476750"/>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48A69D65-97C8-4267-8535-C7B1E2A8EB41}"/>
              </a:ext>
            </a:extLst>
          </p:cNvPr>
          <p:cNvSpPr>
            <a:spLocks xmlns:a="http://schemas.openxmlformats.org/drawingml/2006/main" noGrp="1"/>
          </p:cNvSpPr>
          <p:nvPr/>
        </p:nvSpPr>
        <p:spPr>
          <a:xfrm xmlns:a="http://schemas.openxmlformats.org/drawingml/2006/main">
            <a:off x="5880100" y="4562475"/>
            <a:ext cx="259397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9" name="">
            <a:extLst xmlns:a="http://schemas.openxmlformats.org/drawingml/2006/main">
              <a:ext uri="{FF2B5EF4-FFF2-40B4-BE49-F238E27FC236}">
                <a16:creationId xmlns:a16="http://schemas.microsoft.com/office/drawing/2014/main" id="{58C11865-CBF1-4321-A8BA-4DF39F9983A6}"/>
              </a:ext>
            </a:extLst>
          </p:cNvPr>
          <p:cNvSpPr>
            <a:spLocks xmlns:a="http://schemas.openxmlformats.org/drawingml/2006/main" noGrp="1"/>
          </p:cNvSpPr>
          <p:nvPr/>
        </p:nvSpPr>
        <p:spPr>
          <a:xfrm xmlns:a="http://schemas.openxmlformats.org/drawingml/2006/main" rot="0">
            <a:off x="5956300" y="4524375"/>
            <a:ext cx="2441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合意フローと</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データ取扱いを確認</a:t>
            </a:r>
          </a:p>
        </p:txBody>
      </p:sp>
      <p:sp>
        <p:nvSpPr>
          <p:cNvPr id="50" name="">
            <a:extLst xmlns:a="http://schemas.openxmlformats.org/drawingml/2006/main">
              <a:ext uri="{FF2B5EF4-FFF2-40B4-BE49-F238E27FC236}">
                <a16:creationId xmlns:a16="http://schemas.microsoft.com/office/drawing/2014/main" id="{28856C34-6C6F-4FB5-A97B-04DBD0DE61AB}"/>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ED10B606-18AA-4AD5-8AEB-CFFA620820AB}"/>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2" name="">
            <a:extLst xmlns:a="http://schemas.openxmlformats.org/drawingml/2006/main">
              <a:ext uri="{FF2B5EF4-FFF2-40B4-BE49-F238E27FC236}">
                <a16:creationId xmlns:a16="http://schemas.microsoft.com/office/drawing/2014/main" id="{8727B08E-B983-4BDA-8B67-A4399BA8CEEB}"/>
              </a:ext>
            </a:extLst>
          </p:cNvPr>
          <p:cNvSpPr>
            <a:spLocks xmlns:a="http://schemas.openxmlformats.org/drawingml/2006/main" noGrp="1"/>
          </p:cNvSpPr>
          <p:nvPr/>
        </p:nvSpPr>
        <p:spPr>
          <a:xfrm xmlns:a="http://schemas.openxmlformats.org/drawingml/2006/main">
            <a:off x="305752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411EA3DA-2EAD-4865-B355-EAA7F38D89F1}"/>
              </a:ext>
            </a:extLst>
          </p:cNvPr>
          <p:cNvSpPr>
            <a:spLocks xmlns:a="http://schemas.openxmlformats.org/drawingml/2006/main" noGrp="1"/>
          </p:cNvSpPr>
          <p:nvPr/>
        </p:nvSpPr>
        <p:spPr>
          <a:xfrm xmlns:a="http://schemas.openxmlformats.org/drawingml/2006/main">
            <a:off x="5803900"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F4AD5911-890B-4FFC-B505-74C63A96009F}"/>
              </a:ext>
            </a:extLst>
          </p:cNvPr>
          <p:cNvSpPr>
            <a:spLocks xmlns:a="http://schemas.openxmlformats.org/drawingml/2006/main" noGrp="1"/>
          </p:cNvSpPr>
          <p:nvPr/>
        </p:nvSpPr>
        <p:spPr>
          <a:xfrm xmlns:a="http://schemas.openxmlformats.org/drawingml/2006/main">
            <a:off x="8550275" y="5057775"/>
            <a:ext cx="274637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687043991"/>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C2E5735B-ED2B-4057-B2F2-32DC5D4AC3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9034A8-B896-4C35-AC46-2389A742B19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6B961CC7-8EAA-4063-A051-979EDA1DA61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3D166F3-F718-420E-A296-A6879ABEC98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8991D1CE-6C18-4F32-9F9B-340E1DEA49CD}"/>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4B1F8A8-305A-4F70-9429-F2FC4C9421FA}"/>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EBE01CC6-DD47-4738-9245-552F1EBF715D}"/>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DAF93045-2BE1-4437-895A-23F4839115E7}"/>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C39EEE5A-6B01-45F4-B9A5-6AC25F6C67BE}"/>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78639EB8-F003-4166-9FAA-1B74FA4B7869}"/>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3D38ED33-9A88-496A-ADEA-02BDC7F8C312}"/>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68445F58-1B15-429F-9E8F-A18031E55B2D}"/>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B94A6EFD-5F7A-447D-9652-8F6E3B33ADBF}"/>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215537A4-872D-4E74-91A0-52B9B51370DF}"/>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74248EE2-5F2C-4AF5-8C54-EB84E70829FF}"/>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E6FAFD73-53A1-40A1-9B91-DCDB3A723D43}"/>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CD97BCCA-73DF-40BD-BEF9-12253DD06451}"/>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4EAD0EAF-C238-4E17-9A35-79BFEE0D39BA}"/>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6F350689-44DD-48F1-A2FD-BF574AB90F8D}"/>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A58F97D1-812B-4EE5-8D43-964497888C0E}"/>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985C39E2-7BED-4A34-85A4-20A5C71FDD3D}"/>
              </a:ext>
            </a:extLst>
          </p:cNvPr>
          <p:cNvSpPr>
            <a:spLocks xmlns:a="http://schemas.openxmlformats.org/drawingml/2006/main" noGrp="1"/>
          </p:cNvSpPr>
          <p:nvPr/>
        </p:nvSpPr>
        <p:spPr>
          <a:xfrm xmlns:a="http://schemas.openxmlformats.org/drawingml/2006/main">
            <a:off x="3133725" y="223837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5E1108E8-5B84-48B7-AD11-28A8A3DBD690}"/>
              </a:ext>
            </a:extLst>
          </p:cNvPr>
          <p:cNvSpPr>
            <a:spLocks xmlns:a="http://schemas.openxmlformats.org/drawingml/2006/main" noGrp="1"/>
          </p:cNvSpPr>
          <p:nvPr/>
        </p:nvSpPr>
        <p:spPr>
          <a:xfrm xmlns:a="http://schemas.openxmlformats.org/drawingml/2006/main" rot="0">
            <a:off x="3209925" y="220027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宿泊・改装・清掃へ拡大</a:t>
            </a:r>
          </a:p>
        </p:txBody>
      </p:sp>
      <p:sp>
        <p:nvSpPr>
          <p:cNvPr id="23" name="">
            <a:extLst xmlns:a="http://schemas.openxmlformats.org/drawingml/2006/main">
              <a:ext uri="{FF2B5EF4-FFF2-40B4-BE49-F238E27FC236}">
                <a16:creationId xmlns:a16="http://schemas.microsoft.com/office/drawing/2014/main" id="{D86C5FB3-7BE1-40A8-93C4-AC80E12F7A64}"/>
              </a:ext>
            </a:extLst>
          </p:cNvPr>
          <p:cNvSpPr>
            <a:spLocks xmlns:a="http://schemas.openxmlformats.org/drawingml/2006/main" noGrp="1"/>
          </p:cNvSpPr>
          <p:nvPr/>
        </p:nvSpPr>
        <p:spPr>
          <a:xfrm xmlns:a="http://schemas.openxmlformats.org/drawingml/2006/main">
            <a:off x="5193506" y="2238375"/>
            <a:ext cx="6026944"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E748F797-ACEF-4584-9A3C-0A674F4E64ED}"/>
              </a:ext>
            </a:extLst>
          </p:cNvPr>
          <p:cNvSpPr>
            <a:spLocks xmlns:a="http://schemas.openxmlformats.org/drawingml/2006/main" noGrp="1"/>
          </p:cNvSpPr>
          <p:nvPr/>
        </p:nvSpPr>
        <p:spPr>
          <a:xfrm xmlns:a="http://schemas.openxmlformats.org/drawingml/2006/main" rot="0">
            <a:off x="5269706" y="2200275"/>
            <a:ext cx="5874544"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介護・医療を含む撮影先の拡大</a:t>
            </a:r>
          </a:p>
        </p:txBody>
      </p:sp>
      <p:sp>
        <p:nvSpPr>
          <p:cNvPr id="25" name="">
            <a:extLst xmlns:a="http://schemas.openxmlformats.org/drawingml/2006/main">
              <a:ext uri="{FF2B5EF4-FFF2-40B4-BE49-F238E27FC236}">
                <a16:creationId xmlns:a16="http://schemas.microsoft.com/office/drawing/2014/main" id="{E6BB850A-9EAC-4449-A42D-31E2A9B5C2CA}"/>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8B1C24CE-B1AE-4F6B-A3DA-6B0CA96C75D4}"/>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2AB01D98-9AAE-43D0-904B-9CCFEDAD7A46}"/>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6F528ED8-DDB6-4481-A63C-40B372E77080}"/>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0BA1CCA4-24C5-49EB-A1C1-0EAC39FF5449}"/>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29B56A24-8DBC-45CF-B191-5453E6CBED60}"/>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1EA6A386-AF87-4F91-A929-3A5514A437F3}"/>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B696D8B7-9241-4DDA-B4A8-8CD72C276421}"/>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9355CE15-59A7-4B0C-9EA8-9E917AAE3D0D}"/>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18B8B551-2EA2-4463-8961-4FACC93152B9}"/>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1544DA0C-F28E-422D-B965-1E36FDB808B1}"/>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DD52859A-E99A-47B7-9F14-9732237C1C67}"/>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2BEFF43A-3770-4ECA-B714-1A35BB65F961}"/>
              </a:ext>
            </a:extLst>
          </p:cNvPr>
          <p:cNvSpPr>
            <a:spLocks xmlns:a="http://schemas.openxmlformats.org/drawingml/2006/main" noGrp="1"/>
          </p:cNvSpPr>
          <p:nvPr/>
        </p:nvSpPr>
        <p:spPr>
          <a:xfrm xmlns:a="http://schemas.openxmlformats.org/drawingml/2006/main">
            <a:off x="3133725"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BD8FED42-B05F-4FA4-B24C-32C09C19D87E}"/>
              </a:ext>
            </a:extLst>
          </p:cNvPr>
          <p:cNvSpPr>
            <a:spLocks xmlns:a="http://schemas.openxmlformats.org/drawingml/2006/main" noGrp="1"/>
          </p:cNvSpPr>
          <p:nvPr/>
        </p:nvSpPr>
        <p:spPr>
          <a:xfrm xmlns:a="http://schemas.openxmlformats.org/drawingml/2006/main" rot="0">
            <a:off x="3209925"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撮影デバイス開発</a:t>
            </a:r>
          </a:p>
        </p:txBody>
      </p:sp>
      <p:sp>
        <p:nvSpPr>
          <p:cNvPr id="39" name="">
            <a:extLst xmlns:a="http://schemas.openxmlformats.org/drawingml/2006/main">
              <a:ext uri="{FF2B5EF4-FFF2-40B4-BE49-F238E27FC236}">
                <a16:creationId xmlns:a16="http://schemas.microsoft.com/office/drawing/2014/main" id="{AFB477D8-84EA-4B55-B5C6-34578759645F}"/>
              </a:ext>
            </a:extLst>
          </p:cNvPr>
          <p:cNvSpPr>
            <a:spLocks xmlns:a="http://schemas.openxmlformats.org/drawingml/2006/main" noGrp="1"/>
          </p:cNvSpPr>
          <p:nvPr/>
        </p:nvSpPr>
        <p:spPr>
          <a:xfrm xmlns:a="http://schemas.openxmlformats.org/drawingml/2006/main">
            <a:off x="5193506" y="3400425"/>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C78BCF71-29CF-40E9-9877-6480BBD856DD}"/>
              </a:ext>
            </a:extLst>
          </p:cNvPr>
          <p:cNvSpPr>
            <a:spLocks xmlns:a="http://schemas.openxmlformats.org/drawingml/2006/main" noGrp="1"/>
          </p:cNvSpPr>
          <p:nvPr/>
        </p:nvSpPr>
        <p:spPr>
          <a:xfrm xmlns:a="http://schemas.openxmlformats.org/drawingml/2006/main" rot="0">
            <a:off x="5269706" y="3362325"/>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意匠・特許を出願</a:t>
            </a:r>
          </a:p>
        </p:txBody>
      </p:sp>
      <p:sp>
        <p:nvSpPr>
          <p:cNvPr id="41" name="">
            <a:extLst xmlns:a="http://schemas.openxmlformats.org/drawingml/2006/main">
              <a:ext uri="{FF2B5EF4-FFF2-40B4-BE49-F238E27FC236}">
                <a16:creationId xmlns:a16="http://schemas.microsoft.com/office/drawing/2014/main" id="{2EEC4328-3C3E-4D19-BB03-7214439BD9A0}"/>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42CAA2BA-B691-4158-9940-3D55C00612EC}"/>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43" name="">
            <a:extLst xmlns:a="http://schemas.openxmlformats.org/drawingml/2006/main">
              <a:ext uri="{FF2B5EF4-FFF2-40B4-BE49-F238E27FC236}">
                <a16:creationId xmlns:a16="http://schemas.microsoft.com/office/drawing/2014/main" id="{B685180A-40C0-4643-AED4-575DD98DB5F0}"/>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11B8E3DD-371D-4524-8FC9-EEF5977CF3AD}"/>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CB12BDC6-D08C-481E-92E9-B5DF9AFC8ECC}"/>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CAC8D6CE-D691-4CCA-B66F-CC3F53DFA1E0}"/>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D387B0D7-1AF4-4089-B972-11323C919784}"/>
              </a:ext>
            </a:extLst>
          </p:cNvPr>
          <p:cNvSpPr>
            <a:spLocks xmlns:a="http://schemas.openxmlformats.org/drawingml/2006/main" noGrp="1"/>
          </p:cNvSpPr>
          <p:nvPr/>
        </p:nvSpPr>
        <p:spPr>
          <a:xfrm xmlns:a="http://schemas.openxmlformats.org/drawingml/2006/main">
            <a:off x="5193506"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8" name="">
            <a:extLst xmlns:a="http://schemas.openxmlformats.org/drawingml/2006/main">
              <a:ext uri="{FF2B5EF4-FFF2-40B4-BE49-F238E27FC236}">
                <a16:creationId xmlns:a16="http://schemas.microsoft.com/office/drawing/2014/main" id="{B5EB8420-3DD8-470B-926A-764358B261F1}"/>
              </a:ext>
            </a:extLst>
          </p:cNvPr>
          <p:cNvSpPr>
            <a:spLocks xmlns:a="http://schemas.openxmlformats.org/drawingml/2006/main" noGrp="1"/>
          </p:cNvSpPr>
          <p:nvPr/>
        </p:nvSpPr>
        <p:spPr>
          <a:xfrm xmlns:a="http://schemas.openxmlformats.org/drawingml/2006/main" rot="0">
            <a:off x="5269706"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機密性の高い</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現場データの活用を検討</a:t>
            </a:r>
          </a:p>
        </p:txBody>
      </p:sp>
      <p:sp>
        <p:nvSpPr>
          <p:cNvPr id="49" name="">
            <a:extLst xmlns:a="http://schemas.openxmlformats.org/drawingml/2006/main">
              <a:ext uri="{FF2B5EF4-FFF2-40B4-BE49-F238E27FC236}">
                <a16:creationId xmlns:a16="http://schemas.microsoft.com/office/drawing/2014/main" id="{363D3F13-DF9F-4D72-8E95-007384B887CC}"/>
              </a:ext>
            </a:extLst>
          </p:cNvPr>
          <p:cNvSpPr>
            <a:spLocks xmlns:a="http://schemas.openxmlformats.org/drawingml/2006/main" noGrp="1"/>
          </p:cNvSpPr>
          <p:nvPr/>
        </p:nvSpPr>
        <p:spPr>
          <a:xfrm xmlns:a="http://schemas.openxmlformats.org/drawingml/2006/main">
            <a:off x="7253288"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0" name="">
            <a:extLst xmlns:a="http://schemas.openxmlformats.org/drawingml/2006/main">
              <a:ext uri="{FF2B5EF4-FFF2-40B4-BE49-F238E27FC236}">
                <a16:creationId xmlns:a16="http://schemas.microsoft.com/office/drawing/2014/main" id="{6E43F3B7-5F96-4934-8BFB-0E450284F291}"/>
              </a:ext>
            </a:extLst>
          </p:cNvPr>
          <p:cNvSpPr>
            <a:spLocks xmlns:a="http://schemas.openxmlformats.org/drawingml/2006/main" noGrp="1"/>
          </p:cNvSpPr>
          <p:nvPr/>
        </p:nvSpPr>
        <p:spPr>
          <a:xfrm xmlns:a="http://schemas.openxmlformats.org/drawingml/2006/main" rot="0">
            <a:off x="7329488"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企業・政府へ</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データ収集を提案</a:t>
            </a:r>
          </a:p>
        </p:txBody>
      </p:sp>
      <p:sp>
        <p:nvSpPr>
          <p:cNvPr id="51" name="">
            <a:extLst xmlns:a="http://schemas.openxmlformats.org/drawingml/2006/main">
              <a:ext uri="{FF2B5EF4-FFF2-40B4-BE49-F238E27FC236}">
                <a16:creationId xmlns:a16="http://schemas.microsoft.com/office/drawing/2014/main" id="{81E55C4D-0A14-4F6B-BC83-5CFF1DBE0301}"/>
              </a:ext>
            </a:extLst>
          </p:cNvPr>
          <p:cNvSpPr>
            <a:spLocks xmlns:a="http://schemas.openxmlformats.org/drawingml/2006/main" noGrp="1"/>
          </p:cNvSpPr>
          <p:nvPr/>
        </p:nvSpPr>
        <p:spPr>
          <a:xfrm xmlns:a="http://schemas.openxmlformats.org/drawingml/2006/main">
            <a:off x="9313069" y="3981450"/>
            <a:ext cx="1907381"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2" name="">
            <a:extLst xmlns:a="http://schemas.openxmlformats.org/drawingml/2006/main">
              <a:ext uri="{FF2B5EF4-FFF2-40B4-BE49-F238E27FC236}">
                <a16:creationId xmlns:a16="http://schemas.microsoft.com/office/drawing/2014/main" id="{A259B061-B550-4F04-99C1-094C2E1D99CE}"/>
              </a:ext>
            </a:extLst>
          </p:cNvPr>
          <p:cNvSpPr>
            <a:spLocks xmlns:a="http://schemas.openxmlformats.org/drawingml/2006/main" noGrp="1"/>
          </p:cNvSpPr>
          <p:nvPr/>
        </p:nvSpPr>
        <p:spPr>
          <a:xfrm xmlns:a="http://schemas.openxmlformats.org/drawingml/2006/main" rot="0">
            <a:off x="9389269" y="3943350"/>
            <a:ext cx="1754981"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大学とロボット学習・</a:t>
            </a:r>
          </a:p>
          <a:p xmlns:a="http://schemas.openxmlformats.org/drawingml/2006/main">
            <a:pPr algn="ctr">
              <a:defRPr sz="750" b="1">
                <a:solidFill>
                  <a:srgbClr val="15191B"/>
                </a:solidFill>
                <a:latin typeface="Hiragino Sans"/>
                <a:ea typeface="Hiragino Sans"/>
                <a:cs typeface="Hiragino Sans"/>
              </a:defRPr>
            </a:pPr>
            <a:r>
              <a:rPr sz="750" b="1">
                <a:solidFill>
                  <a:srgbClr val="15191B"/>
                </a:solidFill>
                <a:latin typeface="Hiragino Sans"/>
                <a:ea typeface="Hiragino Sans"/>
                <a:cs typeface="Hiragino Sans"/>
              </a:rPr>
              <a:t>現場再現の研究を開始</a:t>
            </a:r>
          </a:p>
        </p:txBody>
      </p:sp>
      <p:sp>
        <p:nvSpPr>
          <p:cNvPr id="53" name="">
            <a:extLst xmlns:a="http://schemas.openxmlformats.org/drawingml/2006/main">
              <a:ext uri="{FF2B5EF4-FFF2-40B4-BE49-F238E27FC236}">
                <a16:creationId xmlns:a16="http://schemas.microsoft.com/office/drawing/2014/main" id="{E6BD83A9-D026-4EE2-B20E-BAB5E81FCC4B}"/>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0AB2D733-3C5A-480D-B2EB-316A184332DD}"/>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55" name="">
            <a:extLst xmlns:a="http://schemas.openxmlformats.org/drawingml/2006/main">
              <a:ext uri="{FF2B5EF4-FFF2-40B4-BE49-F238E27FC236}">
                <a16:creationId xmlns:a16="http://schemas.microsoft.com/office/drawing/2014/main" id="{B0FB9F1A-5FD3-4438-BA0D-C8ACEFC41AD3}"/>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01259F66-29F1-4540-870B-462ADF283199}"/>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94470B30-1290-4F01-A5F4-E7FC9D0CECA6}"/>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8" name="">
            <a:extLst xmlns:a="http://schemas.openxmlformats.org/drawingml/2006/main">
              <a:ext uri="{FF2B5EF4-FFF2-40B4-BE49-F238E27FC236}">
                <a16:creationId xmlns:a16="http://schemas.microsoft.com/office/drawing/2014/main" id="{0A3C7347-62F6-4532-A817-6FFF57714FA5}"/>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9" name="">
            <a:extLst xmlns:a="http://schemas.openxmlformats.org/drawingml/2006/main">
              <a:ext uri="{FF2B5EF4-FFF2-40B4-BE49-F238E27FC236}">
                <a16:creationId xmlns:a16="http://schemas.microsoft.com/office/drawing/2014/main" id="{77C6D093-AA5C-45D9-99EB-68C381317A7B}"/>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0" name="">
            <a:extLst xmlns:a="http://schemas.openxmlformats.org/drawingml/2006/main">
              <a:ext uri="{FF2B5EF4-FFF2-40B4-BE49-F238E27FC236}">
                <a16:creationId xmlns:a16="http://schemas.microsoft.com/office/drawing/2014/main" id="{C6F0EE6F-B21C-4CE7-B35C-45F4947F88EB}"/>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61" name="">
            <a:extLst xmlns:a="http://schemas.openxmlformats.org/drawingml/2006/main">
              <a:ext uri="{FF2B5EF4-FFF2-40B4-BE49-F238E27FC236}">
                <a16:creationId xmlns:a16="http://schemas.microsoft.com/office/drawing/2014/main" id="{15678935-A17A-4598-9AEE-E39C79989A52}"/>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2" name="">
            <a:extLst xmlns:a="http://schemas.openxmlformats.org/drawingml/2006/main">
              <a:ext uri="{FF2B5EF4-FFF2-40B4-BE49-F238E27FC236}">
                <a16:creationId xmlns:a16="http://schemas.microsoft.com/office/drawing/2014/main" id="{0EE73770-7F81-448F-9B76-0D9F9CFDEAA0}"/>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3" name="">
            <a:extLst xmlns:a="http://schemas.openxmlformats.org/drawingml/2006/main">
              <a:ext uri="{FF2B5EF4-FFF2-40B4-BE49-F238E27FC236}">
                <a16:creationId xmlns:a16="http://schemas.microsoft.com/office/drawing/2014/main" id="{5629EA0C-172B-4759-8385-F0B35D0D4CB1}"/>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64" name="">
            <a:extLst xmlns:a="http://schemas.openxmlformats.org/drawingml/2006/main">
              <a:ext uri="{FF2B5EF4-FFF2-40B4-BE49-F238E27FC236}">
                <a16:creationId xmlns:a16="http://schemas.microsoft.com/office/drawing/2014/main" id="{403EC8BE-61C0-4BDF-A11F-2DCDF22544B2}"/>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Tree>
    <p:extLst>
      <p:ext uri="{BB962C8B-B14F-4D97-AF65-F5344CB8AC3E}">
        <p14:creationId xmlns:p14="http://schemas.microsoft.com/office/powerpoint/2010/main" val="1889435874"/>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10F76910-19D6-4697-B99B-6A7D50C3CA1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A149AD-D214-48EC-AC86-16EF082127A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90CA8122-8F24-4C66-ABD7-01DB31DC11B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F9FD4F-B8CF-4332-BF22-3887F8E4FCC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9FD53D48-3D73-4FCC-869D-AB6E5BC4203F}"/>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2240088-1773-40AB-8836-C41A729245DB}"/>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293E1921-3050-49DD-AD7C-27347F2B5764}"/>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96AA4151-C137-4279-A32E-7840CBFF21DE}"/>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79ED2FC3-8555-48F9-8C6A-C3BC271D0357}"/>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4E26B94C-CEEE-4A95-A846-CF6FFB4F8803}"/>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BB82E8C4-13D5-459C-BA8C-31467D104291}"/>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0E06D358-C8EC-410D-A4A5-CFE46562E0CA}"/>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A2DE5B5D-4721-4D05-A205-CFD2FC99AF30}"/>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C21C4A40-964D-4A20-B902-B2C3D5366DF7}"/>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748DFF0E-5ED5-4333-8557-FDB1A160B9DB}"/>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49CB3706-8248-41FF-8F32-6522E1D4C324}"/>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83C9D71F-70DC-4A94-949A-880845956822}"/>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E57C7F23-31E5-4755-BDEC-9BCC82DE1DD4}"/>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0208B84E-DB39-4D1C-B142-E5927ECF1949}"/>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42BB6722-B595-4C6E-8C16-6DCA748FCB0E}"/>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E33B4C19-3960-428E-A056-43E3AE3060F7}"/>
              </a:ext>
            </a:extLst>
          </p:cNvPr>
          <p:cNvSpPr>
            <a:spLocks xmlns:a="http://schemas.openxmlformats.org/drawingml/2006/main" noGrp="1"/>
          </p:cNvSpPr>
          <p:nvPr/>
        </p:nvSpPr>
        <p:spPr>
          <a:xfrm xmlns:a="http://schemas.openxmlformats.org/drawingml/2006/main">
            <a:off x="3133725"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5D886839-9787-4A01-B7F1-E924B9FD8A9A}"/>
              </a:ext>
            </a:extLst>
          </p:cNvPr>
          <p:cNvSpPr>
            <a:spLocks xmlns:a="http://schemas.openxmlformats.org/drawingml/2006/main" noGrp="1"/>
          </p:cNvSpPr>
          <p:nvPr/>
        </p:nvSpPr>
        <p:spPr>
          <a:xfrm xmlns:a="http://schemas.openxmlformats.org/drawingml/2006/main" rot="0">
            <a:off x="3209925"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撮影先と実証に使える現場を拡大</a:t>
            </a:r>
          </a:p>
        </p:txBody>
      </p:sp>
      <p:sp>
        <p:nvSpPr>
          <p:cNvPr id="23" name="">
            <a:extLst xmlns:a="http://schemas.openxmlformats.org/drawingml/2006/main">
              <a:ext uri="{FF2B5EF4-FFF2-40B4-BE49-F238E27FC236}">
                <a16:creationId xmlns:a16="http://schemas.microsoft.com/office/drawing/2014/main" id="{FE0DF903-EF06-4412-A072-0D8BBEB0BC76}"/>
              </a:ext>
            </a:extLst>
          </p:cNvPr>
          <p:cNvSpPr>
            <a:spLocks xmlns:a="http://schemas.openxmlformats.org/drawingml/2006/main" noGrp="1"/>
          </p:cNvSpPr>
          <p:nvPr/>
        </p:nvSpPr>
        <p:spPr>
          <a:xfrm xmlns:a="http://schemas.openxmlformats.org/drawingml/2006/main">
            <a:off x="7253288" y="2238375"/>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4" name="">
            <a:extLst xmlns:a="http://schemas.openxmlformats.org/drawingml/2006/main">
              <a:ext uri="{FF2B5EF4-FFF2-40B4-BE49-F238E27FC236}">
                <a16:creationId xmlns:a16="http://schemas.microsoft.com/office/drawing/2014/main" id="{DF1472DB-4831-44E1-98B4-F1D0278FD8E2}"/>
              </a:ext>
            </a:extLst>
          </p:cNvPr>
          <p:cNvSpPr>
            <a:spLocks xmlns:a="http://schemas.openxmlformats.org/drawingml/2006/main" noGrp="1"/>
          </p:cNvSpPr>
          <p:nvPr/>
        </p:nvSpPr>
        <p:spPr>
          <a:xfrm xmlns:a="http://schemas.openxmlformats.org/drawingml/2006/main" rot="0">
            <a:off x="7329488" y="2200275"/>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蓄積データから、ロボットを</a:t>
            </a:r>
          </a:p>
          <a:p xmlns:a="http://schemas.openxmlformats.org/drawingml/2006/main">
            <a:pPr algn="ctr">
              <a:defRPr sz="825" b="1">
                <a:solidFill>
                  <a:srgbClr val="15191B"/>
                </a:solidFill>
                <a:latin typeface="Hiragino Sans"/>
                <a:ea typeface="Hiragino Sans"/>
                <a:cs typeface="Hiragino Sans"/>
              </a:defRPr>
            </a:pPr>
            <a:r>
              <a:rPr sz="825" b="1">
                <a:solidFill>
                  <a:srgbClr val="15191B"/>
                </a:solidFill>
                <a:latin typeface="Hiragino Sans"/>
                <a:ea typeface="Hiragino Sans"/>
                <a:cs typeface="Hiragino Sans"/>
              </a:rPr>
              <a:t>導入しやすい業種と現場を絞る</a:t>
            </a:r>
          </a:p>
        </p:txBody>
      </p:sp>
      <p:sp>
        <p:nvSpPr>
          <p:cNvPr id="25" name="">
            <a:extLst xmlns:a="http://schemas.openxmlformats.org/drawingml/2006/main">
              <a:ext uri="{FF2B5EF4-FFF2-40B4-BE49-F238E27FC236}">
                <a16:creationId xmlns:a16="http://schemas.microsoft.com/office/drawing/2014/main" id="{17648092-15EB-4848-ABE8-17C9ACE3D99C}"/>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FA52098C-A075-4030-9848-1E39EE2EAE17}"/>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7" name="">
            <a:extLst xmlns:a="http://schemas.openxmlformats.org/drawingml/2006/main">
              <a:ext uri="{FF2B5EF4-FFF2-40B4-BE49-F238E27FC236}">
                <a16:creationId xmlns:a16="http://schemas.microsoft.com/office/drawing/2014/main" id="{4AA34330-675D-4D86-9CE3-E2A46509C323}"/>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F6D97F42-C744-458A-9BAA-50B17B0E9C28}"/>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82FEEA75-F832-48EF-A800-6462680A1958}"/>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895106E6-17F8-4B03-921F-EF00B65252E4}"/>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8255AFA9-EA1E-429B-A2B8-83D15262BC64}"/>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91C1224A-A6FA-4FD6-A80F-2F2C7BFE60C8}"/>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3" name="">
            <a:extLst xmlns:a="http://schemas.openxmlformats.org/drawingml/2006/main">
              <a:ext uri="{FF2B5EF4-FFF2-40B4-BE49-F238E27FC236}">
                <a16:creationId xmlns:a16="http://schemas.microsoft.com/office/drawing/2014/main" id="{41551198-5FC2-4C5E-AB68-01042679B02B}"/>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E7AE6631-4B0B-4D9D-AA01-0979D0F45FD5}"/>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8A1A29FA-538B-4745-AFA4-BAECFB33622C}"/>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6FDD11E3-FCB9-4FC6-88C5-8FC05367C15B}"/>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19AEB9A3-F877-4DBF-865F-80ED151630D5}"/>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3B3FAF87-63B2-431E-BF9F-0E71FF00A8C9}"/>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9" name="">
            <a:extLst xmlns:a="http://schemas.openxmlformats.org/drawingml/2006/main">
              <a:ext uri="{FF2B5EF4-FFF2-40B4-BE49-F238E27FC236}">
                <a16:creationId xmlns:a16="http://schemas.microsoft.com/office/drawing/2014/main" id="{AC14E74A-E407-4A4A-9E3B-95A1D6024CEC}"/>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408264B3-9B0C-4A12-B919-DE4A25F2E1FA}"/>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C71C1AF7-1E2D-4342-BEA2-AB0D03E2DAD1}"/>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5FFC5B6F-136F-4C8E-95AA-ADE8B083195B}"/>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6BDE3D27-10FE-4E68-9BB3-3A860F52CA2E}"/>
              </a:ext>
            </a:extLst>
          </p:cNvPr>
          <p:cNvSpPr>
            <a:spLocks xmlns:a="http://schemas.openxmlformats.org/drawingml/2006/main" noGrp="1"/>
          </p:cNvSpPr>
          <p:nvPr/>
        </p:nvSpPr>
        <p:spPr>
          <a:xfrm xmlns:a="http://schemas.openxmlformats.org/drawingml/2006/main">
            <a:off x="3133725" y="398145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4" name="">
            <a:extLst xmlns:a="http://schemas.openxmlformats.org/drawingml/2006/main">
              <a:ext uri="{FF2B5EF4-FFF2-40B4-BE49-F238E27FC236}">
                <a16:creationId xmlns:a16="http://schemas.microsoft.com/office/drawing/2014/main" id="{83F83710-4888-49BA-80D8-83B579B4206E}"/>
              </a:ext>
            </a:extLst>
          </p:cNvPr>
          <p:cNvSpPr>
            <a:spLocks xmlns:a="http://schemas.openxmlformats.org/drawingml/2006/main" noGrp="1"/>
          </p:cNvSpPr>
          <p:nvPr/>
        </p:nvSpPr>
        <p:spPr>
          <a:xfrm xmlns:a="http://schemas.openxmlformats.org/drawingml/2006/main" rot="0">
            <a:off x="3209925" y="394335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企業・大学へ実証や研究に使う現場を紹介</a:t>
            </a:r>
          </a:p>
        </p:txBody>
      </p:sp>
      <p:sp>
        <p:nvSpPr>
          <p:cNvPr id="45" name="">
            <a:extLst xmlns:a="http://schemas.openxmlformats.org/drawingml/2006/main">
              <a:ext uri="{FF2B5EF4-FFF2-40B4-BE49-F238E27FC236}">
                <a16:creationId xmlns:a16="http://schemas.microsoft.com/office/drawing/2014/main" id="{481036D2-EBA3-4CB5-80F6-5A394FE4709D}"/>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05887421-5504-412C-9614-6B9C37261A71}"/>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7" name="">
            <a:extLst xmlns:a="http://schemas.openxmlformats.org/drawingml/2006/main">
              <a:ext uri="{FF2B5EF4-FFF2-40B4-BE49-F238E27FC236}">
                <a16:creationId xmlns:a16="http://schemas.microsoft.com/office/drawing/2014/main" id="{70D292E3-6CF4-4220-B590-FCABCFB64CA0}"/>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5879293D-5E5B-47D8-865D-C754B3BF0D8D}"/>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9" name="">
            <a:extLst xmlns:a="http://schemas.openxmlformats.org/drawingml/2006/main">
              <a:ext uri="{FF2B5EF4-FFF2-40B4-BE49-F238E27FC236}">
                <a16:creationId xmlns:a16="http://schemas.microsoft.com/office/drawing/2014/main" id="{14A719D7-9542-4747-B93E-6E4C734A3833}"/>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5B7493AD-C146-4179-B923-5F7B74CA524D}"/>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ECBAF21B-EFAB-4A01-8830-0B5A9DCBE5F2}"/>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21981DD3-1FF0-4631-9F31-4CA057CEB99B}"/>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53" name="">
            <a:extLst xmlns:a="http://schemas.openxmlformats.org/drawingml/2006/main">
              <a:ext uri="{FF2B5EF4-FFF2-40B4-BE49-F238E27FC236}">
                <a16:creationId xmlns:a16="http://schemas.microsoft.com/office/drawing/2014/main" id="{8E2B05F1-5227-41C8-86CE-0331A4B3179F}"/>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4" name="">
            <a:extLst xmlns:a="http://schemas.openxmlformats.org/drawingml/2006/main">
              <a:ext uri="{FF2B5EF4-FFF2-40B4-BE49-F238E27FC236}">
                <a16:creationId xmlns:a16="http://schemas.microsoft.com/office/drawing/2014/main" id="{126D708B-8061-4725-8DA9-8119D0AEA4DF}"/>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5" name="">
            <a:extLst xmlns:a="http://schemas.openxmlformats.org/drawingml/2006/main">
              <a:ext uri="{FF2B5EF4-FFF2-40B4-BE49-F238E27FC236}">
                <a16:creationId xmlns:a16="http://schemas.microsoft.com/office/drawing/2014/main" id="{BB5F9430-648C-4B19-BCA9-EE0A9AA3E2CF}"/>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6" name="">
            <a:extLst xmlns:a="http://schemas.openxmlformats.org/drawingml/2006/main">
              <a:ext uri="{FF2B5EF4-FFF2-40B4-BE49-F238E27FC236}">
                <a16:creationId xmlns:a16="http://schemas.microsoft.com/office/drawing/2014/main" id="{298979E2-B9A6-4ADE-9C24-D538B328100E}"/>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7" name="">
            <a:extLst xmlns:a="http://schemas.openxmlformats.org/drawingml/2006/main">
              <a:ext uri="{FF2B5EF4-FFF2-40B4-BE49-F238E27FC236}">
                <a16:creationId xmlns:a16="http://schemas.microsoft.com/office/drawing/2014/main" id="{F7A07979-C0AE-40EC-8347-9D696728B4C6}"/>
              </a:ext>
            </a:extLst>
          </p:cNvPr>
          <p:cNvSpPr>
            <a:spLocks xmlns:a="http://schemas.openxmlformats.org/drawingml/2006/main" noGrp="1"/>
          </p:cNvSpPr>
          <p:nvPr/>
        </p:nvSpPr>
        <p:spPr>
          <a:xfrm xmlns:a="http://schemas.openxmlformats.org/drawingml/2006/main">
            <a:off x="7253288" y="5143500"/>
            <a:ext cx="3967163"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8" name="">
            <a:extLst xmlns:a="http://schemas.openxmlformats.org/drawingml/2006/main">
              <a:ext uri="{FF2B5EF4-FFF2-40B4-BE49-F238E27FC236}">
                <a16:creationId xmlns:a16="http://schemas.microsoft.com/office/drawing/2014/main" id="{352F9082-A9B4-4EA8-9552-6C7EAFBC1C59}"/>
              </a:ext>
            </a:extLst>
          </p:cNvPr>
          <p:cNvSpPr>
            <a:spLocks xmlns:a="http://schemas.openxmlformats.org/drawingml/2006/main" noGrp="1"/>
          </p:cNvSpPr>
          <p:nvPr/>
        </p:nvSpPr>
        <p:spPr>
          <a:xfrm xmlns:a="http://schemas.openxmlformats.org/drawingml/2006/main" rot="0">
            <a:off x="7329488" y="5105400"/>
            <a:ext cx="3814763"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既存ロボットを現場へ導入し</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作業に合わせて運用を調整</a:t>
            </a:r>
          </a:p>
        </p:txBody>
      </p:sp>
      <p:sp>
        <p:nvSpPr>
          <p:cNvPr id="59" name="">
            <a:extLst xmlns:a="http://schemas.openxmlformats.org/drawingml/2006/main">
              <a:ext uri="{FF2B5EF4-FFF2-40B4-BE49-F238E27FC236}">
                <a16:creationId xmlns:a16="http://schemas.microsoft.com/office/drawing/2014/main" id="{6CDAE3B3-F20D-407D-860F-E051D3145918}"/>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2028年は既存ロボットの導入から始め、自社でのモデル・実機開発はまだ行わない</a:t>
            </a:r>
          </a:p>
        </p:txBody>
      </p:sp>
    </p:spTree>
    <p:extLst>
      <p:ext uri="{BB962C8B-B14F-4D97-AF65-F5344CB8AC3E}">
        <p14:creationId xmlns:p14="http://schemas.microsoft.com/office/powerpoint/2010/main" val="1992167772"/>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B3BFE43D-5606-4750-8936-7F0FFC1C852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2F27AD-A0FF-4821-93FA-C8C4ED759F2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A533BA8F-D669-442A-9185-24048BB2059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BAED24-5AF4-4870-8A1F-802C571C6DE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1F04B01F-4F3F-4A1D-A8D6-166BDA4AE7D5}"/>
              </a:ext>
            </a:extLst>
          </p:cNvPr>
          <p:cNvSpPr>
            <a:spLocks xmlns:a="http://schemas.openxmlformats.org/drawingml/2006/main" noGrp="1"/>
          </p:cNvSpPr>
          <p:nvPr/>
        </p:nvSpPr>
        <p:spPr>
          <a:xfrm xmlns:a="http://schemas.openxmlformats.org/drawingml/2006/main">
            <a:off x="723900" y="1714500"/>
            <a:ext cx="2333625" cy="4381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E608703-57B2-432E-B87C-22A1AEA4FF90}"/>
              </a:ext>
            </a:extLst>
          </p:cNvPr>
          <p:cNvSpPr>
            <a:spLocks xmlns:a="http://schemas.openxmlformats.org/drawingml/2006/main" noGrp="1"/>
          </p:cNvSpPr>
          <p:nvPr/>
        </p:nvSpPr>
        <p:spPr>
          <a:xfrm xmlns:a="http://schemas.openxmlformats.org/drawingml/2006/main" rot="0">
            <a:off x="857250" y="18192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00211F5E-FB0B-4FAC-AC95-6834AF642C1D}"/>
              </a:ext>
            </a:extLst>
          </p:cNvPr>
          <p:cNvSpPr>
            <a:spLocks xmlns:a="http://schemas.openxmlformats.org/drawingml/2006/main" noGrp="1"/>
          </p:cNvSpPr>
          <p:nvPr/>
        </p:nvSpPr>
        <p:spPr>
          <a:xfrm xmlns:a="http://schemas.openxmlformats.org/drawingml/2006/main">
            <a:off x="3057525"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A187DC2F-EF0D-465C-BED3-77C4DFC6AF0D}"/>
              </a:ext>
            </a:extLst>
          </p:cNvPr>
          <p:cNvSpPr>
            <a:spLocks xmlns:a="http://schemas.openxmlformats.org/drawingml/2006/main" noGrp="1"/>
          </p:cNvSpPr>
          <p:nvPr/>
        </p:nvSpPr>
        <p:spPr>
          <a:xfrm xmlns:a="http://schemas.openxmlformats.org/drawingml/2006/main" rot="0">
            <a:off x="3057525"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D8703800-B0CA-45EF-97E1-D68FB055415D}"/>
              </a:ext>
            </a:extLst>
          </p:cNvPr>
          <p:cNvSpPr>
            <a:spLocks xmlns:a="http://schemas.openxmlformats.org/drawingml/2006/main" noGrp="1"/>
          </p:cNvSpPr>
          <p:nvPr/>
        </p:nvSpPr>
        <p:spPr>
          <a:xfrm xmlns:a="http://schemas.openxmlformats.org/drawingml/2006/main">
            <a:off x="5117306"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3F90C900-5150-49DB-A154-1BE181D8F0DF}"/>
              </a:ext>
            </a:extLst>
          </p:cNvPr>
          <p:cNvSpPr>
            <a:spLocks xmlns:a="http://schemas.openxmlformats.org/drawingml/2006/main" noGrp="1"/>
          </p:cNvSpPr>
          <p:nvPr/>
        </p:nvSpPr>
        <p:spPr>
          <a:xfrm xmlns:a="http://schemas.openxmlformats.org/drawingml/2006/main" rot="0">
            <a:off x="5117306"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F1BADDDB-C912-4F3F-9270-F356F0B354AD}"/>
              </a:ext>
            </a:extLst>
          </p:cNvPr>
          <p:cNvSpPr>
            <a:spLocks xmlns:a="http://schemas.openxmlformats.org/drawingml/2006/main" noGrp="1"/>
          </p:cNvSpPr>
          <p:nvPr/>
        </p:nvSpPr>
        <p:spPr>
          <a:xfrm xmlns:a="http://schemas.openxmlformats.org/drawingml/2006/main">
            <a:off x="7177088"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95AC37FE-F23B-490C-A994-B4E060DED7CF}"/>
              </a:ext>
            </a:extLst>
          </p:cNvPr>
          <p:cNvSpPr>
            <a:spLocks xmlns:a="http://schemas.openxmlformats.org/drawingml/2006/main" noGrp="1"/>
          </p:cNvSpPr>
          <p:nvPr/>
        </p:nvSpPr>
        <p:spPr>
          <a:xfrm xmlns:a="http://schemas.openxmlformats.org/drawingml/2006/main" rot="0">
            <a:off x="7177088"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6FEBEC12-2DCC-4C4D-8D31-066828A40E81}"/>
              </a:ext>
            </a:extLst>
          </p:cNvPr>
          <p:cNvSpPr>
            <a:spLocks xmlns:a="http://schemas.openxmlformats.org/drawingml/2006/main" noGrp="1"/>
          </p:cNvSpPr>
          <p:nvPr/>
        </p:nvSpPr>
        <p:spPr>
          <a:xfrm xmlns:a="http://schemas.openxmlformats.org/drawingml/2006/main">
            <a:off x="9236869" y="1714500"/>
            <a:ext cx="2059781" cy="4381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2AD7D88B-BF92-4757-A0AB-0C4936E04CB1}"/>
              </a:ext>
            </a:extLst>
          </p:cNvPr>
          <p:cNvSpPr>
            <a:spLocks xmlns:a="http://schemas.openxmlformats.org/drawingml/2006/main" noGrp="1"/>
          </p:cNvSpPr>
          <p:nvPr/>
        </p:nvSpPr>
        <p:spPr>
          <a:xfrm xmlns:a="http://schemas.openxmlformats.org/drawingml/2006/main" rot="0">
            <a:off x="9236869" y="18192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A9B06C85-A5C6-4963-9100-988E30C0078A}"/>
              </a:ext>
            </a:extLst>
          </p:cNvPr>
          <p:cNvSpPr>
            <a:spLocks xmlns:a="http://schemas.openxmlformats.org/drawingml/2006/main" noGrp="1"/>
          </p:cNvSpPr>
          <p:nvPr/>
        </p:nvSpPr>
        <p:spPr>
          <a:xfrm xmlns:a="http://schemas.openxmlformats.org/drawingml/2006/main">
            <a:off x="723900" y="21526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893D57CA-8F65-40B7-837E-D410A5800184}"/>
              </a:ext>
            </a:extLst>
          </p:cNvPr>
          <p:cNvSpPr>
            <a:spLocks xmlns:a="http://schemas.openxmlformats.org/drawingml/2006/main" noGrp="1"/>
          </p:cNvSpPr>
          <p:nvPr/>
        </p:nvSpPr>
        <p:spPr>
          <a:xfrm xmlns:a="http://schemas.openxmlformats.org/drawingml/2006/main" rot="0">
            <a:off x="857250" y="22955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撮影規模・撮影先</a:t>
            </a:r>
          </a:p>
        </p:txBody>
      </p:sp>
      <p:sp>
        <p:nvSpPr>
          <p:cNvPr id="17" name="">
            <a:extLst xmlns:a="http://schemas.openxmlformats.org/drawingml/2006/main">
              <a:ext uri="{FF2B5EF4-FFF2-40B4-BE49-F238E27FC236}">
                <a16:creationId xmlns:a16="http://schemas.microsoft.com/office/drawing/2014/main" id="{EE33E7EF-4F80-4B64-A7D2-30AB65BD44F5}"/>
              </a:ext>
            </a:extLst>
          </p:cNvPr>
          <p:cNvSpPr>
            <a:spLocks xmlns:a="http://schemas.openxmlformats.org/drawingml/2006/main" noGrp="1"/>
          </p:cNvSpPr>
          <p:nvPr/>
        </p:nvSpPr>
        <p:spPr>
          <a:xfrm xmlns:a="http://schemas.openxmlformats.org/drawingml/2006/main">
            <a:off x="3057525"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43D253C6-0496-4579-A323-D8116E78DA20}"/>
              </a:ext>
            </a:extLst>
          </p:cNvPr>
          <p:cNvSpPr>
            <a:spLocks xmlns:a="http://schemas.openxmlformats.org/drawingml/2006/main" noGrp="1"/>
          </p:cNvSpPr>
          <p:nvPr/>
        </p:nvSpPr>
        <p:spPr>
          <a:xfrm xmlns:a="http://schemas.openxmlformats.org/drawingml/2006/main">
            <a:off x="5117306"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94CE2257-8E35-4966-997D-F3782ABE8C50}"/>
              </a:ext>
            </a:extLst>
          </p:cNvPr>
          <p:cNvSpPr>
            <a:spLocks xmlns:a="http://schemas.openxmlformats.org/drawingml/2006/main" noGrp="1"/>
          </p:cNvSpPr>
          <p:nvPr/>
        </p:nvSpPr>
        <p:spPr>
          <a:xfrm xmlns:a="http://schemas.openxmlformats.org/drawingml/2006/main">
            <a:off x="7177088"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21BF344B-7D47-45BF-B21D-25B986B68685}"/>
              </a:ext>
            </a:extLst>
          </p:cNvPr>
          <p:cNvSpPr>
            <a:spLocks xmlns:a="http://schemas.openxmlformats.org/drawingml/2006/main" noGrp="1"/>
          </p:cNvSpPr>
          <p:nvPr/>
        </p:nvSpPr>
        <p:spPr>
          <a:xfrm xmlns:a="http://schemas.openxmlformats.org/drawingml/2006/main">
            <a:off x="9236869" y="21526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0AFB5428-037E-4A43-A21C-BEDF48469165}"/>
              </a:ext>
            </a:extLst>
          </p:cNvPr>
          <p:cNvSpPr>
            <a:spLocks xmlns:a="http://schemas.openxmlformats.org/drawingml/2006/main" noGrp="1"/>
          </p:cNvSpPr>
          <p:nvPr/>
        </p:nvSpPr>
        <p:spPr>
          <a:xfrm xmlns:a="http://schemas.openxmlformats.org/drawingml/2006/main">
            <a:off x="3133725" y="2238375"/>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C876E5AA-50DC-459F-90F5-42696A7E48BA}"/>
              </a:ext>
            </a:extLst>
          </p:cNvPr>
          <p:cNvSpPr>
            <a:spLocks xmlns:a="http://schemas.openxmlformats.org/drawingml/2006/main" noGrp="1"/>
          </p:cNvSpPr>
          <p:nvPr/>
        </p:nvSpPr>
        <p:spPr>
          <a:xfrm xmlns:a="http://schemas.openxmlformats.org/drawingml/2006/main" rot="0">
            <a:off x="3209925" y="2200275"/>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ロボット導入先と、各現場の作業データを増やす</a:t>
            </a:r>
          </a:p>
        </p:txBody>
      </p:sp>
      <p:sp>
        <p:nvSpPr>
          <p:cNvPr id="23" name="">
            <a:extLst xmlns:a="http://schemas.openxmlformats.org/drawingml/2006/main">
              <a:ext uri="{FF2B5EF4-FFF2-40B4-BE49-F238E27FC236}">
                <a16:creationId xmlns:a16="http://schemas.microsoft.com/office/drawing/2014/main" id="{734622B8-A6A4-44FB-8600-CA3A1C389FE5}"/>
              </a:ext>
            </a:extLst>
          </p:cNvPr>
          <p:cNvSpPr>
            <a:spLocks xmlns:a="http://schemas.openxmlformats.org/drawingml/2006/main" noGrp="1"/>
          </p:cNvSpPr>
          <p:nvPr/>
        </p:nvSpPr>
        <p:spPr>
          <a:xfrm xmlns:a="http://schemas.openxmlformats.org/drawingml/2006/main">
            <a:off x="723900" y="27336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18D9C175-1169-48A9-B432-4127C2761A8C}"/>
              </a:ext>
            </a:extLst>
          </p:cNvPr>
          <p:cNvSpPr>
            <a:spLocks xmlns:a="http://schemas.openxmlformats.org/drawingml/2006/main" noGrp="1"/>
          </p:cNvSpPr>
          <p:nvPr/>
        </p:nvSpPr>
        <p:spPr>
          <a:xfrm xmlns:a="http://schemas.openxmlformats.org/drawingml/2006/main" rot="0">
            <a:off x="857250" y="28765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データ販売</a:t>
            </a:r>
          </a:p>
        </p:txBody>
      </p:sp>
      <p:sp>
        <p:nvSpPr>
          <p:cNvPr id="25" name="">
            <a:extLst xmlns:a="http://schemas.openxmlformats.org/drawingml/2006/main">
              <a:ext uri="{FF2B5EF4-FFF2-40B4-BE49-F238E27FC236}">
                <a16:creationId xmlns:a16="http://schemas.microsoft.com/office/drawing/2014/main" id="{EA62FE9F-D380-4AE1-9C33-123C0DB38ED6}"/>
              </a:ext>
            </a:extLst>
          </p:cNvPr>
          <p:cNvSpPr>
            <a:spLocks xmlns:a="http://schemas.openxmlformats.org/drawingml/2006/main" noGrp="1"/>
          </p:cNvSpPr>
          <p:nvPr/>
        </p:nvSpPr>
        <p:spPr>
          <a:xfrm xmlns:a="http://schemas.openxmlformats.org/drawingml/2006/main">
            <a:off x="3057525"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20746D37-1E18-4ED9-8CC9-AB4180A5A27A}"/>
              </a:ext>
            </a:extLst>
          </p:cNvPr>
          <p:cNvSpPr>
            <a:spLocks xmlns:a="http://schemas.openxmlformats.org/drawingml/2006/main" noGrp="1"/>
          </p:cNvSpPr>
          <p:nvPr/>
        </p:nvSpPr>
        <p:spPr>
          <a:xfrm xmlns:a="http://schemas.openxmlformats.org/drawingml/2006/main">
            <a:off x="5117306"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681E7FF1-767E-4B03-970D-899E24AD3F31}"/>
              </a:ext>
            </a:extLst>
          </p:cNvPr>
          <p:cNvSpPr>
            <a:spLocks xmlns:a="http://schemas.openxmlformats.org/drawingml/2006/main" noGrp="1"/>
          </p:cNvSpPr>
          <p:nvPr/>
        </p:nvSpPr>
        <p:spPr>
          <a:xfrm xmlns:a="http://schemas.openxmlformats.org/drawingml/2006/main">
            <a:off x="7177088"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7E15D881-DEC5-4E4A-96ED-CD374FFFFD3B}"/>
              </a:ext>
            </a:extLst>
          </p:cNvPr>
          <p:cNvSpPr>
            <a:spLocks xmlns:a="http://schemas.openxmlformats.org/drawingml/2006/main" noGrp="1"/>
          </p:cNvSpPr>
          <p:nvPr/>
        </p:nvSpPr>
        <p:spPr>
          <a:xfrm xmlns:a="http://schemas.openxmlformats.org/drawingml/2006/main">
            <a:off x="9236869" y="27336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D1675A21-80D6-43FE-B3DE-E2EE5712F65B}"/>
              </a:ext>
            </a:extLst>
          </p:cNvPr>
          <p:cNvSpPr>
            <a:spLocks xmlns:a="http://schemas.openxmlformats.org/drawingml/2006/main" noGrp="1"/>
          </p:cNvSpPr>
          <p:nvPr/>
        </p:nvSpPr>
        <p:spPr>
          <a:xfrm xmlns:a="http://schemas.openxmlformats.org/drawingml/2006/main">
            <a:off x="723900" y="331470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0BD64A1B-0E84-4A27-BA5C-A646435C836C}"/>
              </a:ext>
            </a:extLst>
          </p:cNvPr>
          <p:cNvSpPr>
            <a:spLocks xmlns:a="http://schemas.openxmlformats.org/drawingml/2006/main" noGrp="1"/>
          </p:cNvSpPr>
          <p:nvPr/>
        </p:nvSpPr>
        <p:spPr>
          <a:xfrm xmlns:a="http://schemas.openxmlformats.org/drawingml/2006/main" rot="0">
            <a:off x="857250" y="345757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撮影デバイス・知財</a:t>
            </a:r>
          </a:p>
        </p:txBody>
      </p:sp>
      <p:sp>
        <p:nvSpPr>
          <p:cNvPr id="31" name="">
            <a:extLst xmlns:a="http://schemas.openxmlformats.org/drawingml/2006/main">
              <a:ext uri="{FF2B5EF4-FFF2-40B4-BE49-F238E27FC236}">
                <a16:creationId xmlns:a16="http://schemas.microsoft.com/office/drawing/2014/main" id="{5E9AC02E-D8F1-47CE-B757-16A062EB4CA4}"/>
              </a:ext>
            </a:extLst>
          </p:cNvPr>
          <p:cNvSpPr>
            <a:spLocks xmlns:a="http://schemas.openxmlformats.org/drawingml/2006/main" noGrp="1"/>
          </p:cNvSpPr>
          <p:nvPr/>
        </p:nvSpPr>
        <p:spPr>
          <a:xfrm xmlns:a="http://schemas.openxmlformats.org/drawingml/2006/main">
            <a:off x="3057525"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05C9414E-2BB4-4873-A52C-C4E5682F8E5D}"/>
              </a:ext>
            </a:extLst>
          </p:cNvPr>
          <p:cNvSpPr>
            <a:spLocks xmlns:a="http://schemas.openxmlformats.org/drawingml/2006/main" noGrp="1"/>
          </p:cNvSpPr>
          <p:nvPr/>
        </p:nvSpPr>
        <p:spPr>
          <a:xfrm xmlns:a="http://schemas.openxmlformats.org/drawingml/2006/main">
            <a:off x="5117306"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3" name="">
            <a:extLst xmlns:a="http://schemas.openxmlformats.org/drawingml/2006/main">
              <a:ext uri="{FF2B5EF4-FFF2-40B4-BE49-F238E27FC236}">
                <a16:creationId xmlns:a16="http://schemas.microsoft.com/office/drawing/2014/main" id="{6A81D5C7-9F97-4039-AE9D-7D8DC66F1EC9}"/>
              </a:ext>
            </a:extLst>
          </p:cNvPr>
          <p:cNvSpPr>
            <a:spLocks xmlns:a="http://schemas.openxmlformats.org/drawingml/2006/main" noGrp="1"/>
          </p:cNvSpPr>
          <p:nvPr/>
        </p:nvSpPr>
        <p:spPr>
          <a:xfrm xmlns:a="http://schemas.openxmlformats.org/drawingml/2006/main">
            <a:off x="7177088"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94A61F68-22B2-46F7-8C8E-37BDD43AA042}"/>
              </a:ext>
            </a:extLst>
          </p:cNvPr>
          <p:cNvSpPr>
            <a:spLocks xmlns:a="http://schemas.openxmlformats.org/drawingml/2006/main" noGrp="1"/>
          </p:cNvSpPr>
          <p:nvPr/>
        </p:nvSpPr>
        <p:spPr>
          <a:xfrm xmlns:a="http://schemas.openxmlformats.org/drawingml/2006/main">
            <a:off x="9236869" y="331470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94B3E598-6F36-4770-B1FF-CCAA8441B72A}"/>
              </a:ext>
            </a:extLst>
          </p:cNvPr>
          <p:cNvSpPr>
            <a:spLocks xmlns:a="http://schemas.openxmlformats.org/drawingml/2006/main" noGrp="1"/>
          </p:cNvSpPr>
          <p:nvPr/>
        </p:nvSpPr>
        <p:spPr>
          <a:xfrm xmlns:a="http://schemas.openxmlformats.org/drawingml/2006/main">
            <a:off x="723900" y="389572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16A74D0F-B107-43D2-B78F-20FE3F110463}"/>
              </a:ext>
            </a:extLst>
          </p:cNvPr>
          <p:cNvSpPr>
            <a:spLocks xmlns:a="http://schemas.openxmlformats.org/drawingml/2006/main" noGrp="1"/>
          </p:cNvSpPr>
          <p:nvPr/>
        </p:nvSpPr>
        <p:spPr>
          <a:xfrm xmlns:a="http://schemas.openxmlformats.org/drawingml/2006/main" rot="0">
            <a:off x="857250" y="403860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ロボット企業・大学</a:t>
            </a:r>
          </a:p>
        </p:txBody>
      </p:sp>
      <p:sp>
        <p:nvSpPr>
          <p:cNvPr id="37" name="">
            <a:extLst xmlns:a="http://schemas.openxmlformats.org/drawingml/2006/main">
              <a:ext uri="{FF2B5EF4-FFF2-40B4-BE49-F238E27FC236}">
                <a16:creationId xmlns:a16="http://schemas.microsoft.com/office/drawing/2014/main" id="{D194F4E5-7ED2-4D03-9C87-A89FA7172676}"/>
              </a:ext>
            </a:extLst>
          </p:cNvPr>
          <p:cNvSpPr>
            <a:spLocks xmlns:a="http://schemas.openxmlformats.org/drawingml/2006/main" noGrp="1"/>
          </p:cNvSpPr>
          <p:nvPr/>
        </p:nvSpPr>
        <p:spPr>
          <a:xfrm xmlns:a="http://schemas.openxmlformats.org/drawingml/2006/main">
            <a:off x="3057525"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1B09C0A9-AD84-4CE9-885D-A8A98C1B4711}"/>
              </a:ext>
            </a:extLst>
          </p:cNvPr>
          <p:cNvSpPr>
            <a:spLocks xmlns:a="http://schemas.openxmlformats.org/drawingml/2006/main" noGrp="1"/>
          </p:cNvSpPr>
          <p:nvPr/>
        </p:nvSpPr>
        <p:spPr>
          <a:xfrm xmlns:a="http://schemas.openxmlformats.org/drawingml/2006/main">
            <a:off x="5117306"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32233121-A913-49FF-B908-6BDE5C2A917F}"/>
              </a:ext>
            </a:extLst>
          </p:cNvPr>
          <p:cNvSpPr>
            <a:spLocks xmlns:a="http://schemas.openxmlformats.org/drawingml/2006/main" noGrp="1"/>
          </p:cNvSpPr>
          <p:nvPr/>
        </p:nvSpPr>
        <p:spPr>
          <a:xfrm xmlns:a="http://schemas.openxmlformats.org/drawingml/2006/main">
            <a:off x="7177088"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95143523-8B47-4C52-BD3A-ACB4B0FB8DF5}"/>
              </a:ext>
            </a:extLst>
          </p:cNvPr>
          <p:cNvSpPr>
            <a:spLocks xmlns:a="http://schemas.openxmlformats.org/drawingml/2006/main" noGrp="1"/>
          </p:cNvSpPr>
          <p:nvPr/>
        </p:nvSpPr>
        <p:spPr>
          <a:xfrm xmlns:a="http://schemas.openxmlformats.org/drawingml/2006/main">
            <a:off x="9236869" y="389572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1" name="">
            <a:extLst xmlns:a="http://schemas.openxmlformats.org/drawingml/2006/main">
              <a:ext uri="{FF2B5EF4-FFF2-40B4-BE49-F238E27FC236}">
                <a16:creationId xmlns:a16="http://schemas.microsoft.com/office/drawing/2014/main" id="{3F263FD4-841A-4CC0-BFD5-BE0447C62014}"/>
              </a:ext>
            </a:extLst>
          </p:cNvPr>
          <p:cNvSpPr>
            <a:spLocks xmlns:a="http://schemas.openxmlformats.org/drawingml/2006/main" noGrp="1"/>
          </p:cNvSpPr>
          <p:nvPr/>
        </p:nvSpPr>
        <p:spPr>
          <a:xfrm xmlns:a="http://schemas.openxmlformats.org/drawingml/2006/main">
            <a:off x="723900" y="4476750"/>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3D62238D-978E-49FC-8013-8EEC9D89EDD1}"/>
              </a:ext>
            </a:extLst>
          </p:cNvPr>
          <p:cNvSpPr>
            <a:spLocks xmlns:a="http://schemas.openxmlformats.org/drawingml/2006/main" noGrp="1"/>
          </p:cNvSpPr>
          <p:nvPr/>
        </p:nvSpPr>
        <p:spPr>
          <a:xfrm xmlns:a="http://schemas.openxmlformats.org/drawingml/2006/main" rot="0">
            <a:off x="857250" y="4619625"/>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契約・法務</a:t>
            </a:r>
          </a:p>
        </p:txBody>
      </p:sp>
      <p:sp>
        <p:nvSpPr>
          <p:cNvPr id="43" name="">
            <a:extLst xmlns:a="http://schemas.openxmlformats.org/drawingml/2006/main">
              <a:ext uri="{FF2B5EF4-FFF2-40B4-BE49-F238E27FC236}">
                <a16:creationId xmlns:a16="http://schemas.microsoft.com/office/drawing/2014/main" id="{194F0F3B-3CCE-4840-A814-46173D98F563}"/>
              </a:ext>
            </a:extLst>
          </p:cNvPr>
          <p:cNvSpPr>
            <a:spLocks xmlns:a="http://schemas.openxmlformats.org/drawingml/2006/main" noGrp="1"/>
          </p:cNvSpPr>
          <p:nvPr/>
        </p:nvSpPr>
        <p:spPr>
          <a:xfrm xmlns:a="http://schemas.openxmlformats.org/drawingml/2006/main">
            <a:off x="3057525"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A98651CC-2A20-45DD-8202-E829B1B74DA4}"/>
              </a:ext>
            </a:extLst>
          </p:cNvPr>
          <p:cNvSpPr>
            <a:spLocks xmlns:a="http://schemas.openxmlformats.org/drawingml/2006/main" noGrp="1"/>
          </p:cNvSpPr>
          <p:nvPr/>
        </p:nvSpPr>
        <p:spPr>
          <a:xfrm xmlns:a="http://schemas.openxmlformats.org/drawingml/2006/main">
            <a:off x="5117306"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01A0A10E-7B89-4AC9-B40C-A0082899FF6F}"/>
              </a:ext>
            </a:extLst>
          </p:cNvPr>
          <p:cNvSpPr>
            <a:spLocks xmlns:a="http://schemas.openxmlformats.org/drawingml/2006/main" noGrp="1"/>
          </p:cNvSpPr>
          <p:nvPr/>
        </p:nvSpPr>
        <p:spPr>
          <a:xfrm xmlns:a="http://schemas.openxmlformats.org/drawingml/2006/main">
            <a:off x="7177088"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6" name="">
            <a:extLst xmlns:a="http://schemas.openxmlformats.org/drawingml/2006/main">
              <a:ext uri="{FF2B5EF4-FFF2-40B4-BE49-F238E27FC236}">
                <a16:creationId xmlns:a16="http://schemas.microsoft.com/office/drawing/2014/main" id="{33EFC880-90B1-4A95-95A1-879785B9ABEE}"/>
              </a:ext>
            </a:extLst>
          </p:cNvPr>
          <p:cNvSpPr>
            <a:spLocks xmlns:a="http://schemas.openxmlformats.org/drawingml/2006/main" noGrp="1"/>
          </p:cNvSpPr>
          <p:nvPr/>
        </p:nvSpPr>
        <p:spPr>
          <a:xfrm xmlns:a="http://schemas.openxmlformats.org/drawingml/2006/main">
            <a:off x="9236869" y="4476750"/>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7" name="">
            <a:extLst xmlns:a="http://schemas.openxmlformats.org/drawingml/2006/main">
              <a:ext uri="{FF2B5EF4-FFF2-40B4-BE49-F238E27FC236}">
                <a16:creationId xmlns:a16="http://schemas.microsoft.com/office/drawing/2014/main" id="{D4AAFF6C-49FB-4A69-BDF4-D29CD12EA333}"/>
              </a:ext>
            </a:extLst>
          </p:cNvPr>
          <p:cNvSpPr>
            <a:spLocks xmlns:a="http://schemas.openxmlformats.org/drawingml/2006/main" noGrp="1"/>
          </p:cNvSpPr>
          <p:nvPr/>
        </p:nvSpPr>
        <p:spPr>
          <a:xfrm xmlns:a="http://schemas.openxmlformats.org/drawingml/2006/main">
            <a:off x="723900" y="5057775"/>
            <a:ext cx="23336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F242505B-1B1F-4A04-99DD-CB71F42B2BAB}"/>
              </a:ext>
            </a:extLst>
          </p:cNvPr>
          <p:cNvSpPr>
            <a:spLocks xmlns:a="http://schemas.openxmlformats.org/drawingml/2006/main" noGrp="1"/>
          </p:cNvSpPr>
          <p:nvPr/>
        </p:nvSpPr>
        <p:spPr>
          <a:xfrm xmlns:a="http://schemas.openxmlformats.org/drawingml/2006/main" rot="0">
            <a:off x="857250" y="5200650"/>
            <a:ext cx="2066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ロボットの導入・開発</a:t>
            </a:r>
          </a:p>
        </p:txBody>
      </p:sp>
      <p:sp>
        <p:nvSpPr>
          <p:cNvPr id="49" name="">
            <a:extLst xmlns:a="http://schemas.openxmlformats.org/drawingml/2006/main">
              <a:ext uri="{FF2B5EF4-FFF2-40B4-BE49-F238E27FC236}">
                <a16:creationId xmlns:a16="http://schemas.microsoft.com/office/drawing/2014/main" id="{49DB3BC7-CC26-49F9-8B63-B6AC4998846C}"/>
              </a:ext>
            </a:extLst>
          </p:cNvPr>
          <p:cNvSpPr>
            <a:spLocks xmlns:a="http://schemas.openxmlformats.org/drawingml/2006/main" noGrp="1"/>
          </p:cNvSpPr>
          <p:nvPr/>
        </p:nvSpPr>
        <p:spPr>
          <a:xfrm xmlns:a="http://schemas.openxmlformats.org/drawingml/2006/main">
            <a:off x="3057525"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EA5319D8-599F-4009-8B77-0F98C1A9E40E}"/>
              </a:ext>
            </a:extLst>
          </p:cNvPr>
          <p:cNvSpPr>
            <a:spLocks xmlns:a="http://schemas.openxmlformats.org/drawingml/2006/main" noGrp="1"/>
          </p:cNvSpPr>
          <p:nvPr/>
        </p:nvSpPr>
        <p:spPr>
          <a:xfrm xmlns:a="http://schemas.openxmlformats.org/drawingml/2006/main">
            <a:off x="5117306"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7554371E-A491-4DF2-8868-080FCC0B14BB}"/>
              </a:ext>
            </a:extLst>
          </p:cNvPr>
          <p:cNvSpPr>
            <a:spLocks xmlns:a="http://schemas.openxmlformats.org/drawingml/2006/main" noGrp="1"/>
          </p:cNvSpPr>
          <p:nvPr/>
        </p:nvSpPr>
        <p:spPr>
          <a:xfrm xmlns:a="http://schemas.openxmlformats.org/drawingml/2006/main">
            <a:off x="7177088"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61B62DB2-367F-4CD4-B904-A322524B9FC3}"/>
              </a:ext>
            </a:extLst>
          </p:cNvPr>
          <p:cNvSpPr>
            <a:spLocks xmlns:a="http://schemas.openxmlformats.org/drawingml/2006/main" noGrp="1"/>
          </p:cNvSpPr>
          <p:nvPr/>
        </p:nvSpPr>
        <p:spPr>
          <a:xfrm xmlns:a="http://schemas.openxmlformats.org/drawingml/2006/main">
            <a:off x="9236869" y="5057775"/>
            <a:ext cx="2059781"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B9916B5F-44C1-49ED-BCD3-B7A6A0655725}"/>
              </a:ext>
            </a:extLst>
          </p:cNvPr>
          <p:cNvSpPr>
            <a:spLocks xmlns:a="http://schemas.openxmlformats.org/drawingml/2006/main" noGrp="1"/>
          </p:cNvSpPr>
          <p:nvPr/>
        </p:nvSpPr>
        <p:spPr>
          <a:xfrm xmlns:a="http://schemas.openxmlformats.org/drawingml/2006/main">
            <a:off x="3133725" y="5143500"/>
            <a:ext cx="8086725" cy="409575"/>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6C527368-00C6-4593-B08A-E3B71913962D}"/>
              </a:ext>
            </a:extLst>
          </p:cNvPr>
          <p:cNvSpPr>
            <a:spLocks xmlns:a="http://schemas.openxmlformats.org/drawingml/2006/main" noGrp="1"/>
          </p:cNvSpPr>
          <p:nvPr/>
        </p:nvSpPr>
        <p:spPr>
          <a:xfrm xmlns:a="http://schemas.openxmlformats.org/drawingml/2006/main" rot="0">
            <a:off x="3209925" y="5105400"/>
            <a:ext cx="79343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既存ロボットの導入を拡大し、現場データを使った</a:t>
            </a:r>
          </a:p>
          <a:p xmlns:a="http://schemas.openxmlformats.org/drawingml/2006/main">
            <a:pPr algn="ctr">
              <a:defRPr sz="900" b="1">
                <a:solidFill>
                  <a:srgbClr val="15191B"/>
                </a:solidFill>
                <a:latin typeface="Hiragino Sans"/>
                <a:ea typeface="Hiragino Sans"/>
                <a:cs typeface="Hiragino Sans"/>
              </a:defRPr>
            </a:pPr>
            <a:r>
              <a:rPr sz="900" b="1">
                <a:solidFill>
                  <a:srgbClr val="15191B"/>
                </a:solidFill>
                <a:latin typeface="Hiragino Sans"/>
                <a:ea typeface="Hiragino Sans"/>
                <a:cs typeface="Hiragino Sans"/>
              </a:rPr>
              <a:t>動作モデルと実機の改良に自社で着手</a:t>
            </a:r>
          </a:p>
        </p:txBody>
      </p:sp>
      <p:sp>
        <p:nvSpPr>
          <p:cNvPr id="55" name="">
            <a:extLst xmlns:a="http://schemas.openxmlformats.org/drawingml/2006/main">
              <a:ext uri="{FF2B5EF4-FFF2-40B4-BE49-F238E27FC236}">
                <a16:creationId xmlns:a16="http://schemas.microsoft.com/office/drawing/2014/main" id="{0D0BB0C9-1266-4582-9AE9-FBD75E7158D2}"/>
              </a:ext>
            </a:extLst>
          </p:cNvPr>
          <p:cNvSpPr>
            <a:spLocks xmlns:a="http://schemas.openxmlformats.org/drawingml/2006/main" noGrp="1"/>
          </p:cNvSpPr>
          <p:nvPr/>
        </p:nvSpPr>
        <p:spPr>
          <a:xfrm xmlns:a="http://schemas.openxmlformats.org/drawingml/2006/main" rot="0">
            <a:off x="7239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1">
                <a:solidFill>
                  <a:srgbClr val="315C78"/>
                </a:solidFill>
                <a:latin typeface="Hiragino Sans"/>
                <a:ea typeface="Hiragino Sans"/>
                <a:cs typeface="Hiragino Sans"/>
              </a:defRPr>
            </a:pPr>
            <a:r>
              <a:rPr sz="1200" b="1">
                <a:solidFill>
                  <a:srgbClr val="315C78"/>
                </a:solidFill>
                <a:latin typeface="Hiragino Sans"/>
                <a:ea typeface="Hiragino Sans"/>
                <a:cs typeface="Hiragino Sans"/>
              </a:rPr>
              <a:t>2029年から、ロボットの動作モデルと実機の開発を自社の事業へ加える</a:t>
            </a:r>
          </a:p>
        </p:txBody>
      </p:sp>
    </p:spTree>
    <p:extLst>
      <p:ext uri="{BB962C8B-B14F-4D97-AF65-F5344CB8AC3E}">
        <p14:creationId xmlns:p14="http://schemas.microsoft.com/office/powerpoint/2010/main" val="9276870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2026-09-15T04:29:52.9710000Z</dcterms:created>
  <dcterms:modified xsi:type="dcterms:W3CDTF">2026-09-15T04:29:52.9720000Z</dcterms:modified>
</coreProperties>
</file>