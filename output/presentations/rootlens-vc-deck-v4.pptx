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502936f4844783" /><Relationship Type="http://schemas.openxmlformats.org/officeDocument/2006/relationships/extended-properties" Target="/docProps/app.xml" Id="Rb6eaa81823e644a0" /><Relationship Type="http://schemas.openxmlformats.org/officeDocument/2006/relationships/officeDocument" Target="/ppt/presentation.xml" Id="R347d7056fa9940a6" /></Relationships>
</file>

<file path=ppt/presentation.xml><?xml version="1.0" encoding="utf-8"?>
<p:presentation xmlns:p="http://schemas.openxmlformats.org/presentationml/2006/main">
  <p:sldMasterIdLst>
    <p:sldMasterId xmlns:r="http://schemas.openxmlformats.org/officeDocument/2006/relationships" id="2147483648" r:id="Rc9729153c8864b03"/>
  </p:sldMasterIdLst>
  <p:notesMasterIdLst>
    <p:notesMasterId xmlns:r="http://schemas.openxmlformats.org/officeDocument/2006/relationships" r:id="R8419028eef1741df"/>
  </p:notesMasterIdLst>
  <p:sldIdLst>
    <p:sldId xmlns:r="http://schemas.openxmlformats.org/officeDocument/2006/relationships" id="256" r:id="Ref9e526ca37e4f5e"/>
    <p:sldId xmlns:r="http://schemas.openxmlformats.org/officeDocument/2006/relationships" id="257" r:id="Rd894d2dd34b14a3b"/>
    <p:sldId xmlns:r="http://schemas.openxmlformats.org/officeDocument/2006/relationships" id="258" r:id="Rfb1c68aa6af44af8"/>
    <p:sldId xmlns:r="http://schemas.openxmlformats.org/officeDocument/2006/relationships" id="259" r:id="Rbf5f4de9a7d94217"/>
    <p:sldId xmlns:r="http://schemas.openxmlformats.org/officeDocument/2006/relationships" id="260" r:id="R895913413fb643e5"/>
    <p:sldId xmlns:r="http://schemas.openxmlformats.org/officeDocument/2006/relationships" id="261" r:id="R9c527ba8251248dd"/>
    <p:sldId xmlns:r="http://schemas.openxmlformats.org/officeDocument/2006/relationships" id="262" r:id="R63045a9fd92b47d7"/>
    <p:sldId xmlns:r="http://schemas.openxmlformats.org/officeDocument/2006/relationships" id="263" r:id="R07571cc1280547ba"/>
    <p:sldId xmlns:r="http://schemas.openxmlformats.org/officeDocument/2006/relationships" id="264" r:id="R4fdd41a8a6cd4761"/>
    <p:sldId xmlns:r="http://schemas.openxmlformats.org/officeDocument/2006/relationships" id="265" r:id="R3b8c10ad971b4804"/>
    <p:sldId xmlns:r="http://schemas.openxmlformats.org/officeDocument/2006/relationships" id="266" r:id="R49a823debfcf4970"/>
    <p:sldId xmlns:r="http://schemas.openxmlformats.org/officeDocument/2006/relationships" id="267" r:id="Rf65334f85fae41ea"/>
    <p:sldId xmlns:r="http://schemas.openxmlformats.org/officeDocument/2006/relationships" id="268" r:id="Rcaea3387b71f437c"/>
    <p:sldId xmlns:r="http://schemas.openxmlformats.org/officeDocument/2006/relationships" id="269" r:id="R4597339fa2f34db0"/>
    <p:sldId xmlns:r="http://schemas.openxmlformats.org/officeDocument/2006/relationships" id="270" r:id="R4036ac1100e9404a"/>
    <p:sldId xmlns:r="http://schemas.openxmlformats.org/officeDocument/2006/relationships" id="271" r:id="Rd5a131f0cb894df9"/>
    <p:sldId xmlns:r="http://schemas.openxmlformats.org/officeDocument/2006/relationships" id="272" r:id="R218a54b407b84f95"/>
    <p:sldId xmlns:r="http://schemas.openxmlformats.org/officeDocument/2006/relationships" id="273" r:id="R8a4b9455bcce47df"/>
    <p:sldId xmlns:r="http://schemas.openxmlformats.org/officeDocument/2006/relationships" id="274" r:id="R3e7305972fc54b09"/>
    <p:sldId xmlns:r="http://schemas.openxmlformats.org/officeDocument/2006/relationships" id="275" r:id="Rb7c6e0ea455141bf"/>
    <p:sldId xmlns:r="http://schemas.openxmlformats.org/officeDocument/2006/relationships" id="276" r:id="R5d417d2ed9b445e3"/>
    <p:sldId xmlns:r="http://schemas.openxmlformats.org/officeDocument/2006/relationships" id="277" r:id="R25613e0f31ca4f34"/>
    <p:sldId xmlns:r="http://schemas.openxmlformats.org/officeDocument/2006/relationships" id="278" r:id="Rdc607dd12c4a46d0"/>
    <p:sldId xmlns:r="http://schemas.openxmlformats.org/officeDocument/2006/relationships" id="279" r:id="R704f967618cd4361"/>
    <p:sldId xmlns:r="http://schemas.openxmlformats.org/officeDocument/2006/relationships" id="280" r:id="Ra87c7c8c9d604a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32c00b3aa64ecf" /><Relationship Type="http://schemas.openxmlformats.org/officeDocument/2006/relationships/slideMaster" Target="/ppt/slideMasters/slideMaster1.xml" Id="Rc9729153c8864b03" /><Relationship Type="http://schemas.openxmlformats.org/officeDocument/2006/relationships/notesMaster" Target="/ppt/notesMasters/notesMaster1.xml" Id="R8419028eef1741df" /><Relationship Type="http://schemas.openxmlformats.org/officeDocument/2006/relationships/presProps" Target="/ppt/presProps.xml" Id="Re576e89cbaf845c2" /><Relationship Type="http://schemas.openxmlformats.org/officeDocument/2006/relationships/tableStyles" Target="/ppt/tableStyles.xml" Id="R1824ada296b940f4" /><Relationship Type="http://schemas.openxmlformats.org/officeDocument/2006/relationships/slide" Target="/ppt/slides/slide1.xml" Id="Ref9e526ca37e4f5e" /><Relationship Type="http://schemas.openxmlformats.org/officeDocument/2006/relationships/slide" Target="/ppt/slides/slide2.xml" Id="Rd894d2dd34b14a3b" /><Relationship Type="http://schemas.openxmlformats.org/officeDocument/2006/relationships/slide" Target="/ppt/slides/slide3.xml" Id="Rfb1c68aa6af44af8" /><Relationship Type="http://schemas.openxmlformats.org/officeDocument/2006/relationships/slide" Target="/ppt/slides/slide4.xml" Id="Rbf5f4de9a7d94217" /><Relationship Type="http://schemas.openxmlformats.org/officeDocument/2006/relationships/slide" Target="/ppt/slides/slide5.xml" Id="R895913413fb643e5" /><Relationship Type="http://schemas.openxmlformats.org/officeDocument/2006/relationships/slide" Target="/ppt/slides/slide6.xml" Id="R9c527ba8251248dd" /><Relationship Type="http://schemas.openxmlformats.org/officeDocument/2006/relationships/slide" Target="/ppt/slides/slide7.xml" Id="R63045a9fd92b47d7" /><Relationship Type="http://schemas.openxmlformats.org/officeDocument/2006/relationships/slide" Target="/ppt/slides/slide8.xml" Id="R07571cc1280547ba" /><Relationship Type="http://schemas.openxmlformats.org/officeDocument/2006/relationships/slide" Target="/ppt/slides/slide9.xml" Id="R4fdd41a8a6cd4761" /><Relationship Type="http://schemas.openxmlformats.org/officeDocument/2006/relationships/slide" Target="/ppt/slides/slide10.xml" Id="R3b8c10ad971b4804" /><Relationship Type="http://schemas.openxmlformats.org/officeDocument/2006/relationships/slide" Target="/ppt/slides/slide11.xml" Id="R49a823debfcf4970" /><Relationship Type="http://schemas.openxmlformats.org/officeDocument/2006/relationships/slide" Target="/ppt/slides/slide12.xml" Id="Rf65334f85fae41ea" /><Relationship Type="http://schemas.openxmlformats.org/officeDocument/2006/relationships/slide" Target="/ppt/slides/slide13.xml" Id="Rcaea3387b71f437c" /><Relationship Type="http://schemas.openxmlformats.org/officeDocument/2006/relationships/slide" Target="/ppt/slides/slide14.xml" Id="R4597339fa2f34db0" /><Relationship Type="http://schemas.openxmlformats.org/officeDocument/2006/relationships/slide" Target="/ppt/slides/slide15.xml" Id="R4036ac1100e9404a" /><Relationship Type="http://schemas.openxmlformats.org/officeDocument/2006/relationships/slide" Target="/ppt/slides/slide16.xml" Id="Rd5a131f0cb894df9" /><Relationship Type="http://schemas.openxmlformats.org/officeDocument/2006/relationships/slide" Target="/ppt/slides/slide17.xml" Id="R218a54b407b84f95" /><Relationship Type="http://schemas.openxmlformats.org/officeDocument/2006/relationships/slide" Target="/ppt/slides/slide18.xml" Id="R8a4b9455bcce47df" /><Relationship Type="http://schemas.openxmlformats.org/officeDocument/2006/relationships/slide" Target="/ppt/slides/slide19.xml" Id="R3e7305972fc54b09" /><Relationship Type="http://schemas.openxmlformats.org/officeDocument/2006/relationships/slide" Target="/ppt/slides/slide20.xml" Id="Rb7c6e0ea455141bf" /><Relationship Type="http://schemas.openxmlformats.org/officeDocument/2006/relationships/slide" Target="/ppt/slides/slide21.xml" Id="R5d417d2ed9b445e3" /><Relationship Type="http://schemas.openxmlformats.org/officeDocument/2006/relationships/slide" Target="/ppt/slides/slide22.xml" Id="R25613e0f31ca4f34" /><Relationship Type="http://schemas.openxmlformats.org/officeDocument/2006/relationships/slide" Target="/ppt/slides/slide23.xml" Id="Rdc607dd12c4a46d0" /><Relationship Type="http://schemas.openxmlformats.org/officeDocument/2006/relationships/slide" Target="/ppt/slides/slide24.xml" Id="R704f967618cd4361" /><Relationship Type="http://schemas.openxmlformats.org/officeDocument/2006/relationships/slide" Target="/ppt/slides/slide25.xml" Id="Ra87c7c8c9d604a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eee6692daa43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4ebe0c2f034ca9" /><Relationship Type="http://schemas.openxmlformats.org/officeDocument/2006/relationships/notesMaster" Target="/ppt/notesMasters/notesMaster1.xml" Id="R6293812b4ef742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95f721171e480e" /><Relationship Type="http://schemas.openxmlformats.org/officeDocument/2006/relationships/notesMaster" Target="/ppt/notesMasters/notesMaster1.xml" Id="Rf9e1bdef94a54f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b5f7763bfb423d" /><Relationship Type="http://schemas.openxmlformats.org/officeDocument/2006/relationships/notesMaster" Target="/ppt/notesMasters/notesMaster1.xml" Id="Ra2a6ddc381014c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3d38bdb2834423" /><Relationship Type="http://schemas.openxmlformats.org/officeDocument/2006/relationships/notesMaster" Target="/ppt/notesMasters/notesMaster1.xml" Id="Rb69ef904f4bd42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7ebebb821e4021" /><Relationship Type="http://schemas.openxmlformats.org/officeDocument/2006/relationships/notesMaster" Target="/ppt/notesMasters/notesMaster1.xml" Id="R66b109d8a0734b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bd786704b8439e" /><Relationship Type="http://schemas.openxmlformats.org/officeDocument/2006/relationships/notesMaster" Target="/ppt/notesMasters/notesMaster1.xml" Id="Rce933406eac648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175bfcac554ba4" /><Relationship Type="http://schemas.openxmlformats.org/officeDocument/2006/relationships/notesMaster" Target="/ppt/notesMasters/notesMaster1.xml" Id="Re8430b8c24aa4c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cefa35cffb48ef" /><Relationship Type="http://schemas.openxmlformats.org/officeDocument/2006/relationships/notesMaster" Target="/ppt/notesMasters/notesMaster1.xml" Id="Rd7cca4fc9db44e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a2887c125849d2" /><Relationship Type="http://schemas.openxmlformats.org/officeDocument/2006/relationships/notesMaster" Target="/ppt/notesMasters/notesMaster1.xml" Id="R86185f739a3849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b9ee859c644865" /><Relationship Type="http://schemas.openxmlformats.org/officeDocument/2006/relationships/notesMaster" Target="/ppt/notesMasters/notesMaster1.xml" Id="R87f555343c0d41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f8bca8c9ef4ecc" /><Relationship Type="http://schemas.openxmlformats.org/officeDocument/2006/relationships/notesMaster" Target="/ppt/notesMasters/notesMaster1.xml" Id="R7926db29e6484a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a6072db66c430c" /><Relationship Type="http://schemas.openxmlformats.org/officeDocument/2006/relationships/notesMaster" Target="/ppt/notesMasters/notesMaster1.xml" Id="R35f3fa00e86744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0da2b306f84dc8" /><Relationship Type="http://schemas.openxmlformats.org/officeDocument/2006/relationships/notesMaster" Target="/ppt/notesMasters/notesMaster1.xml" Id="Rf02743a550b44d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938b4e54e44a40" /><Relationship Type="http://schemas.openxmlformats.org/officeDocument/2006/relationships/notesMaster" Target="/ppt/notesMasters/notesMaster1.xml" Id="R2ddcf0bd1ed24a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6295dc27384592" /><Relationship Type="http://schemas.openxmlformats.org/officeDocument/2006/relationships/notesMaster" Target="/ppt/notesMasters/notesMaster1.xml" Id="R0c9d016890e743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8f921d23374b00" /><Relationship Type="http://schemas.openxmlformats.org/officeDocument/2006/relationships/notesMaster" Target="/ppt/notesMasters/notesMaster1.xml" Id="R1a3f76c7a2ac44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d139bc2ccd4988" /><Relationship Type="http://schemas.openxmlformats.org/officeDocument/2006/relationships/notesMaster" Target="/ppt/notesMasters/notesMaster1.xml" Id="R4f5a277098094c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eaa0f0888a4b07" /><Relationship Type="http://schemas.openxmlformats.org/officeDocument/2006/relationships/notesMaster" Target="/ppt/notesMasters/notesMaster1.xml" Id="Rfdbc830cdfe54c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28a6f3eca94e43" /><Relationship Type="http://schemas.openxmlformats.org/officeDocument/2006/relationships/notesMaster" Target="/ppt/notesMasters/notesMaster1.xml" Id="R81fddbba5e5747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02fb438c07b4a09" /><Relationship Type="http://schemas.openxmlformats.org/officeDocument/2006/relationships/notesMaster" Target="/ppt/notesMasters/notesMaster1.xml" Id="R7f2a6a66d23148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b7c5f6c21f74d5a" /><Relationship Type="http://schemas.openxmlformats.org/officeDocument/2006/relationships/notesMaster" Target="/ppt/notesMasters/notesMaster1.xml" Id="Ra4035217bb3444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e3672a62a734716" /><Relationship Type="http://schemas.openxmlformats.org/officeDocument/2006/relationships/notesMaster" Target="/ppt/notesMasters/notesMaster1.xml" Id="R1859d8808440479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9831e406014419e" /><Relationship Type="http://schemas.openxmlformats.org/officeDocument/2006/relationships/notesMaster" Target="/ppt/notesMasters/notesMaster1.xml" Id="Re2832530877d4df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ae59c0ae9314f29" /><Relationship Type="http://schemas.openxmlformats.org/officeDocument/2006/relationships/notesMaster" Target="/ppt/notesMasters/notesMaster1.xml" Id="Rc1d1bd51a614413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9cc0d28d69540ee" /><Relationship Type="http://schemas.openxmlformats.org/officeDocument/2006/relationships/notesMaster" Target="/ppt/notesMasters/notesMaster1.xml" Id="R44e2e0ee4a2448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カバーしている範囲が横方向に広いほど多くの現場と繋がっており、縦方向に広いほど多くの技術や領域を網羅しています。現場と直接接触するのは一番下の現場統合層と、一番上流のデータ収集層です。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現在、多くのフィジカルAI企業はロボットと現場を垂直統合する形で研究開発を進めています。一方、水平統合型はそのバリューチェーンを分解した企業群です。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水平統合型には、データ収集、基盤モデル、シミュレーション、ハードウェア、現場統合などのレイヤーがあります。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独立したデータ収集は将来このループに吸収されると考えています。ロボットの稼働そのものがデータ収集になるためです。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独立したデータレイヤーが将来なくなるからこそ、今の段階ではデータ収集が有利な出発点になります。上流にいながら、将来ロボットが使われる現場と直接の関係を作れるためです。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海外8社とはサンプルのやり取りまで進みました。国内ではNextremerと、合意、加工、販売、ストレージを含む運用フローを擦り合わせています。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初期のスマートフォンヘッドマウントから、帽子型、スマートグラスへ進化させました。現場の負担を最小化する撮影デバイスの改善を重要な課題として、開発を始めています。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同一データの複数回販売はまだ可能性の段階ですが、データが在庫として残り、累積時間が資産になることは、この事業の重要な性質です。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デバイス費以外には、ストレージ、現場運用の人件費、破損・紛失、法務のコストがあります。本命のコストは現場開拓と維持の人件費です。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2027年は撮影先とデバイスを拡大し、よりプライバシー性の高い現場、ロボティクス企業、大学との協働へ広げる道筋を見ています。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2028年は、実証現場のマッチングから、業種を絞った実際の現場統合へ進む道筋を見ています。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020bb0e2e04a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6c79f1325141bc" /><Relationship Type="http://schemas.openxmlformats.org/officeDocument/2006/relationships/slideLayout" Target="/ppt/slideLayouts/slideLayout1.xml" Id="Rdcd9324964e24a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d9324964e24a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937d7e5dc24f89" /><Relationship Type="http://schemas.openxmlformats.org/officeDocument/2006/relationships/notesSlide" Target="/ppt/notesSlides/notesSlide1.xml" Id="R0e879eecff294a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acc4de28364ab8" /><Relationship Type="http://schemas.openxmlformats.org/officeDocument/2006/relationships/notesSlide" Target="/ppt/notesSlides/notesSlide2.xml" Id="R4b9672ff46e048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742e4584d540b9" /><Relationship Type="http://schemas.openxmlformats.org/officeDocument/2006/relationships/notesSlide" Target="/ppt/notesSlides/notesSlide3.xml" Id="R4574817a6d8f40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fe8a40de3840b7" /><Relationship Type="http://schemas.openxmlformats.org/officeDocument/2006/relationships/notesSlide" Target="/ppt/notesSlides/notesSlide4.xml" Id="R62c9a71845e147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855b95b05649ff" /><Relationship Type="http://schemas.openxmlformats.org/officeDocument/2006/relationships/notesSlide" Target="/ppt/notesSlides/notesSlide5.xml" Id="R274225341fda4f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f7a34850744122" /><Relationship Type="http://schemas.openxmlformats.org/officeDocument/2006/relationships/notesSlide" Target="/ppt/notesSlides/notesSlide6.xml" Id="R6f1f007e1c4c4a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f8847127a84f7c" /><Relationship Type="http://schemas.openxmlformats.org/officeDocument/2006/relationships/notesSlide" Target="/ppt/notesSlides/notesSlide7.xml" Id="R90ebfa04de6f44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37b5775d1d4d1c" /><Relationship Type="http://schemas.openxmlformats.org/officeDocument/2006/relationships/notesSlide" Target="/ppt/notesSlides/notesSlide8.xml" Id="R6809fd2bb88c47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d41787f33648f8" /><Relationship Type="http://schemas.openxmlformats.org/officeDocument/2006/relationships/notesSlide" Target="/ppt/notesSlides/notesSlide9.xml" Id="R52a8ad2b1d284d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2e95c62a8e4e3e" /><Relationship Type="http://schemas.openxmlformats.org/officeDocument/2006/relationships/notesSlide" Target="/ppt/notesSlides/notesSlide10.xml" Id="Rfd88a07906a74f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8dbae2ec9547d2" /><Relationship Type="http://schemas.openxmlformats.org/officeDocument/2006/relationships/notesSlide" Target="/ppt/notesSlides/notesSlide11.xml" Id="R828b3aa29ec04a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e1bf2e56d04aec" /><Relationship Type="http://schemas.openxmlformats.org/officeDocument/2006/relationships/notesSlide" Target="/ppt/notesSlides/notesSlide12.xml" Id="Rd293ac397dcf46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e0001f88bf4ff0" /><Relationship Type="http://schemas.openxmlformats.org/officeDocument/2006/relationships/notesSlide" Target="/ppt/notesSlides/notesSlide13.xml" Id="R230a691ac28b42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8a2106eac8e4cdc" /><Relationship Type="http://schemas.openxmlformats.org/officeDocument/2006/relationships/notesSlide" Target="/ppt/notesSlides/notesSlide14.xml" Id="Reec813c2acbf49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1276e9758245e3" /><Relationship Type="http://schemas.openxmlformats.org/officeDocument/2006/relationships/notesSlide" Target="/ppt/notesSlides/notesSlide15.xml" Id="Rf9f424b234d149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d37cd8ddc349b1" /><Relationship Type="http://schemas.openxmlformats.org/officeDocument/2006/relationships/notesSlide" Target="/ppt/notesSlides/notesSlide16.xml" Id="R19d9840d9c8847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6bacb80efef4a2b" /><Relationship Type="http://schemas.openxmlformats.org/officeDocument/2006/relationships/image" Target="/ppt/media/image.jpeg" Id="R4305e613fb6d424c" /><Relationship Type="http://schemas.openxmlformats.org/officeDocument/2006/relationships/image" Target="/ppt/media/image2.jpeg" Id="Ra082301315d14693" /><Relationship Type="http://schemas.openxmlformats.org/officeDocument/2006/relationships/image" Target="/ppt/media/image3.jpeg" Id="R59a7293cb4be461a" /><Relationship Type="http://schemas.openxmlformats.org/officeDocument/2006/relationships/notesSlide" Target="/ppt/notesSlides/notesSlide17.xml" Id="R5256ee1045d647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af784751afe48fb" /><Relationship Type="http://schemas.openxmlformats.org/officeDocument/2006/relationships/notesSlide" Target="/ppt/notesSlides/notesSlide18.xml" Id="R731b9979275c407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a80d38f08be44d6" /><Relationship Type="http://schemas.openxmlformats.org/officeDocument/2006/relationships/notesSlide" Target="/ppt/notesSlides/notesSlide19.xml" Id="Raa1a7f6a89b44b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03c2d22e245457a" /><Relationship Type="http://schemas.openxmlformats.org/officeDocument/2006/relationships/notesSlide" Target="/ppt/notesSlides/notesSlide20.xml" Id="Rf41733b875d34b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87eed5a3cee478c" /><Relationship Type="http://schemas.openxmlformats.org/officeDocument/2006/relationships/notesSlide" Target="/ppt/notesSlides/notesSlide21.xml" Id="Rde5471a82ccd4c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691a0f6c0914bdb" /><Relationship Type="http://schemas.openxmlformats.org/officeDocument/2006/relationships/notesSlide" Target="/ppt/notesSlides/notesSlide22.xml" Id="Rb1fa0ff41ee7470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153b595dfe84934" /><Relationship Type="http://schemas.openxmlformats.org/officeDocument/2006/relationships/notesSlide" Target="/ppt/notesSlides/notesSlide23.xml" Id="R65631e8d8e6643c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e5186c300dd4330" /><Relationship Type="http://schemas.openxmlformats.org/officeDocument/2006/relationships/notesSlide" Target="/ppt/notesSlides/notesSlide24.xml" Id="R8e8f08e51cb443a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e450896cf894055" /><Relationship Type="http://schemas.openxmlformats.org/officeDocument/2006/relationships/notesSlide" Target="/ppt/notesSlides/notesSlide25.xml" Id="R942dcdcd36534a55"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A79A85-38FB-42F2-8295-0F641FB784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8F7C56-BA83-48BF-BB3E-55746B74E6FE}"/>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5BF27208-807A-4D62-953C-731ADE2373CF}"/>
              </a:ext>
            </a:extLst>
          </p:cNvPr>
          <p:cNvSpPr>
            <a:spLocks xmlns:a="http://schemas.openxmlformats.org/drawingml/2006/main" noGrp="1"/>
          </p:cNvSpPr>
          <p:nvPr/>
        </p:nvSpPr>
        <p:spPr>
          <a:xfrm xmlns:a="http://schemas.openxmlformats.org/drawingml/2006/main">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7A1DBA89-B5C4-4FF2-8503-153508F0F6A2}"/>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385B38-7C95-4358-B3E5-270924903630}"/>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04CF4D88-8E2F-4C5F-8AE3-7947ED9ACEC4}"/>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2098576975"/>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8891114-E08F-45C8-A2A9-721354A237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A3F5B5-80E7-498C-8431-E883B640BC2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9B1AD9FF-25F9-4E7E-8AFA-BD79088AC46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F9F448-9F97-4A88-AAEC-55E9113B093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E1FB2B40-A493-4AAF-988B-3C0012F48DB7}"/>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0976672E-632A-494D-9EE4-B388AFA0CD6C}"/>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9453D0E3-EC8A-4DD7-8B2D-BAAEFCF187E7}"/>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D4256137-4F82-4839-88B0-9924035FE979}"/>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CAC85983-E477-4EF0-8B5C-190CF8E0C578}"/>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6B4E6914-6018-4ED6-B955-0D525E583C94}"/>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017611CA-CC80-41AF-8F7D-8BD021DF871D}"/>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339F7CFF-3095-476C-B5BA-AD29E9902481}"/>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C965A578-7458-4505-B69F-37A02E64699B}"/>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5171CC4E-FBA2-451D-8575-3D1233B2F20E}"/>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00884311-4686-4FF5-B63F-BD7C0B0D0006}"/>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6C6E221-D83F-4E71-8486-B6AEC8688F3E}"/>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B78D22CE-384E-4E26-A342-6870CFBF6B22}"/>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6FDED0C-4789-4677-8C1C-5C0A5A91489C}"/>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93B7EF88-DB97-4CA1-BD15-01CB1FE32841}"/>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95FE16C-FFDC-461B-821A-DEA4898C67F1}"/>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230849B7-04B8-4C4E-AC6C-312F34D62BEF}"/>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AB243B8-1EDC-43BC-B73E-E055C77415F4}"/>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5C3901A7-0955-49C7-BA4C-1330A5C34492}"/>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75322F2-BF7D-410E-9F80-7B55BB83BD42}"/>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7335E75B-D4EA-4D22-AF5A-A85A706B0E3B}"/>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A0D1605F-3DCD-4E0C-B0D7-D1CB83695953}"/>
              </a:ext>
            </a:extLst>
          </p:cNvPr>
          <p:cNvSpPr>
            <a:spLocks xmlns:a="http://schemas.openxmlformats.org/drawingml/2006/main" noGrp="1"/>
          </p:cNvSpPr>
          <p:nvPr/>
        </p:nvSpPr>
        <p:spPr>
          <a:xfrm xmlns:a="http://schemas.openxmlformats.org/drawingml/2006/main">
            <a:off x="2819400" y="310515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7" name="">
            <a:extLst xmlns:a="http://schemas.openxmlformats.org/drawingml/2006/main">
              <a:ext uri="{FF2B5EF4-FFF2-40B4-BE49-F238E27FC236}">
                <a16:creationId xmlns:a16="http://schemas.microsoft.com/office/drawing/2014/main" id="{C491EFD3-BE3A-41BC-A155-0C2967DF81A5}"/>
              </a:ext>
            </a:extLst>
          </p:cNvPr>
          <p:cNvSpPr>
            <a:spLocks xmlns:a="http://schemas.openxmlformats.org/drawingml/2006/main" noGrp="1"/>
          </p:cNvSpPr>
          <p:nvPr/>
        </p:nvSpPr>
        <p:spPr>
          <a:xfrm xmlns:a="http://schemas.openxmlformats.org/drawingml/2006/main">
            <a:off x="2905125" y="347662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モデル</a:t>
            </a:r>
          </a:p>
        </p:txBody>
      </p:sp>
      <p:sp>
        <p:nvSpPr>
          <p:cNvPr id="28" name="">
            <a:extLst xmlns:a="http://schemas.openxmlformats.org/drawingml/2006/main">
              <a:ext uri="{FF2B5EF4-FFF2-40B4-BE49-F238E27FC236}">
                <a16:creationId xmlns:a16="http://schemas.microsoft.com/office/drawing/2014/main" id="{4679483C-62BB-45E4-BD8E-07479C93366B}"/>
              </a:ext>
            </a:extLst>
          </p:cNvPr>
          <p:cNvSpPr>
            <a:spLocks xmlns:a="http://schemas.openxmlformats.org/drawingml/2006/main" noGrp="1"/>
          </p:cNvSpPr>
          <p:nvPr/>
        </p:nvSpPr>
        <p:spPr>
          <a:xfrm xmlns:a="http://schemas.openxmlformats.org/drawingml/2006/main">
            <a:off x="2905125" y="39243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9BF43F11-4363-492B-A021-522DB4D99591}"/>
              </a:ext>
            </a:extLst>
          </p:cNvPr>
          <p:cNvSpPr>
            <a:spLocks xmlns:a="http://schemas.openxmlformats.org/drawingml/2006/main" noGrp="1"/>
          </p:cNvSpPr>
          <p:nvPr/>
        </p:nvSpPr>
        <p:spPr>
          <a:xfrm xmlns:a="http://schemas.openxmlformats.org/drawingml/2006/main">
            <a:off x="2905125" y="437197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現場統合</a:t>
            </a:r>
          </a:p>
        </p:txBody>
      </p:sp>
      <p:sp>
        <p:nvSpPr>
          <p:cNvPr id="30" name="">
            <a:extLst xmlns:a="http://schemas.openxmlformats.org/drawingml/2006/main">
              <a:ext uri="{FF2B5EF4-FFF2-40B4-BE49-F238E27FC236}">
                <a16:creationId xmlns:a16="http://schemas.microsoft.com/office/drawing/2014/main" id="{B4134961-9806-49F9-A1D8-4787DB945383}"/>
              </a:ext>
            </a:extLst>
          </p:cNvPr>
          <p:cNvSpPr>
            <a:spLocks xmlns:a="http://schemas.openxmlformats.org/drawingml/2006/main" noGrp="1"/>
          </p:cNvSpPr>
          <p:nvPr/>
        </p:nvSpPr>
        <p:spPr>
          <a:xfrm xmlns:a="http://schemas.openxmlformats.org/drawingml/2006/main">
            <a:off x="5048250" y="2266950"/>
            <a:ext cx="5619750" cy="4381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1" name="">
            <a:extLst xmlns:a="http://schemas.openxmlformats.org/drawingml/2006/main">
              <a:ext uri="{FF2B5EF4-FFF2-40B4-BE49-F238E27FC236}">
                <a16:creationId xmlns:a16="http://schemas.microsoft.com/office/drawing/2014/main" id="{D4592FE8-2FBF-4B89-8797-5CFD3423E00D}"/>
              </a:ext>
            </a:extLst>
          </p:cNvPr>
          <p:cNvSpPr>
            <a:spLocks xmlns:a="http://schemas.openxmlformats.org/drawingml/2006/main" noGrp="1"/>
          </p:cNvSpPr>
          <p:nvPr/>
        </p:nvSpPr>
        <p:spPr>
          <a:xfrm xmlns:a="http://schemas.openxmlformats.org/drawingml/2006/main">
            <a:off x="5219700" y="2371725"/>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水平統合型：一つのレイヤーから多くの現場へ</a:t>
            </a:r>
          </a:p>
        </p:txBody>
      </p:sp>
      <p:sp>
        <p:nvSpPr>
          <p:cNvPr id="32" name="">
            <a:extLst xmlns:a="http://schemas.openxmlformats.org/drawingml/2006/main">
              <a:ext uri="{FF2B5EF4-FFF2-40B4-BE49-F238E27FC236}">
                <a16:creationId xmlns:a16="http://schemas.microsoft.com/office/drawing/2014/main" id="{990ECFCA-7815-450E-8539-F775C1AE9FB3}"/>
              </a:ext>
            </a:extLst>
          </p:cNvPr>
          <p:cNvSpPr>
            <a:spLocks xmlns:a="http://schemas.openxmlformats.org/drawingml/2006/main" noGrp="1"/>
          </p:cNvSpPr>
          <p:nvPr/>
        </p:nvSpPr>
        <p:spPr>
          <a:xfrm xmlns:a="http://schemas.openxmlformats.org/drawingml/2006/main">
            <a:off x="10372725" y="2705100"/>
            <a:ext cx="19050" cy="24574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375620A-457A-4524-B747-D129B7362C6D}"/>
              </a:ext>
            </a:extLst>
          </p:cNvPr>
          <p:cNvSpPr>
            <a:spLocks xmlns:a="http://schemas.openxmlformats.org/drawingml/2006/main" noGrp="1"/>
          </p:cNvSpPr>
          <p:nvPr/>
        </p:nvSpPr>
        <p:spPr>
          <a:xfrm xmlns:a="http://schemas.openxmlformats.org/drawingml/2006/main">
            <a:off x="8401050" y="28003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撮影で現場へ入る</a:t>
            </a:r>
          </a:p>
        </p:txBody>
      </p:sp>
      <p:sp>
        <p:nvSpPr>
          <p:cNvPr id="34" name="">
            <a:extLst xmlns:a="http://schemas.openxmlformats.org/drawingml/2006/main">
              <a:ext uri="{FF2B5EF4-FFF2-40B4-BE49-F238E27FC236}">
                <a16:creationId xmlns:a16="http://schemas.microsoft.com/office/drawing/2014/main" id="{849B1022-B607-4A35-AAD8-8CC73DB629F1}"/>
              </a:ext>
            </a:extLst>
          </p:cNvPr>
          <p:cNvSpPr>
            <a:spLocks xmlns:a="http://schemas.openxmlformats.org/drawingml/2006/main" noGrp="1"/>
          </p:cNvSpPr>
          <p:nvPr/>
        </p:nvSpPr>
        <p:spPr>
          <a:xfrm xmlns:a="http://schemas.openxmlformats.org/drawingml/2006/main">
            <a:off x="8401050" y="4762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導入で現場へ入る</a:t>
            </a:r>
          </a:p>
        </p:txBody>
      </p:sp>
      <p:sp>
        <p:nvSpPr>
          <p:cNvPr id="35" name="">
            <a:extLst xmlns:a="http://schemas.openxmlformats.org/drawingml/2006/main">
              <a:ext uri="{FF2B5EF4-FFF2-40B4-BE49-F238E27FC236}">
                <a16:creationId xmlns:a16="http://schemas.microsoft.com/office/drawing/2014/main" id="{A7872958-8D7C-49C3-8B34-BCFF98AA5C37}"/>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9D45FE0-FD66-40AE-9FE8-60257686FA90}"/>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37" name="">
            <a:extLst xmlns:a="http://schemas.openxmlformats.org/drawingml/2006/main">
              <a:ext uri="{FF2B5EF4-FFF2-40B4-BE49-F238E27FC236}">
                <a16:creationId xmlns:a16="http://schemas.microsoft.com/office/drawing/2014/main" id="{DA76321E-53A7-4769-AA96-F099ABD7A583}"/>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1118577875"/>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DFCEFC-643A-4D3D-A19B-C8344B68639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08036C-1297-455F-A1C4-8E894F3BBD5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EB0031E8-15E3-4696-9BE4-6A79F46BF20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DBD016-164A-4A45-AB44-76A81B09B92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26A300A3-E25A-4847-8736-D15088D39D48}"/>
              </a:ext>
            </a:extLst>
          </p:cNvPr>
          <p:cNvSpPr>
            <a:spLocks xmlns:a="http://schemas.openxmlformats.org/drawingml/2006/main" noGrp="1"/>
          </p:cNvSpPr>
          <p:nvPr/>
        </p:nvSpPr>
        <p:spPr>
          <a:xfrm xmlns:a="http://schemas.openxmlformats.org/drawingml/2006/main">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5D0761A7-5ED0-47D2-AB89-0EC40288D4AA}"/>
              </a:ext>
            </a:extLst>
          </p:cNvPr>
          <p:cNvSpPr>
            <a:spLocks xmlns:a="http://schemas.openxmlformats.org/drawingml/2006/main" noGrp="1"/>
          </p:cNvSpPr>
          <p:nvPr/>
        </p:nvSpPr>
        <p:spPr>
          <a:xfrm xmlns:a="http://schemas.openxmlformats.org/drawingml/2006/main">
            <a:off x="723900" y="2381250"/>
            <a:ext cx="4762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特定の業種・タスクに絞り、決め打ちで現場で実際に動くロボットを作る。完全な自律運用が難しい場合は、遠隔操作で働くレベルから商用化する企業もあれば、自律運用の幅を地道に広げる企業もある。1X等が該当する。</a:t>
            </a:r>
          </a:p>
        </p:txBody>
      </p:sp>
      <p:sp>
        <p:nvSpPr>
          <p:cNvPr id="7" name="">
            <a:extLst xmlns:a="http://schemas.openxmlformats.org/drawingml/2006/main">
              <a:ext uri="{FF2B5EF4-FFF2-40B4-BE49-F238E27FC236}">
                <a16:creationId xmlns:a16="http://schemas.microsoft.com/office/drawing/2014/main" id="{5C3F6B2B-EFBC-4B1D-912A-B78F2779FEA0}"/>
              </a:ext>
            </a:extLst>
          </p:cNvPr>
          <p:cNvSpPr>
            <a:spLocks xmlns:a="http://schemas.openxmlformats.org/drawingml/2006/main" noGrp="1"/>
          </p:cNvSpPr>
          <p:nvPr/>
        </p:nvSpPr>
        <p:spPr>
          <a:xfrm xmlns:a="http://schemas.openxmlformats.org/drawingml/2006/main">
            <a:off x="723900" y="4476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Genesis AIのように、AI・ハードウェア・データエンジンをフルスタックで開発しながら、汎用的なロボティクスプラットフォームを目指す企業もある。</a:t>
            </a:r>
          </a:p>
        </p:txBody>
      </p:sp>
      <p:sp>
        <p:nvSpPr>
          <p:cNvPr id="8" name="">
            <a:extLst xmlns:a="http://schemas.openxmlformats.org/drawingml/2006/main">
              <a:ext uri="{FF2B5EF4-FFF2-40B4-BE49-F238E27FC236}">
                <a16:creationId xmlns:a16="http://schemas.microsoft.com/office/drawing/2014/main" id="{2ABB28C6-37B9-4358-98D5-0A8E43B83B25}"/>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703341A-F9C8-4D7E-9FCE-23851AC94E36}"/>
              </a:ext>
            </a:extLst>
          </p:cNvPr>
          <p:cNvSpPr>
            <a:spLocks xmlns:a="http://schemas.openxmlformats.org/drawingml/2006/main" noGrp="1"/>
          </p:cNvSpPr>
          <p:nvPr/>
        </p:nvSpPr>
        <p:spPr>
          <a:xfrm xmlns:a="http://schemas.openxmlformats.org/drawingml/2006/main">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0" name="">
            <a:extLst xmlns:a="http://schemas.openxmlformats.org/drawingml/2006/main">
              <a:ext uri="{FF2B5EF4-FFF2-40B4-BE49-F238E27FC236}">
                <a16:creationId xmlns:a16="http://schemas.microsoft.com/office/drawing/2014/main" id="{BDC89CB9-77B2-40E9-9D7E-1D950C7E8D4E}"/>
              </a:ext>
            </a:extLst>
          </p:cNvPr>
          <p:cNvSpPr>
            <a:spLocks xmlns:a="http://schemas.openxmlformats.org/drawingml/2006/main" noGrp="1"/>
          </p:cNvSpPr>
          <p:nvPr/>
        </p:nvSpPr>
        <p:spPr>
          <a:xfrm xmlns:a="http://schemas.openxmlformats.org/drawingml/2006/main">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1" name="">
            <a:extLst xmlns:a="http://schemas.openxmlformats.org/drawingml/2006/main">
              <a:ext uri="{FF2B5EF4-FFF2-40B4-BE49-F238E27FC236}">
                <a16:creationId xmlns:a16="http://schemas.microsoft.com/office/drawing/2014/main" id="{45694079-5095-4513-A64B-7597E8623504}"/>
              </a:ext>
            </a:extLst>
          </p:cNvPr>
          <p:cNvSpPr>
            <a:spLocks xmlns:a="http://schemas.openxmlformats.org/drawingml/2006/main" noGrp="1"/>
          </p:cNvSpPr>
          <p:nvPr/>
        </p:nvSpPr>
        <p:spPr>
          <a:xfrm xmlns:a="http://schemas.openxmlformats.org/drawingml/2006/main">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870750111"/>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A20E7BF-4FAD-4078-8AC7-29B43A75AE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85CBC7-602F-483F-8369-AC98EE5FD7D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79EC78B4-E476-45C4-9C7D-F702C050471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8A73E1-F043-4DD7-BDF8-CED2A3B2309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D8533AFB-5A22-407A-80C8-1DAFA625C8E6}"/>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F11E896E-C183-4666-8ECA-26F0B54BDB4A}"/>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958D2EC9-9CD6-4F86-B2A2-4E418E893D9B}"/>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B03C1E-6556-4FBB-AFED-4DF87BA46B5E}"/>
              </a:ext>
            </a:extLst>
          </p:cNvPr>
          <p:cNvSpPr>
            <a:spLocks xmlns:a="http://schemas.openxmlformats.org/drawingml/2006/main" noGrp="1"/>
          </p:cNvSpPr>
          <p:nvPr/>
        </p:nvSpPr>
        <p:spPr>
          <a:xfrm xmlns:a="http://schemas.openxmlformats.org/drawingml/2006/main">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BEEF1D5A-0539-4C1E-9B71-8BE1BBD54F6D}"/>
              </a:ext>
            </a:extLst>
          </p:cNvPr>
          <p:cNvSpPr>
            <a:spLocks xmlns:a="http://schemas.openxmlformats.org/drawingml/2006/main" noGrp="1"/>
          </p:cNvSpPr>
          <p:nvPr/>
        </p:nvSpPr>
        <p:spPr>
          <a:xfrm xmlns:a="http://schemas.openxmlformats.org/drawingml/2006/main">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Physical IntelligenceやNVIDIA。近いレイヤーには、現実世界を再現し、必要な実データ量を下げながらモデル開発まで進めるシミュレーション・デジタルツインがある。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367BC223-8AA9-4689-9320-4B96A56D6B6B}"/>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E395F3C-A2A0-401D-B886-1295226C1829}"/>
              </a:ext>
            </a:extLst>
          </p:cNvPr>
          <p:cNvSpPr>
            <a:spLocks xmlns:a="http://schemas.openxmlformats.org/drawingml/2006/main" noGrp="1"/>
          </p:cNvSpPr>
          <p:nvPr/>
        </p:nvSpPr>
        <p:spPr>
          <a:xfrm xmlns:a="http://schemas.openxmlformats.org/drawingml/2006/main">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91096D33-3D73-4C10-976E-01F4DCB40413}"/>
              </a:ext>
            </a:extLst>
          </p:cNvPr>
          <p:cNvSpPr>
            <a:spLocks xmlns:a="http://schemas.openxmlformats.org/drawingml/2006/main" noGrp="1"/>
          </p:cNvSpPr>
          <p:nvPr/>
        </p:nvSpPr>
        <p:spPr>
          <a:xfrm xmlns:a="http://schemas.openxmlformats.org/drawingml/2006/main">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3BD219B8-1DD4-4781-8A04-90F69535677A}"/>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64788B3-6BAD-4DA3-95EE-5E0B7C0DBE12}"/>
              </a:ext>
            </a:extLst>
          </p:cNvPr>
          <p:cNvSpPr>
            <a:spLocks xmlns:a="http://schemas.openxmlformats.org/drawingml/2006/main" noGrp="1"/>
          </p:cNvSpPr>
          <p:nvPr/>
        </p:nvSpPr>
        <p:spPr>
          <a:xfrm xmlns:a="http://schemas.openxmlformats.org/drawingml/2006/main">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B732F7FE-ACF0-491F-912B-118D0DDEFCA3}"/>
              </a:ext>
            </a:extLst>
          </p:cNvPr>
          <p:cNvSpPr>
            <a:spLocks xmlns:a="http://schemas.openxmlformats.org/drawingml/2006/main" noGrp="1"/>
          </p:cNvSpPr>
          <p:nvPr/>
        </p:nvSpPr>
        <p:spPr>
          <a:xfrm xmlns:a="http://schemas.openxmlformats.org/drawingml/2006/main">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49786699"/>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2295BEF8-9DFE-4F71-B1E6-07753DB0C87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BD729E-2AE8-4FD4-92DC-CAB8F9D9BE9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4C0FB9D4-EB9D-42BC-B73D-B6690D49168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72FB2F-F1DC-4C6C-9999-4A78B11CC7E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2A3DFA05-92E3-4462-A47B-6F0A4100E21D}"/>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95EA3C9E-DA3E-432B-8410-A01D0B62FE31}"/>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3821DF95-E16B-43AB-9B17-6EC476BDAB68}"/>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CA3070AC-5BBE-4581-9958-DF1F1D91B2A9}"/>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15B85030-E4CF-469F-8C6C-EDDC0A000E26}"/>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96888E43-58E6-4D86-94F1-F4FE2D8D55A5}"/>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73221A74-80E5-4C97-B328-BCAE29951F6A}"/>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BDAE90CF-144C-46E3-A18E-5E63E58A5A4E}"/>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3CCB85B0-D6B8-4159-A1D9-C9E1E06003C5}"/>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369FD214-C229-4044-98EA-5673C1122969}"/>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EDE08515-B24A-450E-8F3B-F16816F9C67B}"/>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2F7AED5-8CA6-40E5-8D9B-D647469E4980}"/>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A8010BCF-9280-48AF-9F17-67410CFFB5A9}"/>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B8777A-619D-4010-92F0-40C9F65DD19C}"/>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048CD93E-98E3-47B7-9A97-664932E310C2}"/>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DC74792-D4AE-4894-895A-52C78DEABF31}"/>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2A36C3EF-42B0-4128-A5FC-75285E111111}"/>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2129C90-9A36-49EC-AB75-746B30E7800A}"/>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EBA55500-2BF7-4475-843D-3416944A292B}"/>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0FBE5E0-0804-4D5B-9693-2EBD2E700C89}"/>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170A412A-C62E-4A32-B109-7463FC1291DE}"/>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B16419BB-C332-450D-B625-64256DDDB56F}"/>
              </a:ext>
            </a:extLst>
          </p:cNvPr>
          <p:cNvSpPr>
            <a:spLocks xmlns:a="http://schemas.openxmlformats.org/drawingml/2006/main" noGrp="1"/>
          </p:cNvSpPr>
          <p:nvPr/>
        </p:nvSpPr>
        <p:spPr>
          <a:xfrm xmlns:a="http://schemas.openxmlformats.org/drawingml/2006/main">
            <a:off x="2790825" y="304800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a:t>
            </a:r>
          </a:p>
        </p:txBody>
      </p:sp>
      <p:sp>
        <p:nvSpPr>
          <p:cNvPr id="27" name="">
            <a:extLst xmlns:a="http://schemas.openxmlformats.org/drawingml/2006/main">
              <a:ext uri="{FF2B5EF4-FFF2-40B4-BE49-F238E27FC236}">
                <a16:creationId xmlns:a16="http://schemas.microsoft.com/office/drawing/2014/main" id="{8ABF074C-841E-4F47-A6CB-DFFA04A05049}"/>
              </a:ext>
            </a:extLst>
          </p:cNvPr>
          <p:cNvSpPr>
            <a:spLocks xmlns:a="http://schemas.openxmlformats.org/drawingml/2006/main" noGrp="1"/>
          </p:cNvSpPr>
          <p:nvPr/>
        </p:nvSpPr>
        <p:spPr>
          <a:xfrm xmlns:a="http://schemas.openxmlformats.org/drawingml/2006/main">
            <a:off x="2790825" y="32861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現場データで改善</a:t>
            </a:r>
          </a:p>
        </p:txBody>
      </p:sp>
      <p:sp>
        <p:nvSpPr>
          <p:cNvPr id="28" name="">
            <a:extLst xmlns:a="http://schemas.openxmlformats.org/drawingml/2006/main">
              <a:ext uri="{FF2B5EF4-FFF2-40B4-BE49-F238E27FC236}">
                <a16:creationId xmlns:a16="http://schemas.microsoft.com/office/drawing/2014/main" id="{A3BA9386-389F-4627-8C5C-B7E4B40E69A0}"/>
              </a:ext>
            </a:extLst>
          </p:cNvPr>
          <p:cNvSpPr>
            <a:spLocks xmlns:a="http://schemas.openxmlformats.org/drawingml/2006/main" noGrp="1"/>
          </p:cNvSpPr>
          <p:nvPr/>
        </p:nvSpPr>
        <p:spPr>
          <a:xfrm xmlns:a="http://schemas.openxmlformats.org/drawingml/2006/main">
            <a:off x="2790825" y="36671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39986334-3DAD-460F-B1E9-B1E36EB0CD47}"/>
              </a:ext>
            </a:extLst>
          </p:cNvPr>
          <p:cNvSpPr>
            <a:spLocks xmlns:a="http://schemas.openxmlformats.org/drawingml/2006/main" noGrp="1"/>
          </p:cNvSpPr>
          <p:nvPr/>
        </p:nvSpPr>
        <p:spPr>
          <a:xfrm xmlns:a="http://schemas.openxmlformats.org/drawingml/2006/main">
            <a:off x="2790825" y="39052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機体・センサーへ反映</a:t>
            </a:r>
          </a:p>
        </p:txBody>
      </p:sp>
      <p:sp>
        <p:nvSpPr>
          <p:cNvPr id="30" name="">
            <a:extLst xmlns:a="http://schemas.openxmlformats.org/drawingml/2006/main">
              <a:ext uri="{FF2B5EF4-FFF2-40B4-BE49-F238E27FC236}">
                <a16:creationId xmlns:a16="http://schemas.microsoft.com/office/drawing/2014/main" id="{E19EBB63-A11F-41C5-9EF2-7FEE1E9EB0CD}"/>
              </a:ext>
            </a:extLst>
          </p:cNvPr>
          <p:cNvSpPr>
            <a:spLocks xmlns:a="http://schemas.openxmlformats.org/drawingml/2006/main" noGrp="1"/>
          </p:cNvSpPr>
          <p:nvPr/>
        </p:nvSpPr>
        <p:spPr>
          <a:xfrm xmlns:a="http://schemas.openxmlformats.org/drawingml/2006/main">
            <a:off x="2790825" y="42862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31" name="">
            <a:extLst xmlns:a="http://schemas.openxmlformats.org/drawingml/2006/main">
              <a:ext uri="{FF2B5EF4-FFF2-40B4-BE49-F238E27FC236}">
                <a16:creationId xmlns:a16="http://schemas.microsoft.com/office/drawing/2014/main" id="{90045602-DDFE-4BBD-A42F-543EB77D0A3E}"/>
              </a:ext>
            </a:extLst>
          </p:cNvPr>
          <p:cNvSpPr>
            <a:spLocks xmlns:a="http://schemas.openxmlformats.org/drawingml/2006/main" noGrp="1"/>
          </p:cNvSpPr>
          <p:nvPr/>
        </p:nvSpPr>
        <p:spPr>
          <a:xfrm xmlns:a="http://schemas.openxmlformats.org/drawingml/2006/main">
            <a:off x="2790825" y="452437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実作業へ導入</a:t>
            </a:r>
          </a:p>
        </p:txBody>
      </p:sp>
      <p:sp>
        <p:nvSpPr>
          <p:cNvPr id="32" name="">
            <a:extLst xmlns:a="http://schemas.openxmlformats.org/drawingml/2006/main">
              <a:ext uri="{FF2B5EF4-FFF2-40B4-BE49-F238E27FC236}">
                <a16:creationId xmlns:a16="http://schemas.microsoft.com/office/drawing/2014/main" id="{9A4E7CE9-BC84-4EB7-B2DE-999C11E594FC}"/>
              </a:ext>
            </a:extLst>
          </p:cNvPr>
          <p:cNvSpPr>
            <a:spLocks xmlns:a="http://schemas.openxmlformats.org/drawingml/2006/main" noGrp="1"/>
          </p:cNvSpPr>
          <p:nvPr/>
        </p:nvSpPr>
        <p:spPr>
          <a:xfrm xmlns:a="http://schemas.openxmlformats.org/drawingml/2006/main">
            <a:off x="3448050" y="34956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3" name="">
            <a:extLst xmlns:a="http://schemas.openxmlformats.org/drawingml/2006/main">
              <a:ext uri="{FF2B5EF4-FFF2-40B4-BE49-F238E27FC236}">
                <a16:creationId xmlns:a16="http://schemas.microsoft.com/office/drawing/2014/main" id="{0C3EEDBF-1380-4B21-BA17-200A0B84418E}"/>
              </a:ext>
            </a:extLst>
          </p:cNvPr>
          <p:cNvSpPr>
            <a:spLocks xmlns:a="http://schemas.openxmlformats.org/drawingml/2006/main" noGrp="1"/>
          </p:cNvSpPr>
          <p:nvPr/>
        </p:nvSpPr>
        <p:spPr>
          <a:xfrm xmlns:a="http://schemas.openxmlformats.org/drawingml/2006/main">
            <a:off x="3448050" y="41148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4" name="">
            <a:extLst xmlns:a="http://schemas.openxmlformats.org/drawingml/2006/main">
              <a:ext uri="{FF2B5EF4-FFF2-40B4-BE49-F238E27FC236}">
                <a16:creationId xmlns:a16="http://schemas.microsoft.com/office/drawing/2014/main" id="{A451AD29-FB57-4DB9-B3FE-2AA6C6E8C4D2}"/>
              </a:ext>
            </a:extLst>
          </p:cNvPr>
          <p:cNvSpPr>
            <a:spLocks xmlns:a="http://schemas.openxmlformats.org/drawingml/2006/main" noGrp="1"/>
          </p:cNvSpPr>
          <p:nvPr/>
        </p:nvSpPr>
        <p:spPr>
          <a:xfrm xmlns:a="http://schemas.openxmlformats.org/drawingml/2006/main">
            <a:off x="3600450" y="4752975"/>
            <a:ext cx="19050" cy="409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453CA87-3990-44A7-99DF-4BD4B3AA5722}"/>
              </a:ext>
            </a:extLst>
          </p:cNvPr>
          <p:cNvSpPr>
            <a:spLocks xmlns:a="http://schemas.openxmlformats.org/drawingml/2006/main" noGrp="1"/>
          </p:cNvSpPr>
          <p:nvPr/>
        </p:nvSpPr>
        <p:spPr>
          <a:xfrm xmlns:a="http://schemas.openxmlformats.org/drawingml/2006/main">
            <a:off x="3600450" y="5143500"/>
            <a:ext cx="63912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FEE4A91-0EBE-4CF9-881A-81EBC44CBAF0}"/>
              </a:ext>
            </a:extLst>
          </p:cNvPr>
          <p:cNvSpPr>
            <a:spLocks xmlns:a="http://schemas.openxmlformats.org/drawingml/2006/main" noGrp="1"/>
          </p:cNvSpPr>
          <p:nvPr/>
        </p:nvSpPr>
        <p:spPr>
          <a:xfrm xmlns:a="http://schemas.openxmlformats.org/drawingml/2006/main">
            <a:off x="9972675" y="2657475"/>
            <a:ext cx="19050" cy="2505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EF6444E-9597-423B-9113-4E4BE2014F07}"/>
              </a:ext>
            </a:extLst>
          </p:cNvPr>
          <p:cNvSpPr>
            <a:spLocks xmlns:a="http://schemas.openxmlformats.org/drawingml/2006/main" noGrp="1"/>
          </p:cNvSpPr>
          <p:nvPr/>
        </p:nvSpPr>
        <p:spPr>
          <a:xfrm xmlns:a="http://schemas.openxmlformats.org/drawingml/2006/main">
            <a:off x="4600575" y="2657475"/>
            <a:ext cx="53911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2BCD842-E940-475A-830A-1ED853D89D80}"/>
              </a:ext>
            </a:extLst>
          </p:cNvPr>
          <p:cNvSpPr>
            <a:spLocks xmlns:a="http://schemas.openxmlformats.org/drawingml/2006/main" noGrp="1"/>
          </p:cNvSpPr>
          <p:nvPr/>
        </p:nvSpPr>
        <p:spPr>
          <a:xfrm xmlns:a="http://schemas.openxmlformats.org/drawingml/2006/main">
            <a:off x="6600825" y="23812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現場で得たデータを戻す</a:t>
            </a:r>
          </a:p>
        </p:txBody>
      </p:sp>
      <p:sp>
        <p:nvSpPr>
          <p:cNvPr id="39" name="">
            <a:extLst xmlns:a="http://schemas.openxmlformats.org/drawingml/2006/main">
              <a:ext uri="{FF2B5EF4-FFF2-40B4-BE49-F238E27FC236}">
                <a16:creationId xmlns:a16="http://schemas.microsoft.com/office/drawing/2014/main" id="{653A440F-B945-410B-8674-D4854F9D0916}"/>
              </a:ext>
            </a:extLst>
          </p:cNvPr>
          <p:cNvSpPr>
            <a:spLocks xmlns:a="http://schemas.openxmlformats.org/drawingml/2006/main" noGrp="1"/>
          </p:cNvSpPr>
          <p:nvPr/>
        </p:nvSpPr>
        <p:spPr>
          <a:xfrm xmlns:a="http://schemas.openxmlformats.org/drawingml/2006/main">
            <a:off x="5048250" y="4867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現場で稼働</a:t>
            </a:r>
          </a:p>
        </p:txBody>
      </p:sp>
      <p:sp>
        <p:nvSpPr>
          <p:cNvPr id="40" name="">
            <a:extLst xmlns:a="http://schemas.openxmlformats.org/drawingml/2006/main">
              <a:ext uri="{FF2B5EF4-FFF2-40B4-BE49-F238E27FC236}">
                <a16:creationId xmlns:a16="http://schemas.microsoft.com/office/drawing/2014/main" id="{58FBDC78-546F-4CAE-BEBC-6EAF9C9A18D2}"/>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93B6F70-4521-4FA4-BBF9-31AF41A43C12}"/>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42" name="">
            <a:extLst xmlns:a="http://schemas.openxmlformats.org/drawingml/2006/main">
              <a:ext uri="{FF2B5EF4-FFF2-40B4-BE49-F238E27FC236}">
                <a16:creationId xmlns:a16="http://schemas.microsoft.com/office/drawing/2014/main" id="{C5CDA4A3-F855-4D96-A6F5-EC8179677758}"/>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335692006"/>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FA3020-368F-4A76-988F-5D5DFE6EBB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2FF09E-2AC4-4545-82E8-765BC2B601F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6C266D4B-0E5F-42D2-81BF-141D1569C19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6919A6-B72D-4207-AF77-A05E5140018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5C550270-5015-4B23-BF78-EAC3FF55E1CA}"/>
              </a:ext>
            </a:extLst>
          </p:cNvPr>
          <p:cNvSpPr>
            <a:spLocks xmlns:a="http://schemas.openxmlformats.org/drawingml/2006/main" noGrp="1"/>
          </p:cNvSpPr>
          <p:nvPr/>
        </p:nvSpPr>
        <p:spPr>
          <a:xfrm xmlns:a="http://schemas.openxmlformats.org/drawingml/2006/main">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2752838B-7376-49CA-B4BB-0DCD79E86FC2}"/>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2DA93A-3522-44D2-AE13-738E7A4662D7}"/>
              </a:ext>
            </a:extLst>
          </p:cNvPr>
          <p:cNvSpPr>
            <a:spLocks xmlns:a="http://schemas.openxmlformats.org/drawingml/2006/main" noGrp="1"/>
          </p:cNvSpPr>
          <p:nvPr/>
        </p:nvSpPr>
        <p:spPr>
          <a:xfrm xmlns:a="http://schemas.openxmlformats.org/drawingml/2006/main">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E4CC4548-68ED-4A0C-A241-E7FF4CD9755E}"/>
              </a:ext>
            </a:extLst>
          </p:cNvPr>
          <p:cNvSpPr>
            <a:spLocks xmlns:a="http://schemas.openxmlformats.org/drawingml/2006/main" noGrp="1"/>
          </p:cNvSpPr>
          <p:nvPr/>
        </p:nvSpPr>
        <p:spPr>
          <a:xfrm xmlns:a="http://schemas.openxmlformats.org/drawingml/2006/main">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248250404"/>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45E1A1-D9CC-4048-BC37-BDEBC252FD6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EB7D28-759C-4BE8-9CDB-424AAFE79DC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133A150B-F451-44A2-9F0A-6B2C0090B68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5E10FD-0F5E-4194-9283-BCBD676D715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2C9085DA-620F-40AE-9AC7-7974CE8E3E55}"/>
              </a:ext>
            </a:extLst>
          </p:cNvPr>
          <p:cNvSpPr>
            <a:spLocks xmlns:a="http://schemas.openxmlformats.org/drawingml/2006/main" noGrp="1"/>
          </p:cNvSpPr>
          <p:nvPr/>
        </p:nvSpPr>
        <p:spPr>
          <a:xfrm xmlns:a="http://schemas.openxmlformats.org/drawingml/2006/main">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独立したデータレイヤーが将来消滅するなら、データ収集企業に未来はないように聞こえるかもしれない。しかし私の考えは逆で、むしろデータ収集こそが最も有利な出発点である。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92EEF53C-B8F0-401D-98E4-10867A899253}"/>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D015C6-AFEF-4BDF-B91F-65E35A49197D}"/>
              </a:ext>
            </a:extLst>
          </p:cNvPr>
          <p:cNvSpPr>
            <a:spLocks xmlns:a="http://schemas.openxmlformats.org/drawingml/2006/main" noGrp="1"/>
          </p:cNvSpPr>
          <p:nvPr/>
        </p:nvSpPr>
        <p:spPr>
          <a:xfrm xmlns:a="http://schemas.openxmlformats.org/drawingml/2006/main">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B4BDC559-4E8A-4AD2-B959-04D08C7957F8}"/>
              </a:ext>
            </a:extLst>
          </p:cNvPr>
          <p:cNvSpPr>
            <a:spLocks xmlns:a="http://schemas.openxmlformats.org/drawingml/2006/main" noGrp="1"/>
          </p:cNvSpPr>
          <p:nvPr/>
        </p:nvSpPr>
        <p:spPr>
          <a:xfrm xmlns:a="http://schemas.openxmlformats.org/drawingml/2006/main">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8646A"/>
                </a:solidFill>
                <a:latin typeface="Hiragino Sans"/>
                <a:ea typeface="Hiragino Sans"/>
                <a:cs typeface="Hiragino Sans"/>
              </a:defRPr>
            </a:pPr>
            <a:r>
              <a:rPr sz="150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723589219"/>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CEB852-A254-48DE-8221-7357FE70F0B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83F2F3-7623-42BA-9720-2C67CCAA82C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5DC1CF59-4D69-42F5-B57E-127C4323614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926018-EBB9-4F31-919F-58B501EEAED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B982B321-4D83-4CC5-B905-DD1B354BB635}"/>
              </a:ext>
            </a:extLst>
          </p:cNvPr>
          <p:cNvSpPr>
            <a:spLocks xmlns:a="http://schemas.openxmlformats.org/drawingml/2006/main" noGrp="1"/>
          </p:cNvSpPr>
          <p:nvPr/>
        </p:nvSpPr>
        <p:spPr>
          <a:xfrm xmlns:a="http://schemas.openxmlformats.org/drawingml/2006/main">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EC154D27-F193-4CA1-B209-24945F46FBBF}"/>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BDCEA0-6433-4750-B33F-60AFD94F9DCC}"/>
              </a:ext>
            </a:extLst>
          </p:cNvPr>
          <p:cNvSpPr>
            <a:spLocks xmlns:a="http://schemas.openxmlformats.org/drawingml/2006/main" noGrp="1"/>
          </p:cNvSpPr>
          <p:nvPr/>
        </p:nvSpPr>
        <p:spPr>
          <a:xfrm xmlns:a="http://schemas.openxmlformats.org/drawingml/2006/main">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464112764"/>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7CCD47-5B4C-4EF9-A1A3-F0BFAC9CBB7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73E667-8FFE-4AE9-9B16-1417DEB63C6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DAED70BE-F133-4353-AA0E-12D45681C5C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6A8E52-CF0C-4B86-AF0A-B28BF0B1300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50AE0C0C-B28B-482A-B0E4-E073B9F3BCB2}"/>
              </a:ext>
            </a:extLst>
          </p:cNvPr>
          <p:cNvSpPr>
            <a:spLocks xmlns:a="http://schemas.openxmlformats.org/drawingml/2006/main" noGrp="1"/>
          </p:cNvSpPr>
          <p:nvPr/>
        </p:nvSpPr>
        <p:spPr>
          <a:xfrm xmlns:a="http://schemas.openxmlformats.org/drawingml/2006/main">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52A773D0-3FCF-4528-BD1A-E4D27281B92E}"/>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93F831-90C9-4CEF-B413-FFE357181C3F}"/>
              </a:ext>
            </a:extLst>
          </p:cNvPr>
          <p:cNvSpPr>
            <a:spLocks xmlns:a="http://schemas.openxmlformats.org/drawingml/2006/main" noGrp="1"/>
          </p:cNvSpPr>
          <p:nvPr/>
        </p:nvSpPr>
        <p:spPr>
          <a:xfrm xmlns:a="http://schemas.openxmlformats.org/drawingml/2006/main">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7BC5FD8B-0D34-43C4-8342-94D61F3FCECD}"/>
              </a:ext>
            </a:extLst>
          </p:cNvPr>
          <p:cNvSpPr>
            <a:spLocks xmlns:a="http://schemas.openxmlformats.org/drawingml/2006/main" noGrp="1"/>
          </p:cNvSpPr>
          <p:nvPr/>
        </p:nvSpPr>
        <p:spPr>
          <a:xfrm xmlns:a="http://schemas.openxmlformats.org/drawingml/2006/main">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1669640613"/>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3FBB21-9AA7-4D0A-93E7-2371DD2A06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16684A-0131-4540-8DEA-A75B402F313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D00082D5-AE29-48F6-8AD5-84743B3268F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9FFF09-C2B2-428A-8266-BD64DF8327D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99CB60CB-9249-489D-B9B3-CD6A0C1F80C5}"/>
              </a:ext>
            </a:extLst>
          </p:cNvPr>
          <p:cNvSpPr>
            <a:spLocks xmlns:a="http://schemas.openxmlformats.org/drawingml/2006/main" noGrp="1"/>
          </p:cNvSpPr>
          <p:nvPr/>
        </p:nvSpPr>
        <p:spPr>
          <a:xfrm xmlns:a="http://schemas.openxmlformats.org/drawingml/2006/main">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7D63C412-8995-4538-9659-B7B91F5D8AE3}"/>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08287F1-FD8A-4F33-9FF5-36152683E45D}"/>
              </a:ext>
            </a:extLst>
          </p:cNvPr>
          <p:cNvSpPr>
            <a:spLocks xmlns:a="http://schemas.openxmlformats.org/drawingml/2006/main" noGrp="1"/>
          </p:cNvSpPr>
          <p:nvPr/>
        </p:nvSpPr>
        <p:spPr>
          <a:xfrm xmlns:a="http://schemas.openxmlformats.org/drawingml/2006/main">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75FD54BF-8A8C-412D-AA51-F962DDC5F071}"/>
              </a:ext>
            </a:extLst>
          </p:cNvPr>
          <p:cNvSpPr>
            <a:spLocks xmlns:a="http://schemas.openxmlformats.org/drawingml/2006/main" noGrp="1"/>
          </p:cNvSpPr>
          <p:nvPr/>
        </p:nvSpPr>
        <p:spPr>
          <a:xfrm xmlns:a="http://schemas.openxmlformats.org/drawingml/2006/main">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209557992"/>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1B6619-495B-4478-ACC3-004A6B01BF0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48E076-E169-41B8-AC66-833BA2A11F4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DDC2A5F7-D6E9-4315-BC52-946109AEAC8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507EA1-92DE-4754-AF20-19219028CDE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A74F1935-6183-44D4-AD4D-A16D2287C7E2}"/>
              </a:ext>
            </a:extLst>
          </p:cNvPr>
          <p:cNvSpPr>
            <a:spLocks xmlns:a="http://schemas.openxmlformats.org/drawingml/2006/main" noGrp="1"/>
          </p:cNvSpPr>
          <p:nvPr/>
        </p:nvSpPr>
        <p:spPr>
          <a:xfrm xmlns:a="http://schemas.openxmlformats.org/drawingml/2006/main">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EA2D239F-DAA9-42FF-8F6B-6DAC6F4B5D8A}"/>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7E60FA-F06F-44A3-9FC4-87930AE11698}"/>
              </a:ext>
            </a:extLst>
          </p:cNvPr>
          <p:cNvSpPr>
            <a:spLocks xmlns:a="http://schemas.openxmlformats.org/drawingml/2006/main" noGrp="1"/>
          </p:cNvSpPr>
          <p:nvPr/>
        </p:nvSpPr>
        <p:spPr>
          <a:xfrm xmlns:a="http://schemas.openxmlformats.org/drawingml/2006/main">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16DBC1F9-B9C8-4114-AD14-B58CE407E2F3}"/>
              </a:ext>
            </a:extLst>
          </p:cNvPr>
          <p:cNvSpPr>
            <a:spLocks xmlns:a="http://schemas.openxmlformats.org/drawingml/2006/main" noGrp="1"/>
          </p:cNvSpPr>
          <p:nvPr/>
        </p:nvSpPr>
        <p:spPr>
          <a:xfrm xmlns:a="http://schemas.openxmlformats.org/drawingml/2006/main">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1862272257"/>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30790F-154F-4169-B898-9F90804A15A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C556A2-72AD-4929-983D-931F988DE0E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84C21BA6-CA5C-4C3A-9C19-F8A9EDE079C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F1D757-AFD8-4411-ADDE-4DBCBAB6BB8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410E1C8A-98F7-403B-B540-73976480D538}"/>
              </a:ext>
            </a:extLst>
          </p:cNvPr>
          <p:cNvSpPr>
            <a:spLocks xmlns:a="http://schemas.openxmlformats.org/drawingml/2006/main" noGrp="1"/>
          </p:cNvSpPr>
          <p:nvPr/>
        </p:nvSpPr>
        <p:spPr>
          <a:xfrm xmlns:a="http://schemas.openxmlformats.org/drawingml/2006/main">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DE80985E-9C0F-4687-BF9D-C6BBC1891DA9}"/>
              </a:ext>
            </a:extLst>
          </p:cNvPr>
          <p:cNvSpPr>
            <a:spLocks xmlns:a="http://schemas.openxmlformats.org/drawingml/2006/main" noGrp="1"/>
          </p:cNvSpPr>
          <p:nvPr/>
        </p:nvSpPr>
        <p:spPr>
          <a:xfrm xmlns:a="http://schemas.openxmlformats.org/drawingml/2006/main">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7BE6B317-AC14-446A-B4FB-746E4FDF9A37}"/>
              </a:ext>
            </a:extLst>
          </p:cNvPr>
          <p:cNvSpPr>
            <a:spLocks xmlns:a="http://schemas.openxmlformats.org/drawingml/2006/main" noGrp="1"/>
          </p:cNvSpPr>
          <p:nvPr/>
        </p:nvSpPr>
        <p:spPr>
          <a:xfrm xmlns:a="http://schemas.openxmlformats.org/drawingml/2006/main">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8CFE1B1A-18EA-4F0C-A852-9B05EFC03836}"/>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30B163D-5830-4A46-B7C7-2F80B0C9378A}"/>
              </a:ext>
            </a:extLst>
          </p:cNvPr>
          <p:cNvSpPr>
            <a:spLocks xmlns:a="http://schemas.openxmlformats.org/drawingml/2006/main" noGrp="1"/>
          </p:cNvSpPr>
          <p:nvPr/>
        </p:nvSpPr>
        <p:spPr>
          <a:xfrm xmlns:a="http://schemas.openxmlformats.org/drawingml/2006/main">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4A03D5BF-291A-423F-B638-3E615722CA5C}"/>
              </a:ext>
            </a:extLst>
          </p:cNvPr>
          <p:cNvSpPr>
            <a:spLocks xmlns:a="http://schemas.openxmlformats.org/drawingml/2006/main" noGrp="1"/>
          </p:cNvSpPr>
          <p:nvPr/>
        </p:nvSpPr>
        <p:spPr>
          <a:xfrm xmlns:a="http://schemas.openxmlformats.org/drawingml/2006/main">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C2E8498B-9361-492E-B7B5-14E93BB5AF16}"/>
              </a:ext>
            </a:extLst>
          </p:cNvPr>
          <p:cNvSpPr>
            <a:spLocks xmlns:a="http://schemas.openxmlformats.org/drawingml/2006/main" noGrp="1"/>
          </p:cNvSpPr>
          <p:nvPr/>
        </p:nvSpPr>
        <p:spPr>
          <a:xfrm xmlns:a="http://schemas.openxmlformats.org/drawingml/2006/main">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9E199037-40FE-4B2C-BD9B-BDBEF192B4AA}"/>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538342000"/>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E2ABE5A-28E1-42EF-9AEE-494A59E3278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62ABA6-8431-45EF-A55B-C4F0FC09D36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CEDB6FB9-DE60-4E11-B2B7-0E21ABF3296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116EF3-56B0-4D5C-B12F-C5C72F77228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0624CABA-EC2F-430A-BAAE-0DDFB0A6B336}"/>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53EDCDE9-8B99-4DF4-9539-CB8B81A32827}"/>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5B9E3677-F8BE-4F42-A717-3CBA38859108}"/>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22F037D9-40EA-49CF-85C8-F8895406E41D}"/>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14BDAB5F-A114-4AEC-9B6D-1BACCA9AF794}"/>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66CFD30A-8AD5-4B15-9025-CC685238B6C8}"/>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0591193F-9560-415B-A530-87DA0E428C99}"/>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4FD70C3-83AF-4DDD-BDF8-FC67C6279DCA}"/>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2D4A27A6-4104-4EEE-894D-C884D6F0ACDD}"/>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013F8722-6E0B-43ED-947B-97185D43CB4D}"/>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C61AF2E1-0D25-4758-90EA-A5F0A863E431}"/>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6F33557C-5752-44AB-98F2-DFF46C0F73B2}"/>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296DABAC-C397-4865-B7D1-AC77C2FCB711}"/>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E7848F0-F166-4BE2-B7F0-46A67160E53B}"/>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BB85564-74D9-46AA-AC2D-ED24ABD66EA5}"/>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7D84B427-E843-4C0B-8187-958746C8EA67}"/>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98B0CF5F-12AD-4E3E-B14C-325D0260030B}"/>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BB4729A-D322-42D8-A1D9-DB9228BC4A11}"/>
              </a:ext>
            </a:extLst>
          </p:cNvPr>
          <p:cNvSpPr>
            <a:spLocks xmlns:a="http://schemas.openxmlformats.org/drawingml/2006/main" noGrp="1"/>
          </p:cNvSpPr>
          <p:nvPr/>
        </p:nvSpPr>
        <p:spPr>
          <a:xfrm xmlns:a="http://schemas.openxmlformats.org/drawingml/2006/main">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761132727"/>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B09DF4E-5C9C-428C-9326-76D8EBEE507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E550D6-5E89-4C93-8F87-BC4AD2BF713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9BEEBE03-0A81-47CC-A401-9B96674D272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D5B9D9-89E2-486C-A43D-ADCAE42AB05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40D4C461-1779-4EA2-81AC-1F4064E8CD7C}"/>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11998328-1F4A-4D57-9FE2-164AFBCC3089}"/>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7C71AE77-6578-4605-BF27-7F01A30BE0E3}"/>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DA68CE-33CB-40F5-A287-7FE5EBAD6B6D}"/>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829DC985-809C-4AA5-BE8E-86B52BAD6A59}"/>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CF893E5F-CA36-4E5C-9DF8-0C1A8F9F126A}"/>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CEB3BC-38AB-4AEA-9B23-9279BF50694C}"/>
              </a:ext>
            </a:extLst>
          </p:cNvPr>
          <p:cNvSpPr>
            <a:spLocks xmlns:a="http://schemas.openxmlformats.org/drawingml/2006/main" noGrp="1"/>
          </p:cNvSpPr>
          <p:nvPr/>
        </p:nvSpPr>
        <p:spPr>
          <a:xfrm xmlns:a="http://schemas.openxmlformats.org/drawingml/2006/main">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4DD66E49-9BE0-473E-9150-7D8F3CDF24B7}"/>
              </a:ext>
            </a:extLst>
          </p:cNvPr>
          <p:cNvSpPr>
            <a:spLocks xmlns:a="http://schemas.openxmlformats.org/drawingml/2006/main" noGrp="1"/>
          </p:cNvSpPr>
          <p:nvPr/>
        </p:nvSpPr>
        <p:spPr>
          <a:xfrm xmlns:a="http://schemas.openxmlformats.org/drawingml/2006/main">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CA580912-31A5-4809-B8A9-B274379A35CB}"/>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8E49B44-1669-49E5-BCCE-1A6A0E2B2254}"/>
              </a:ext>
            </a:extLst>
          </p:cNvPr>
          <p:cNvSpPr>
            <a:spLocks xmlns:a="http://schemas.openxmlformats.org/drawingml/2006/main" noGrp="1"/>
          </p:cNvSpPr>
          <p:nvPr/>
        </p:nvSpPr>
        <p:spPr>
          <a:xfrm xmlns:a="http://schemas.openxmlformats.org/drawingml/2006/main">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DC1C8E2D-4E11-49AF-AF88-3F4AC2EEBB3D}"/>
              </a:ext>
            </a:extLst>
          </p:cNvPr>
          <p:cNvSpPr>
            <a:spLocks xmlns:a="http://schemas.openxmlformats.org/drawingml/2006/main" noGrp="1"/>
          </p:cNvSpPr>
          <p:nvPr/>
        </p:nvSpPr>
        <p:spPr>
          <a:xfrm xmlns:a="http://schemas.openxmlformats.org/drawingml/2006/main">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73A1C415-612A-4ECA-8520-AD405729A304}"/>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DBF8022-7718-4D48-9571-BB96F750339F}"/>
              </a:ext>
            </a:extLst>
          </p:cNvPr>
          <p:cNvSpPr>
            <a:spLocks xmlns:a="http://schemas.openxmlformats.org/drawingml/2006/main" noGrp="1"/>
          </p:cNvSpPr>
          <p:nvPr/>
        </p:nvSpPr>
        <p:spPr>
          <a:xfrm xmlns:a="http://schemas.openxmlformats.org/drawingml/2006/main">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D8CBB1C7-391F-4A11-957D-E18AE369B50B}"/>
              </a:ext>
            </a:extLst>
          </p:cNvPr>
          <p:cNvSpPr>
            <a:spLocks xmlns:a="http://schemas.openxmlformats.org/drawingml/2006/main" noGrp="1"/>
          </p:cNvSpPr>
          <p:nvPr/>
        </p:nvSpPr>
        <p:spPr>
          <a:xfrm xmlns:a="http://schemas.openxmlformats.org/drawingml/2006/main">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641905193"/>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BE916B-8379-4F47-B07C-C88BCC28BF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3306B6-5566-4ED3-B621-2C1ECB24321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BB03529E-FF97-4252-84CD-7855E4F2E91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377FE2-55E9-4A98-9D40-C96FC57E2A2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596D1030-9038-4A3B-BCF7-339A02E9C9A2}"/>
              </a:ext>
            </a:extLst>
          </p:cNvPr>
          <p:cNvSpPr>
            <a:spLocks xmlns:a="http://schemas.openxmlformats.org/drawingml/2006/main" noGrp="1"/>
          </p:cNvSpPr>
          <p:nvPr/>
        </p:nvSpPr>
        <p:spPr>
          <a:xfrm xmlns:a="http://schemas.openxmlformats.org/drawingml/2006/main">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B3FD8265-5C5D-4272-BA5F-E2A63CEC0C82}"/>
              </a:ext>
            </a:extLst>
          </p:cNvPr>
          <p:cNvSpPr>
            <a:spLocks xmlns:a="http://schemas.openxmlformats.org/drawingml/2006/main" noGrp="1"/>
          </p:cNvSpPr>
          <p:nvPr/>
        </p:nvSpPr>
        <p:spPr>
          <a:xfrm xmlns:a="http://schemas.openxmlformats.org/drawingml/2006/main">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40C01627-EDED-4324-88E0-E6892719B594}"/>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07F28C-704B-4F68-A418-82CEAD3BD503}"/>
              </a:ext>
            </a:extLst>
          </p:cNvPr>
          <p:cNvSpPr>
            <a:spLocks xmlns:a="http://schemas.openxmlformats.org/drawingml/2006/main" noGrp="1"/>
          </p:cNvSpPr>
          <p:nvPr/>
        </p:nvSpPr>
        <p:spPr>
          <a:xfrm xmlns:a="http://schemas.openxmlformats.org/drawingml/2006/main">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F4C7B50D-0BD2-4EAD-A2C3-C3BFB8499731}"/>
              </a:ext>
            </a:extLst>
          </p:cNvPr>
          <p:cNvSpPr>
            <a:spLocks xmlns:a="http://schemas.openxmlformats.org/drawingml/2006/main" noGrp="1"/>
          </p:cNvSpPr>
          <p:nvPr/>
        </p:nvSpPr>
        <p:spPr>
          <a:xfrm xmlns:a="http://schemas.openxmlformats.org/drawingml/2006/main">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F1AE4FDD-8F8E-48C3-886E-0334C9BBCBE9}"/>
              </a:ext>
            </a:extLst>
          </p:cNvPr>
          <p:cNvSpPr>
            <a:spLocks xmlns:a="http://schemas.openxmlformats.org/drawingml/2006/main" noGrp="1"/>
          </p:cNvSpPr>
          <p:nvPr/>
        </p:nvSpPr>
        <p:spPr>
          <a:xfrm xmlns:a="http://schemas.openxmlformats.org/drawingml/2006/main">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625641175"/>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5C6AD5C-BC08-44AC-86F7-1C65B6BD81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B22167-6414-49EB-B995-46E3289DE58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300AD7A9-36FB-49CD-8515-2054C0CABA5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7744F6-81BF-409B-814D-3AA6374B4E6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FA768CCC-8544-469D-89BA-15377F1B707B}"/>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A96882DE-7D28-461C-A123-EE6ADBCD6EB8}"/>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148394B5-580C-43DA-A7AB-3E537068B11D}"/>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DFDAAD7-4A7B-4ABD-87F5-B3495660B8FB}"/>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9AE9B472-2F74-4BEE-9A7D-935E86D2845F}"/>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4E40FEBE-00A5-41F2-AF99-DCA97E1FB592}"/>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521DAC-CEED-4D7B-A688-C06FE321ADF7}"/>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D3B6CCCD-56FC-4534-9634-A3A502007B33}"/>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806CD77F-75BD-4F47-A81C-47650E97607D}"/>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E4C58F-A4B2-47FE-A7B8-EF41FE0A39A7}"/>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203406FC-3578-4402-B4AF-F60F3C8FDCB7}"/>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279323964"/>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C4982E-7252-43FC-8802-B6089E1020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E6F683-3F5C-4010-8693-E0170A78A65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932BA92C-4837-4B73-A733-47E3A15CEEC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972E6E-F39A-469F-B361-D1E38844129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305e613fb6d424c"/>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5F88A44-4347-4926-AFC3-CD17269B15F7}"/>
              </a:ext>
            </a:extLst>
          </p:cNvPr>
          <p:cNvSpPr>
            <a:spLocks xmlns:a="http://schemas.openxmlformats.org/drawingml/2006/main" noGrp="1"/>
          </p:cNvSpPr>
          <p:nvPr/>
        </p:nvSpPr>
        <p:spPr>
          <a:xfrm xmlns:a="http://schemas.openxmlformats.org/drawingml/2006/main">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B5BC8AA0-8E74-46EF-B296-8C153873F455}"/>
              </a:ext>
            </a:extLst>
          </p:cNvPr>
          <p:cNvSpPr>
            <a:spLocks xmlns:a="http://schemas.openxmlformats.org/drawingml/2006/main" noGrp="1"/>
          </p:cNvSpPr>
          <p:nvPr/>
        </p:nvSpPr>
        <p:spPr>
          <a:xfrm xmlns:a="http://schemas.openxmlformats.org/drawingml/2006/main">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A430DFD3-3426-4DE7-9B01-A9DEF53EA45A}"/>
              </a:ext>
            </a:extLst>
          </p:cNvPr>
          <p:cNvSpPr>
            <a:spLocks xmlns:a="http://schemas.openxmlformats.org/drawingml/2006/main" noGrp="1"/>
          </p:cNvSpPr>
          <p:nvPr/>
        </p:nvSpPr>
        <p:spPr>
          <a:xfrm xmlns:a="http://schemas.openxmlformats.org/drawingml/2006/main">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082301315d14693"/>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0C75E26-E9FD-46CA-8F23-E059C86321A8}"/>
              </a:ext>
            </a:extLst>
          </p:cNvPr>
          <p:cNvSpPr>
            <a:spLocks xmlns:a="http://schemas.openxmlformats.org/drawingml/2006/main" noGrp="1"/>
          </p:cNvSpPr>
          <p:nvPr/>
        </p:nvSpPr>
        <p:spPr>
          <a:xfrm xmlns:a="http://schemas.openxmlformats.org/drawingml/2006/main">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0E22A506-0936-4C3E-8FAC-1857DCEB540A}"/>
              </a:ext>
            </a:extLst>
          </p:cNvPr>
          <p:cNvSpPr>
            <a:spLocks xmlns:a="http://schemas.openxmlformats.org/drawingml/2006/main" noGrp="1"/>
          </p:cNvSpPr>
          <p:nvPr/>
        </p:nvSpPr>
        <p:spPr>
          <a:xfrm xmlns:a="http://schemas.openxmlformats.org/drawingml/2006/main">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0D3AABF6-F127-43BB-B5C8-89B2D742B2F2}"/>
              </a:ext>
            </a:extLst>
          </p:cNvPr>
          <p:cNvSpPr>
            <a:spLocks xmlns:a="http://schemas.openxmlformats.org/drawingml/2006/main" noGrp="1"/>
          </p:cNvSpPr>
          <p:nvPr/>
        </p:nvSpPr>
        <p:spPr>
          <a:xfrm xmlns:a="http://schemas.openxmlformats.org/drawingml/2006/main">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9a7293cb4be461a"/>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8032E87-EB0A-4764-967F-586971AB2BF3}"/>
              </a:ext>
            </a:extLst>
          </p:cNvPr>
          <p:cNvSpPr>
            <a:spLocks xmlns:a="http://schemas.openxmlformats.org/drawingml/2006/main" noGrp="1"/>
          </p:cNvSpPr>
          <p:nvPr/>
        </p:nvSpPr>
        <p:spPr>
          <a:xfrm xmlns:a="http://schemas.openxmlformats.org/drawingml/2006/main">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55C91BC6-DA71-43FF-8A96-C7AD33FFD4FA}"/>
              </a:ext>
            </a:extLst>
          </p:cNvPr>
          <p:cNvSpPr>
            <a:spLocks xmlns:a="http://schemas.openxmlformats.org/drawingml/2006/main" noGrp="1"/>
          </p:cNvSpPr>
          <p:nvPr/>
        </p:nvSpPr>
        <p:spPr>
          <a:xfrm xmlns:a="http://schemas.openxmlformats.org/drawingml/2006/main">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EBF3B464-F8A9-4D2B-8739-48F5A289A2C1}"/>
              </a:ext>
            </a:extLst>
          </p:cNvPr>
          <p:cNvSpPr>
            <a:spLocks xmlns:a="http://schemas.openxmlformats.org/drawingml/2006/main" noGrp="1"/>
          </p:cNvSpPr>
          <p:nvPr/>
        </p:nvSpPr>
        <p:spPr>
          <a:xfrm xmlns:a="http://schemas.openxmlformats.org/drawingml/2006/main">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C37EFA75-080A-4D49-88E3-7C7DA40A0D52}"/>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D917B4-C3A3-4446-9324-6BB84ACBCDA7}"/>
              </a:ext>
            </a:extLst>
          </p:cNvPr>
          <p:cNvSpPr>
            <a:spLocks xmlns:a="http://schemas.openxmlformats.org/drawingml/2006/main" noGrp="1"/>
          </p:cNvSpPr>
          <p:nvPr/>
        </p:nvSpPr>
        <p:spPr>
          <a:xfrm xmlns:a="http://schemas.openxmlformats.org/drawingml/2006/main">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244626362"/>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B16E72-1DF9-4748-955D-4311244A4BD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BFDB99-C1D3-4C13-AA8E-C35181658AE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BD1FC325-6A91-4703-9C64-C2591DA53F9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7A9704-53A5-4A0C-9821-1202B73807F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F905570C-5E55-4302-8AD1-5F7003A563A1}"/>
              </a:ext>
            </a:extLst>
          </p:cNvPr>
          <p:cNvSpPr>
            <a:spLocks xmlns:a="http://schemas.openxmlformats.org/drawingml/2006/main" noGrp="1"/>
          </p:cNvSpPr>
          <p:nvPr/>
        </p:nvSpPr>
        <p:spPr>
          <a:xfrm xmlns:a="http://schemas.openxmlformats.org/drawingml/2006/main">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8E2391B4-0AB3-4441-BA56-0C81AD3F5506}"/>
              </a:ext>
            </a:extLst>
          </p:cNvPr>
          <p:cNvSpPr>
            <a:spLocks xmlns:a="http://schemas.openxmlformats.org/drawingml/2006/main" noGrp="1"/>
          </p:cNvSpPr>
          <p:nvPr/>
        </p:nvSpPr>
        <p:spPr>
          <a:xfrm xmlns:a="http://schemas.openxmlformats.org/drawingml/2006/main">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58820018"/>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ED0600-EA8D-43B9-8324-D58B7C23AB7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44FA54-7229-4915-A807-BD92F53CC54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E2E94A9D-CB2E-4A0B-A576-4C441DC4F8D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DA9E4D-FB15-4AC9-A835-908B0ADE02B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B223BB5-3A3B-4BE3-9D91-4CFA1DC8FEF7}"/>
              </a:ext>
            </a:extLst>
          </p:cNvPr>
          <p:cNvSpPr>
            <a:spLocks xmlns:a="http://schemas.openxmlformats.org/drawingml/2006/main" noGrp="1"/>
          </p:cNvSpPr>
          <p:nvPr/>
        </p:nvSpPr>
        <p:spPr>
          <a:xfrm xmlns:a="http://schemas.openxmlformats.org/drawingml/2006/main">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月10,000時間を12か月継続した場合、流通総額は1.92億円、会社取り分は9,600万円、デバイス償却後は約8,726万円。</a:t>
            </a:r>
          </a:p>
        </p:txBody>
      </p:sp>
      <p:sp>
        <p:nvSpPr>
          <p:cNvPr id="7" name="">
            <a:extLst xmlns:a="http://schemas.openxmlformats.org/drawingml/2006/main">
              <a:ext uri="{FF2B5EF4-FFF2-40B4-BE49-F238E27FC236}">
                <a16:creationId xmlns:a16="http://schemas.microsoft.com/office/drawing/2014/main" id="{520EE214-151E-464B-BFD7-CDE079F80799}"/>
              </a:ext>
            </a:extLst>
          </p:cNvPr>
          <p:cNvSpPr>
            <a:spLocks xmlns:a="http://schemas.openxmlformats.org/drawingml/2006/main" noGrp="1"/>
          </p:cNvSpPr>
          <p:nvPr/>
        </p:nvSpPr>
        <p:spPr>
          <a:xfrm xmlns:a="http://schemas.openxmlformats.org/drawingml/2006/main">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768706760"/>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B2D1D9-8377-4066-B900-E3EAF29AD8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E14B57-87B1-4B5D-A0EE-8BA4AC8701F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AF61D9DF-78A0-4D05-97A3-C34186EBAC2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6EB3E6F-58D2-43F7-9181-9F104E4B6E8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D7022F79-887B-4245-9F92-9287DB05DA1A}"/>
              </a:ext>
            </a:extLst>
          </p:cNvPr>
          <p:cNvSpPr>
            <a:spLocks xmlns:a="http://schemas.openxmlformats.org/drawingml/2006/main" noGrp="1"/>
          </p:cNvSpPr>
          <p:nvPr/>
        </p:nvSpPr>
        <p:spPr>
          <a:xfrm xmlns:a="http://schemas.openxmlformats.org/drawingml/2006/main">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44A8C20-F357-4484-B996-D342393A9C52}"/>
              </a:ext>
            </a:extLst>
          </p:cNvPr>
          <p:cNvSpPr>
            <a:spLocks xmlns:a="http://schemas.openxmlformats.org/drawingml/2006/main" noGrp="1"/>
          </p:cNvSpPr>
          <p:nvPr/>
        </p:nvSpPr>
        <p:spPr>
          <a:xfrm xmlns:a="http://schemas.openxmlformats.org/drawingml/2006/main">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104659280"/>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B80EC62-DE0D-4D6E-9254-F32828BEBD4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A4333A-73CF-45D2-8CE3-F96DB842B48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B0510125-7045-44BA-8DAD-ABF3E170932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7273F6-DB91-42EA-BF8B-CC7F9A65F70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A6217560-AB70-47C4-8772-143C1243A36A}"/>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7E12F153-0A16-41CC-8C8E-FA7738D832CE}"/>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映像は1時間あたり5〜15GB。月500時間で2.5〜7.5TB、月10,000時間で50〜150TB。Nextremerへ格納する形で自社負担を抑える。</a:t>
            </a:r>
          </a:p>
        </p:txBody>
      </p:sp>
      <p:sp>
        <p:nvSpPr>
          <p:cNvPr id="7" name="">
            <a:extLst xmlns:a="http://schemas.openxmlformats.org/drawingml/2006/main">
              <a:ext uri="{FF2B5EF4-FFF2-40B4-BE49-F238E27FC236}">
                <a16:creationId xmlns:a16="http://schemas.microsoft.com/office/drawing/2014/main" id="{EAA5FD45-7EA4-4CB0-A32C-09DC7124BA64}"/>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2D6E46-F283-469A-814E-4E1F852F416B}"/>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2AB7B4BD-181E-4708-B285-79756F2B06C2}"/>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E15A50C8-E989-46EE-AF21-A02F81103CA6}"/>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D136C25-C187-4D9A-93D4-78B6AE3624D2}"/>
              </a:ext>
            </a:extLst>
          </p:cNvPr>
          <p:cNvSpPr>
            <a:spLocks xmlns:a="http://schemas.openxmlformats.org/drawingml/2006/main" noGrp="1"/>
          </p:cNvSpPr>
          <p:nvPr/>
        </p:nvSpPr>
        <p:spPr>
          <a:xfrm xmlns:a="http://schemas.openxmlformats.org/drawingml/2006/main">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68D463D6-6B29-49FE-AE8C-E87C7D7E6C1A}"/>
              </a:ext>
            </a:extLst>
          </p:cNvPr>
          <p:cNvSpPr>
            <a:spLocks xmlns:a="http://schemas.openxmlformats.org/drawingml/2006/main" noGrp="1"/>
          </p:cNvSpPr>
          <p:nvPr/>
        </p:nvSpPr>
        <p:spPr>
          <a:xfrm xmlns:a="http://schemas.openxmlformats.org/drawingml/2006/main">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C8DBA19B-F705-4D4F-B33F-FECF93585785}"/>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CD59F4F-D6FC-4B62-8761-BCEF8A228A1D}"/>
              </a:ext>
            </a:extLst>
          </p:cNvPr>
          <p:cNvSpPr>
            <a:spLocks xmlns:a="http://schemas.openxmlformats.org/drawingml/2006/main" noGrp="1"/>
          </p:cNvSpPr>
          <p:nvPr/>
        </p:nvSpPr>
        <p:spPr>
          <a:xfrm xmlns:a="http://schemas.openxmlformats.org/drawingml/2006/main">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3CA3C8C6-18BC-45CE-827F-3DDB91E09EB5}"/>
              </a:ext>
            </a:extLst>
          </p:cNvPr>
          <p:cNvSpPr>
            <a:spLocks xmlns:a="http://schemas.openxmlformats.org/drawingml/2006/main" noGrp="1"/>
          </p:cNvSpPr>
          <p:nvPr/>
        </p:nvSpPr>
        <p:spPr>
          <a:xfrm xmlns:a="http://schemas.openxmlformats.org/drawingml/2006/main">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703458716"/>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C54C7CF-C97F-4A5F-9A4A-C44F261628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940BC8-5B14-4574-B1DC-A53B335DE91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4A267801-E815-48C8-99B2-24A9FD1DCE8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9EC988-DEFA-444C-B91B-F309210C85F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64C0FB9E-EC8B-421F-82B2-80C9C75DEAF9}"/>
              </a:ext>
            </a:extLst>
          </p:cNvPr>
          <p:cNvSpPr>
            <a:spLocks xmlns:a="http://schemas.openxmlformats.org/drawingml/2006/main" noGrp="1"/>
          </p:cNvSpPr>
          <p:nvPr/>
        </p:nvSpPr>
        <p:spPr>
          <a:xfrm xmlns:a="http://schemas.openxmlformats.org/drawingml/2006/main">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1835067A-DE3E-4D2E-B2FA-F43774E8FD69}"/>
              </a:ext>
            </a:extLst>
          </p:cNvPr>
          <p:cNvSpPr>
            <a:spLocks xmlns:a="http://schemas.openxmlformats.org/drawingml/2006/main" noGrp="1"/>
          </p:cNvSpPr>
          <p:nvPr/>
        </p:nvSpPr>
        <p:spPr>
          <a:xfrm xmlns:a="http://schemas.openxmlformats.org/drawingml/2006/main">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83F2045A-D7DB-43E5-8F63-D0B7B7C7EDC9}"/>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6768C89-5043-40D5-8E92-18ABF7D075C3}"/>
              </a:ext>
            </a:extLst>
          </p:cNvPr>
          <p:cNvSpPr>
            <a:spLocks xmlns:a="http://schemas.openxmlformats.org/drawingml/2006/main" noGrp="1"/>
          </p:cNvSpPr>
          <p:nvPr/>
        </p:nvSpPr>
        <p:spPr>
          <a:xfrm xmlns:a="http://schemas.openxmlformats.org/drawingml/2006/main">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D2E069BA-A893-45BF-9DDB-20C5A04C1903}"/>
              </a:ext>
            </a:extLst>
          </p:cNvPr>
          <p:cNvSpPr>
            <a:spLocks xmlns:a="http://schemas.openxmlformats.org/drawingml/2006/main" noGrp="1"/>
          </p:cNvSpPr>
          <p:nvPr/>
        </p:nvSpPr>
        <p:spPr>
          <a:xfrm xmlns:a="http://schemas.openxmlformats.org/drawingml/2006/main">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1E5173C9-04F7-4CD6-B615-282511B007ED}"/>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3AB58D3-019E-40BC-8406-6ACF8AB7788C}"/>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04866B25-8AC0-480B-9B43-E97FE8F914B2}"/>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231375CE-717D-4844-8558-F2D38EEE234F}"/>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57899477"/>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7CFF44F-4310-49FB-8C25-44B4A83298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2CF445-EB5B-4B3E-810E-06ADD394B52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ADE2D791-2C91-42AF-97EE-B2326A41EF3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831B2B-428D-40ED-B4BC-0D99958CEDE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2D7EB0E3-4F88-4461-B8AC-048A107A41E1}"/>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8FE7DD89-92BF-40DA-A77F-181FB1AE7697}"/>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2CDF8E0B-946C-4830-8C4F-095D399A1113}"/>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1713EF-5B93-44AE-B21A-5CDFC5F9B097}"/>
              </a:ext>
            </a:extLst>
          </p:cNvPr>
          <p:cNvSpPr>
            <a:spLocks xmlns:a="http://schemas.openxmlformats.org/drawingml/2006/main" noGrp="1"/>
          </p:cNvSpPr>
          <p:nvPr/>
        </p:nvSpPr>
        <p:spPr>
          <a:xfrm xmlns:a="http://schemas.openxmlformats.org/drawingml/2006/main">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99C014F5-6C43-4D29-8796-A9F1A94239AF}"/>
              </a:ext>
            </a:extLst>
          </p:cNvPr>
          <p:cNvSpPr>
            <a:spLocks xmlns:a="http://schemas.openxmlformats.org/drawingml/2006/main" noGrp="1"/>
          </p:cNvSpPr>
          <p:nvPr/>
        </p:nvSpPr>
        <p:spPr>
          <a:xfrm xmlns:a="http://schemas.openxmlformats.org/drawingml/2006/main">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F3C21FD6-F3F7-43D7-B4FD-F1BCF8083F71}"/>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998656-837F-4C85-B596-70C24A4190C8}"/>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BCC1AEAB-4587-4274-B2CA-A255653F217C}"/>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FF60AD05-9D80-4D12-BDD6-3418168F7FD9}"/>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806332601"/>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50533A9-1B9F-41A6-891F-C1D31F777C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4C79A1-5051-42C5-8AC6-318420B6BE9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9ABBCA48-0A89-4A12-987D-C2EBC815B4B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48D63E-4D3F-48FD-99AD-B14A0408B9F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0362AC6F-9909-4599-87C3-4D2BE073CD9A}"/>
              </a:ext>
            </a:extLst>
          </p:cNvPr>
          <p:cNvSpPr>
            <a:spLocks xmlns:a="http://schemas.openxmlformats.org/drawingml/2006/main" noGrp="1"/>
          </p:cNvSpPr>
          <p:nvPr/>
        </p:nvSpPr>
        <p:spPr>
          <a:xfrm xmlns:a="http://schemas.openxmlformats.org/drawingml/2006/main">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BED06126-FAF0-4157-92D3-D579418AE4D2}"/>
              </a:ext>
            </a:extLst>
          </p:cNvPr>
          <p:cNvSpPr>
            <a:spLocks xmlns:a="http://schemas.openxmlformats.org/drawingml/2006/main" noGrp="1"/>
          </p:cNvSpPr>
          <p:nvPr/>
        </p:nvSpPr>
        <p:spPr>
          <a:xfrm xmlns:a="http://schemas.openxmlformats.org/drawingml/2006/main">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1D4DBBF0-7A57-42DF-B363-B854702D9542}"/>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30DD1C-F1E1-400A-A947-B355C741CFCA}"/>
              </a:ext>
            </a:extLst>
          </p:cNvPr>
          <p:cNvSpPr>
            <a:spLocks xmlns:a="http://schemas.openxmlformats.org/drawingml/2006/main" noGrp="1"/>
          </p:cNvSpPr>
          <p:nvPr/>
        </p:nvSpPr>
        <p:spPr>
          <a:xfrm xmlns:a="http://schemas.openxmlformats.org/drawingml/2006/main">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BEAB85E7-10E4-4E8F-98D7-F6F944847D97}"/>
              </a:ext>
            </a:extLst>
          </p:cNvPr>
          <p:cNvSpPr>
            <a:spLocks xmlns:a="http://schemas.openxmlformats.org/drawingml/2006/main" noGrp="1"/>
          </p:cNvSpPr>
          <p:nvPr/>
        </p:nvSpPr>
        <p:spPr>
          <a:xfrm xmlns:a="http://schemas.openxmlformats.org/drawingml/2006/main">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30D552DA-77BC-4A1E-9CC6-438B7CCD285B}"/>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45F6C1-C044-4622-9C62-485C7457814E}"/>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63E7F2E4-040C-4BE1-8319-61D9A7D25DD1}"/>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7985E020-1230-41C5-8D70-773120434E4C}"/>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DB7F7CB-B4D4-431D-A65A-C89409BCA89C}"/>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386D92BC-771C-42CD-8513-84BB414E1FA9}"/>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356546904"/>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0257A8-F3B4-4D69-9CAF-99F72B82FFC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075D2A-EC72-4C70-B3E6-40C5847781C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B9E06FC9-8CAD-486F-97F4-397C9547A91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AC91C1-6664-4D53-B93E-2C4A30A1A66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11B6BD0E-FA6F-490D-AFFF-DFBA750D9B2B}"/>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53250C4B-07DF-40B5-BAFE-3E760C0F1284}"/>
              </a:ext>
            </a:extLst>
          </p:cNvPr>
          <p:cNvSpPr>
            <a:spLocks xmlns:a="http://schemas.openxmlformats.org/drawingml/2006/main" noGrp="1"/>
          </p:cNvSpPr>
          <p:nvPr/>
        </p:nvSpPr>
        <p:spPr>
          <a:xfrm xmlns:a="http://schemas.openxmlformats.org/drawingml/2006/main">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CEEB3CEC-6E8A-4B47-8783-04DED97E931E}"/>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8CFD39-2AEB-499E-A833-9616506A3C51}"/>
              </a:ext>
            </a:extLst>
          </p:cNvPr>
          <p:cNvSpPr>
            <a:spLocks xmlns:a="http://schemas.openxmlformats.org/drawingml/2006/main" noGrp="1"/>
          </p:cNvSpPr>
          <p:nvPr/>
        </p:nvSpPr>
        <p:spPr>
          <a:xfrm xmlns:a="http://schemas.openxmlformats.org/drawingml/2006/main">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F45BFF7F-F7EF-4F40-82C1-41D7FB5C8006}"/>
              </a:ext>
            </a:extLst>
          </p:cNvPr>
          <p:cNvSpPr>
            <a:spLocks xmlns:a="http://schemas.openxmlformats.org/drawingml/2006/main" noGrp="1"/>
          </p:cNvSpPr>
          <p:nvPr/>
        </p:nvSpPr>
        <p:spPr>
          <a:xfrm xmlns:a="http://schemas.openxmlformats.org/drawingml/2006/main">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97B00712-06C7-4721-8C58-6DAE116130B3}"/>
              </a:ext>
            </a:extLst>
          </p:cNvPr>
          <p:cNvSpPr>
            <a:spLocks xmlns:a="http://schemas.openxmlformats.org/drawingml/2006/main" noGrp="1"/>
          </p:cNvSpPr>
          <p:nvPr/>
        </p:nvSpPr>
        <p:spPr>
          <a:xfrm xmlns:a="http://schemas.openxmlformats.org/drawingml/2006/main">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9120273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2026-09-14T21:50:08.0290000Z</dcterms:created>
  <dcterms:modified xsi:type="dcterms:W3CDTF">2026-09-14T21:50:08.0290000Z</dcterms:modified>
</coreProperties>
</file>