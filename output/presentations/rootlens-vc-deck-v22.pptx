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b987f156634c81" /><Relationship Type="http://schemas.openxmlformats.org/officeDocument/2006/relationships/extended-properties" Target="/docProps/app.xml" Id="R8408910b9ff24632" /><Relationship Type="http://schemas.openxmlformats.org/officeDocument/2006/relationships/officeDocument" Target="/ppt/presentation.xml" Id="Rc562b6c264374d76" /></Relationships>
</file>

<file path=ppt/presentation.xml><?xml version="1.0" encoding="utf-8"?>
<p:presentation xmlns:p="http://schemas.openxmlformats.org/presentationml/2006/main">
  <p:sldMasterIdLst>
    <p:sldMasterId xmlns:r="http://schemas.openxmlformats.org/officeDocument/2006/relationships" id="2147483648" r:id="Ra984379861bb44ba"/>
  </p:sldMasterIdLst>
  <p:notesMasterIdLst>
    <p:notesMasterId xmlns:r="http://schemas.openxmlformats.org/officeDocument/2006/relationships" r:id="R5a464d83b1464a8c"/>
  </p:notesMasterIdLst>
  <p:sldIdLst>
    <p:sldId xmlns:r="http://schemas.openxmlformats.org/officeDocument/2006/relationships" id="256" r:id="R0b15a031f3724879"/>
    <p:sldId xmlns:r="http://schemas.openxmlformats.org/officeDocument/2006/relationships" id="257" r:id="Rf90e619a1f524368"/>
    <p:sldId xmlns:r="http://schemas.openxmlformats.org/officeDocument/2006/relationships" id="258" r:id="R3405a94814654aef"/>
    <p:sldId xmlns:r="http://schemas.openxmlformats.org/officeDocument/2006/relationships" id="259" r:id="R43940022f0d440c4"/>
    <p:sldId xmlns:r="http://schemas.openxmlformats.org/officeDocument/2006/relationships" id="260" r:id="R571fe976c7f2471e"/>
    <p:sldId xmlns:r="http://schemas.openxmlformats.org/officeDocument/2006/relationships" id="261" r:id="R1f16bc100922490d"/>
    <p:sldId xmlns:r="http://schemas.openxmlformats.org/officeDocument/2006/relationships" id="262" r:id="Rbcaaad6bcfd24462"/>
    <p:sldId xmlns:r="http://schemas.openxmlformats.org/officeDocument/2006/relationships" id="263" r:id="R7eddca38b3cd4a75"/>
    <p:sldId xmlns:r="http://schemas.openxmlformats.org/officeDocument/2006/relationships" id="264" r:id="R1a09f98f355b4784"/>
    <p:sldId xmlns:r="http://schemas.openxmlformats.org/officeDocument/2006/relationships" id="265" r:id="Rc2425e5d7fa54686"/>
    <p:sldId xmlns:r="http://schemas.openxmlformats.org/officeDocument/2006/relationships" id="266" r:id="Rab2af86e50094c6a"/>
    <p:sldId xmlns:r="http://schemas.openxmlformats.org/officeDocument/2006/relationships" id="267" r:id="Rc73e974e2c5d4325"/>
    <p:sldId xmlns:r="http://schemas.openxmlformats.org/officeDocument/2006/relationships" id="268" r:id="Rfc305fd634654bfe"/>
    <p:sldId xmlns:r="http://schemas.openxmlformats.org/officeDocument/2006/relationships" id="269" r:id="Rfbcad477ea4c4586"/>
    <p:sldId xmlns:r="http://schemas.openxmlformats.org/officeDocument/2006/relationships" id="270" r:id="R8b1065c3a81c4481"/>
    <p:sldId xmlns:r="http://schemas.openxmlformats.org/officeDocument/2006/relationships" id="271" r:id="Rafe7c25a8db7412a"/>
    <p:sldId xmlns:r="http://schemas.openxmlformats.org/officeDocument/2006/relationships" id="272" r:id="Rcd5427d3ff8c427e"/>
    <p:sldId xmlns:r="http://schemas.openxmlformats.org/officeDocument/2006/relationships" id="273" r:id="R794d32e7fe2746ad"/>
    <p:sldId xmlns:r="http://schemas.openxmlformats.org/officeDocument/2006/relationships" id="274" r:id="R253f628f89194a26"/>
    <p:sldId xmlns:r="http://schemas.openxmlformats.org/officeDocument/2006/relationships" id="275" r:id="Rbf84d51d89bd4676"/>
    <p:sldId xmlns:r="http://schemas.openxmlformats.org/officeDocument/2006/relationships" id="276" r:id="R0e80b69fda2f447b"/>
    <p:sldId xmlns:r="http://schemas.openxmlformats.org/officeDocument/2006/relationships" id="277" r:id="R286b7a6f657c40a1"/>
    <p:sldId xmlns:r="http://schemas.openxmlformats.org/officeDocument/2006/relationships" id="278" r:id="R5d99a8c775524479"/>
    <p:sldId xmlns:r="http://schemas.openxmlformats.org/officeDocument/2006/relationships" id="279" r:id="R8e14f0d529544360"/>
    <p:sldId xmlns:r="http://schemas.openxmlformats.org/officeDocument/2006/relationships" id="280" r:id="Rc366b032532440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29bfc276354080" /><Relationship Type="http://schemas.openxmlformats.org/officeDocument/2006/relationships/slideMaster" Target="/ppt/slideMasters/slideMaster1.xml" Id="Ra984379861bb44ba" /><Relationship Type="http://schemas.openxmlformats.org/officeDocument/2006/relationships/notesMaster" Target="/ppt/notesMasters/notesMaster1.xml" Id="R5a464d83b1464a8c" /><Relationship Type="http://schemas.openxmlformats.org/officeDocument/2006/relationships/presProps" Target="/ppt/presProps.xml" Id="R403d52501e8547a1" /><Relationship Type="http://schemas.openxmlformats.org/officeDocument/2006/relationships/tableStyles" Target="/ppt/tableStyles.xml" Id="Raaf09288b082484f" /><Relationship Type="http://schemas.openxmlformats.org/officeDocument/2006/relationships/slide" Target="/ppt/slides/slide1.xml" Id="R0b15a031f3724879" /><Relationship Type="http://schemas.openxmlformats.org/officeDocument/2006/relationships/slide" Target="/ppt/slides/slide2.xml" Id="Rf90e619a1f524368" /><Relationship Type="http://schemas.openxmlformats.org/officeDocument/2006/relationships/slide" Target="/ppt/slides/slide3.xml" Id="R3405a94814654aef" /><Relationship Type="http://schemas.openxmlformats.org/officeDocument/2006/relationships/slide" Target="/ppt/slides/slide4.xml" Id="R43940022f0d440c4" /><Relationship Type="http://schemas.openxmlformats.org/officeDocument/2006/relationships/slide" Target="/ppt/slides/slide5.xml" Id="R571fe976c7f2471e" /><Relationship Type="http://schemas.openxmlformats.org/officeDocument/2006/relationships/slide" Target="/ppt/slides/slide6.xml" Id="R1f16bc100922490d" /><Relationship Type="http://schemas.openxmlformats.org/officeDocument/2006/relationships/slide" Target="/ppt/slides/slide7.xml" Id="Rbcaaad6bcfd24462" /><Relationship Type="http://schemas.openxmlformats.org/officeDocument/2006/relationships/slide" Target="/ppt/slides/slide8.xml" Id="R7eddca38b3cd4a75" /><Relationship Type="http://schemas.openxmlformats.org/officeDocument/2006/relationships/slide" Target="/ppt/slides/slide9.xml" Id="R1a09f98f355b4784" /><Relationship Type="http://schemas.openxmlformats.org/officeDocument/2006/relationships/slide" Target="/ppt/slides/slide10.xml" Id="Rc2425e5d7fa54686" /><Relationship Type="http://schemas.openxmlformats.org/officeDocument/2006/relationships/slide" Target="/ppt/slides/slide11.xml" Id="Rab2af86e50094c6a" /><Relationship Type="http://schemas.openxmlformats.org/officeDocument/2006/relationships/slide" Target="/ppt/slides/slide12.xml" Id="Rc73e974e2c5d4325" /><Relationship Type="http://schemas.openxmlformats.org/officeDocument/2006/relationships/slide" Target="/ppt/slides/slide13.xml" Id="Rfc305fd634654bfe" /><Relationship Type="http://schemas.openxmlformats.org/officeDocument/2006/relationships/slide" Target="/ppt/slides/slide14.xml" Id="Rfbcad477ea4c4586" /><Relationship Type="http://schemas.openxmlformats.org/officeDocument/2006/relationships/slide" Target="/ppt/slides/slide15.xml" Id="R8b1065c3a81c4481" /><Relationship Type="http://schemas.openxmlformats.org/officeDocument/2006/relationships/slide" Target="/ppt/slides/slide16.xml" Id="Rafe7c25a8db7412a" /><Relationship Type="http://schemas.openxmlformats.org/officeDocument/2006/relationships/slide" Target="/ppt/slides/slide17.xml" Id="Rcd5427d3ff8c427e" /><Relationship Type="http://schemas.openxmlformats.org/officeDocument/2006/relationships/slide" Target="/ppt/slides/slide18.xml" Id="R794d32e7fe2746ad" /><Relationship Type="http://schemas.openxmlformats.org/officeDocument/2006/relationships/slide" Target="/ppt/slides/slide19.xml" Id="R253f628f89194a26" /><Relationship Type="http://schemas.openxmlformats.org/officeDocument/2006/relationships/slide" Target="/ppt/slides/slide20.xml" Id="Rbf84d51d89bd4676" /><Relationship Type="http://schemas.openxmlformats.org/officeDocument/2006/relationships/slide" Target="/ppt/slides/slide21.xml" Id="R0e80b69fda2f447b" /><Relationship Type="http://schemas.openxmlformats.org/officeDocument/2006/relationships/slide" Target="/ppt/slides/slide22.xml" Id="R286b7a6f657c40a1" /><Relationship Type="http://schemas.openxmlformats.org/officeDocument/2006/relationships/slide" Target="/ppt/slides/slide23.xml" Id="R5d99a8c775524479" /><Relationship Type="http://schemas.openxmlformats.org/officeDocument/2006/relationships/slide" Target="/ppt/slides/slide24.xml" Id="R8e14f0d529544360" /><Relationship Type="http://schemas.openxmlformats.org/officeDocument/2006/relationships/slide" Target="/ppt/slides/slide25.xml" Id="Rc366b032532440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10444d83ac45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eacbd027d84377" /><Relationship Type="http://schemas.openxmlformats.org/officeDocument/2006/relationships/notesMaster" Target="/ppt/notesMasters/notesMaster1.xml" Id="R9c4e5050ab1844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3086811fa74304" /><Relationship Type="http://schemas.openxmlformats.org/officeDocument/2006/relationships/notesMaster" Target="/ppt/notesMasters/notesMaster1.xml" Id="Rb7b8b2411a1a4e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0f025290eb4f15" /><Relationship Type="http://schemas.openxmlformats.org/officeDocument/2006/relationships/notesMaster" Target="/ppt/notesMasters/notesMaster1.xml" Id="R9da94634e96e47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c73c61e72a4542" /><Relationship Type="http://schemas.openxmlformats.org/officeDocument/2006/relationships/notesMaster" Target="/ppt/notesMasters/notesMaster1.xml" Id="R23c8538aeb084e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e34f3c30b94036" /><Relationship Type="http://schemas.openxmlformats.org/officeDocument/2006/relationships/notesMaster" Target="/ppt/notesMasters/notesMaster1.xml" Id="R9e5c3fd583944a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00426b5f474583" /><Relationship Type="http://schemas.openxmlformats.org/officeDocument/2006/relationships/notesMaster" Target="/ppt/notesMasters/notesMaster1.xml" Id="R15995afbac4547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d0f162cdba4240" /><Relationship Type="http://schemas.openxmlformats.org/officeDocument/2006/relationships/notesMaster" Target="/ppt/notesMasters/notesMaster1.xml" Id="Rf32b59c0bae54a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b81e7d41b443d5" /><Relationship Type="http://schemas.openxmlformats.org/officeDocument/2006/relationships/notesMaster" Target="/ppt/notesMasters/notesMaster1.xml" Id="R2e83d41d72834f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35b263802e4444" /><Relationship Type="http://schemas.openxmlformats.org/officeDocument/2006/relationships/notesMaster" Target="/ppt/notesMasters/notesMaster1.xml" Id="Rf31f61d598234c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cf110af0a846e9" /><Relationship Type="http://schemas.openxmlformats.org/officeDocument/2006/relationships/notesMaster" Target="/ppt/notesMasters/notesMaster1.xml" Id="R89c0a9d07c4c43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b801120dc345b0" /><Relationship Type="http://schemas.openxmlformats.org/officeDocument/2006/relationships/notesMaster" Target="/ppt/notesMasters/notesMaster1.xml" Id="R1440ee42136143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0084e49c7a49fa" /><Relationship Type="http://schemas.openxmlformats.org/officeDocument/2006/relationships/notesMaster" Target="/ppt/notesMasters/notesMaster1.xml" Id="R8d961ca3d53f46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f0950cecf54417" /><Relationship Type="http://schemas.openxmlformats.org/officeDocument/2006/relationships/notesMaster" Target="/ppt/notesMasters/notesMaster1.xml" Id="R10980048020d4a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f3cc49e7a431f" /><Relationship Type="http://schemas.openxmlformats.org/officeDocument/2006/relationships/notesMaster" Target="/ppt/notesMasters/notesMaster1.xml" Id="Ra298f6c348824f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a73edd0af944d3" /><Relationship Type="http://schemas.openxmlformats.org/officeDocument/2006/relationships/notesMaster" Target="/ppt/notesMasters/notesMaster1.xml" Id="Rfb46eb60fadf41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763bc427564a72" /><Relationship Type="http://schemas.openxmlformats.org/officeDocument/2006/relationships/notesMaster" Target="/ppt/notesMasters/notesMaster1.xml" Id="R679d2072dde949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33347e7b6b4955" /><Relationship Type="http://schemas.openxmlformats.org/officeDocument/2006/relationships/notesMaster" Target="/ppt/notesMasters/notesMaster1.xml" Id="Rbacfac5b098c4f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7c8f68966d40f6" /><Relationship Type="http://schemas.openxmlformats.org/officeDocument/2006/relationships/notesMaster" Target="/ppt/notesMasters/notesMaster1.xml" Id="R3e214c6b041f4c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c86399290b4258" /><Relationship Type="http://schemas.openxmlformats.org/officeDocument/2006/relationships/notesMaster" Target="/ppt/notesMasters/notesMaster1.xml" Id="Rf08c9343269544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a22485ab4a4e78" /><Relationship Type="http://schemas.openxmlformats.org/officeDocument/2006/relationships/notesMaster" Target="/ppt/notesMasters/notesMaster1.xml" Id="R51203f2eef2b4d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2245c655e24103" /><Relationship Type="http://schemas.openxmlformats.org/officeDocument/2006/relationships/notesMaster" Target="/ppt/notesMasters/notesMaster1.xml" Id="R33299731bbdb47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96e63ea4244c8e" /><Relationship Type="http://schemas.openxmlformats.org/officeDocument/2006/relationships/notesMaster" Target="/ppt/notesMasters/notesMaster1.xml" Id="R3d1c5857c3ae42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ec0d292f414ad3" /><Relationship Type="http://schemas.openxmlformats.org/officeDocument/2006/relationships/notesMaster" Target="/ppt/notesMasters/notesMaster1.xml" Id="R30e953ed156440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e0c8cc38a04cce" /><Relationship Type="http://schemas.openxmlformats.org/officeDocument/2006/relationships/notesMaster" Target="/ppt/notesMasters/notesMaster1.xml" Id="R6f8bdc7394d9467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724f720db14298" /><Relationship Type="http://schemas.openxmlformats.org/officeDocument/2006/relationships/notesMaster" Target="/ppt/notesMasters/notesMaster1.xml" Id="R900e1cbb64e9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dff8dc0b1c40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a5882ce2fe4048" /><Relationship Type="http://schemas.openxmlformats.org/officeDocument/2006/relationships/slideLayout" Target="/ppt/slideLayouts/slideLayout1.xml" Id="R102e4c834cc643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2e4c834cc643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9b078d1c7e4409" /><Relationship Type="http://schemas.openxmlformats.org/officeDocument/2006/relationships/notesSlide" Target="/ppt/notesSlides/notesSlide1.xml" Id="R06739adce64049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80a3c81f374608" /><Relationship Type="http://schemas.openxmlformats.org/officeDocument/2006/relationships/notesSlide" Target="/ppt/notesSlides/notesSlide2.xml" Id="Rd481dda24ce143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50b30518e64601" /><Relationship Type="http://schemas.openxmlformats.org/officeDocument/2006/relationships/notesSlide" Target="/ppt/notesSlides/notesSlide3.xml" Id="R003b8b84979146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b2358ecf1c41fc" /><Relationship Type="http://schemas.openxmlformats.org/officeDocument/2006/relationships/notesSlide" Target="/ppt/notesSlides/notesSlide4.xml" Id="R98778e926c8045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81cffab9cc4958" /><Relationship Type="http://schemas.openxmlformats.org/officeDocument/2006/relationships/notesSlide" Target="/ppt/notesSlides/notesSlide5.xml" Id="R0bfacc1f73154c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f82dad150f4fbf" /><Relationship Type="http://schemas.openxmlformats.org/officeDocument/2006/relationships/notesSlide" Target="/ppt/notesSlides/notesSlide6.xml" Id="R2dbe9df6b38349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acee12659b46aa" /><Relationship Type="http://schemas.openxmlformats.org/officeDocument/2006/relationships/notesSlide" Target="/ppt/notesSlides/notesSlide7.xml" Id="R7c21fffd9b624b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93d51f5b1c4d1a" /><Relationship Type="http://schemas.openxmlformats.org/officeDocument/2006/relationships/notesSlide" Target="/ppt/notesSlides/notesSlide8.xml" Id="R0d8b1ab0634748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18964a8a844daa" /><Relationship Type="http://schemas.openxmlformats.org/officeDocument/2006/relationships/notesSlide" Target="/ppt/notesSlides/notesSlide9.xml" Id="R8f99ec00349942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5ac65bd088408c" /><Relationship Type="http://schemas.openxmlformats.org/officeDocument/2006/relationships/notesSlide" Target="/ppt/notesSlides/notesSlide10.xml" Id="Rc442a2735a3b49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d37a9834594f2b" /><Relationship Type="http://schemas.openxmlformats.org/officeDocument/2006/relationships/notesSlide" Target="/ppt/notesSlides/notesSlide11.xml" Id="Ra74e6b3bee5644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4e97eaa8b24a6f" /><Relationship Type="http://schemas.openxmlformats.org/officeDocument/2006/relationships/notesSlide" Target="/ppt/notesSlides/notesSlide12.xml" Id="Ra76ae1c7e4554b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75c553386f42cb" /><Relationship Type="http://schemas.openxmlformats.org/officeDocument/2006/relationships/notesSlide" Target="/ppt/notesSlides/notesSlide13.xml" Id="R3aba1352e0b04a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9b40dd686a457f" /><Relationship Type="http://schemas.openxmlformats.org/officeDocument/2006/relationships/notesSlide" Target="/ppt/notesSlides/notesSlide14.xml" Id="Re1f64e01926146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89570eb25a48c5" /><Relationship Type="http://schemas.openxmlformats.org/officeDocument/2006/relationships/notesSlide" Target="/ppt/notesSlides/notesSlide15.xml" Id="R9728a14130e244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ab154028a1e4d9f" /><Relationship Type="http://schemas.openxmlformats.org/officeDocument/2006/relationships/notesSlide" Target="/ppt/notesSlides/notesSlide16.xml" Id="Rb13eb7f12d6945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445f597b7e469e" /><Relationship Type="http://schemas.openxmlformats.org/officeDocument/2006/relationships/image" Target="/ppt/media/image.jpeg" Id="Rf32c090e673e48ea" /><Relationship Type="http://schemas.openxmlformats.org/officeDocument/2006/relationships/image" Target="/ppt/media/image2.jpeg" Id="R7b9024586adf4cb5" /><Relationship Type="http://schemas.openxmlformats.org/officeDocument/2006/relationships/image" Target="/ppt/media/image3.jpeg" Id="Rd2262a078bfa467f" /><Relationship Type="http://schemas.openxmlformats.org/officeDocument/2006/relationships/notesSlide" Target="/ppt/notesSlides/notesSlide17.xml" Id="Raf13bd91592641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12da215ada4780" /><Relationship Type="http://schemas.openxmlformats.org/officeDocument/2006/relationships/notesSlide" Target="/ppt/notesSlides/notesSlide18.xml" Id="R8e6accc97a4549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4b1437844104224" /><Relationship Type="http://schemas.openxmlformats.org/officeDocument/2006/relationships/notesSlide" Target="/ppt/notesSlides/notesSlide19.xml" Id="Rd81947b0be1749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89fbaebaf8f4aa9" /><Relationship Type="http://schemas.openxmlformats.org/officeDocument/2006/relationships/notesSlide" Target="/ppt/notesSlides/notesSlide20.xml" Id="Rf93b8b63f1664c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7dc44f1f7af4a76" /><Relationship Type="http://schemas.openxmlformats.org/officeDocument/2006/relationships/notesSlide" Target="/ppt/notesSlides/notesSlide21.xml" Id="R6b6ab0129af540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0842209c85048cb" /><Relationship Type="http://schemas.openxmlformats.org/officeDocument/2006/relationships/notesSlide" Target="/ppt/notesSlides/notesSlide22.xml" Id="R67012db14e194e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e214c3354e5467a" /><Relationship Type="http://schemas.openxmlformats.org/officeDocument/2006/relationships/notesSlide" Target="/ppt/notesSlides/notesSlide23.xml" Id="R7bc0186d7cb04ee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42f9ea81f1424c" /><Relationship Type="http://schemas.openxmlformats.org/officeDocument/2006/relationships/notesSlide" Target="/ppt/notesSlides/notesSlide24.xml" Id="R7ef5083c35f34f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3b6ffc85ea842b9" /><Relationship Type="http://schemas.openxmlformats.org/officeDocument/2006/relationships/notesSlide" Target="/ppt/notesSlides/notesSlide25.xml" Id="R26c2bcd66cbe49d6"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93B01-F8EC-42A0-AEEA-5CC86EFC43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38517D-F594-44A1-B902-C4D863FCDB95}"/>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CA739D8C-3BC8-474F-B24E-A30122FA780C}"/>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BAE16EE8-D7D1-4D37-A2A1-83A3E8FDAE6A}"/>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DACA81-7B1E-4E4B-9852-02F2CDC0BEB8}"/>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32446AE8-C00B-4749-B8D2-49C0AC90D439}"/>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78372408"/>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ECB6987-E026-4EB2-B2DA-9C2D90A617A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390494-0813-406D-BA9D-6315EE21CF1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C6C1C2EC-4C69-4F92-8196-E3162D09885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89870D-FC82-4508-B687-44C7FD2F49B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545B66BD-5A9D-4604-9A32-FF2C083E8707}"/>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5666B463-DEFB-40FA-B321-648F1C597C15}"/>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2360A7-6201-487F-9F7E-12A7749353B4}"/>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28AA13-9B6F-439D-A689-9C9F7931F609}"/>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8C5AF62-DD8D-4CFB-9377-9B05F0BDCD5A}"/>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1F5A271C-C33C-4C96-9F90-50B97CCC0D63}"/>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4B833AFC-46C6-41AE-BC1D-F1BF6304982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BA9436D6-3DA1-4DCF-A7EE-A46AB2D7775C}"/>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9F4DF1E-02EE-43C0-ACD2-A19D78D96929}"/>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2483B7F3-CE46-465B-BEB3-BA043CE875AA}"/>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61D34A0F-899E-4177-B54D-EDA10F91C0F9}"/>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08F2254-80FA-49D9-8316-5349E6B3FF57}"/>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C2AFBE1-E3B3-44CF-A511-3CF64A995863}"/>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BE23FB-0774-47F6-9426-07694A839B34}"/>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F4E8C30-D9B6-4103-B9CA-7AD542DE322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B6347B-1B79-4B40-9E95-7267F9CFB65E}"/>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0EE21723-9AE6-43C0-8682-F12C4A42E62E}"/>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D089B997-DBBB-4247-A067-123D6FBE48F8}"/>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A81E922-CE5A-4E76-BB7A-529DE15A828E}"/>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C1D8F9DB-F6C8-4FC1-AACD-CB1E16AB4D13}"/>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43675391-BD3A-4FB4-9CDB-B2BDB0964FE7}"/>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D25F77AB-E981-4445-86CE-A5AE09C06226}"/>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CBD10D18-A6E7-4173-96C1-F2CDBD2795B4}"/>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A4AE05E7-C019-45A3-A2EE-915C7E22619E}"/>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CB8610B6-F1DA-4A13-85A1-09779684B4E5}"/>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5DD9E956-0870-4328-9B3A-DED879243349}"/>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01A0BD8F-596A-400B-8ED8-8EA4C9432DB3}"/>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07F6C5DE-7375-4F38-A0D6-DBA2D7E06E5C}"/>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C02A6CF7-1E8C-4DC6-810D-498147BD18E2}"/>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320CCC50-5C37-494B-9CE8-1F57407A98DA}"/>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8370AFC1-D30F-4E6E-9AD3-F9ED90BC17CC}"/>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5F6032E6-E69D-4083-9FCE-E25884DBD363}"/>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73831513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2BD61D-D40B-4B94-B8A0-C38816F5846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9F74DC-0392-491E-B435-4D846C4CE11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20682566-7FAD-42AF-BD91-67DCD80BDDF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F11373-44E9-4A64-B980-0F8D6348325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CD8F29FC-3EAB-46CE-921B-51F7E60F720F}"/>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3B26DD17-8597-4B76-ADE0-C18C75D8134F}"/>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F469CCE8-30DB-4204-A87C-C001CF69ECE1}"/>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9FB3F48C-68E4-493B-BC8B-EC96EF87373A}"/>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DF3576C2-4519-4900-AB90-C7D28554C2C3}"/>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131C0D-0B98-47A1-8227-14BBBED94D2A}"/>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FB039D6A-0197-445C-BDBB-8A6D2F1FAFF5}"/>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F701E64E-4CFD-48DE-8098-5DB29A3384BB}"/>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2002691839"/>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758325-D84B-4E55-9095-DFC0DC6E26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736C81-14DE-4DD8-9834-4C67398BD38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4232E29D-A917-45BC-8F3F-B8E1017722A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1F8DB5-259C-4BD4-9C53-002A86D0C84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2D05CA3-1895-4008-B09A-326E226C7200}"/>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EE3D35E2-9741-44B7-815E-099371791B19}"/>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DB4A7F2A-CDE8-498E-A12C-DBEE260C2FA3}"/>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39B073-7C23-4DAA-A86D-434485356DCA}"/>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27F24B67-A38D-4929-AF3E-2F1A0F0ABC69}"/>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6B78D00F-DAB8-4EBF-A85B-D4BC731A32E1}"/>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EA48D9-DFED-4BB1-83A8-C27814219777}"/>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50953959-B409-45EF-B7BB-4725BD0FD3AA}"/>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AF96A7C3-2045-4311-B969-3E4C10A1901A}"/>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AC91811-1314-4246-8985-39513058B456}"/>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2DB9EF5E-AE27-48F3-A39C-8B442C381D51}"/>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077792161"/>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DFACB542-89BB-412A-A6A2-E74E320EEA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23C298-B459-4666-AFBC-F6D7AA104D2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14CD0EE8-B094-45E8-816A-784FF5D8BD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2E67A3-B449-46B2-B1F7-D1A779859C4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C98EF962-73F7-4597-84BE-90C454F78EB9}"/>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456015FF-3CA8-4C6C-A0F2-A362336F968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5A963DB-C374-4E3A-80CC-66D6350B3EBA}"/>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C2BF18-B401-4696-9E41-E58DF6327860}"/>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5D2977-E6F4-49F9-969A-148F0E5650B9}"/>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1401269A-D92E-4BB2-838D-70CF82205BD0}"/>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2740CB9A-8EE0-4F53-8558-C904107DF39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2DBF629-0764-4380-AF55-C5E86037479D}"/>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3C48F0D-3ACB-4302-89C2-58EE2E70101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46A94CD6-E855-4B98-92DF-C6213B077840}"/>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C72F675-1473-47D4-A19E-B5BFD63B9BF6}"/>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B87C84D4-2922-4FA0-A716-2760DE141D26}"/>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275867BB-1197-4532-8D57-0962B3A70E39}"/>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88E1882-05EB-417F-917F-5F844DE5229A}"/>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6A7E385-426B-41DA-BE3D-70ABA786CC58}"/>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A53182-A402-4441-883B-16893FDA1CA8}"/>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43813F1E-B261-4156-8307-21F548A63A2F}"/>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BED3EC52-F124-4AA3-9700-4E804B82E3A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8A0ECF1-E858-41B0-9423-A2D8D9D18E8E}"/>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4C3180F4-20B9-4F98-BF31-40E605D56364}"/>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4F7910E-B0DD-4C58-A8B8-A4B7649FDDD5}"/>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1D0DDEE-B27E-4002-9071-B6BEB598BF47}"/>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2004D8-7D07-4948-943E-07556F6EE77D}"/>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C1A1D8-CFF9-4E30-9616-5DB8ADB0E1D0}"/>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61674D0-9593-4ACE-9559-E36CD966C657}"/>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EB64593-9113-4273-B17D-9E3DCF87C43D}"/>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3F4D518-6F04-402E-B5F2-03C344EA615B}"/>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80FF559-D5FD-4E87-80B5-41C5B5B79E9A}"/>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674C65A-9505-47D0-AFB4-702A8D563A3A}"/>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695634E-D048-43DC-BF57-F18DC384EEF9}"/>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6D4A7CE-6EC1-4ECF-BD69-4EA6E8C06640}"/>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E2E471E-F308-468B-A76E-81D9D5D75B3F}"/>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8B8318D-6B6B-4C92-8C0F-B32A16043D86}"/>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ADEDE7C-E480-4621-B3C9-9B55987FD443}"/>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378F12F-EC64-46D4-A95C-019792598087}"/>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3194A96-2AE8-4833-90DE-FF8CDA280112}"/>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6D84B24-151E-4986-A09A-3E06291F712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F286A5B-77C2-430E-951F-28A6D249B590}"/>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8F6C8E2-307F-4F54-BDD1-5F322C8CC7C0}"/>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57A18BD-B8C6-4A04-8FBA-F39E6083D1A1}"/>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83619EE-0C7A-4BEB-8257-B56A59D4BD2E}"/>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F72769E-A75B-458E-8612-085F68E52684}"/>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9B462D1-4645-4B72-A6C7-FB215506F4D5}"/>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8759935-580F-46B4-AF04-168783086EA2}"/>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26FA1F7-837D-4331-B71C-BFA3D89D6AF2}"/>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C2071C0-FC20-4AB0-8AD6-4A9E0C8B8DDB}"/>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7ACB127F-5C95-42BD-B539-3488F24435AB}"/>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4231387F-1FC6-460B-97A9-2C5E41229393}"/>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7ACAF8F-D4EC-473F-B5F4-0A6287277836}"/>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2A168782-F8E1-4F53-BDCB-3055DCE4D1BC}"/>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BFEDC48-2667-4689-A294-A07916E6662A}"/>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7D8AB75-E4C2-48D6-931A-74F11F290284}"/>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99145882-1C5B-4FAF-A18F-2284E4A59EFD}"/>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601206E2-368F-4609-8F74-8F77E4A2EBE5}"/>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570905E0-0359-4541-BC37-93DB8386A4B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0DB84DC2-47F9-44C8-B735-AD1045B7ACC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394F57F-5364-407E-B79F-064F303F1881}"/>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63A7A258-027B-4A54-81DB-2F774EA21266}"/>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FF46CB36-1B17-49C2-915D-458B3CA82638}"/>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581863D9-38E5-4591-A21C-2414B012DF4F}"/>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305482996"/>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1ABACB91-6B09-4758-88BF-67576A95A08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C4B185-0D5D-4AFF-B2FF-22E1BD144DB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243541FC-160F-47A3-A6DC-854BB3487AD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3A7951-4AD1-4984-AC6F-7AF3C12CA5B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B051D774-A87B-441E-A30E-7E9354BA3ECD}"/>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FF356399-D5B7-4FD3-A0A5-814CE2B15EBE}"/>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FE2F90C4-C093-47BC-8EF4-BDFA659220EF}"/>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ABD5DB50-91ED-431D-8541-C745C2CFD384}"/>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9E5D12B1-6170-41DA-AB16-155B6D69C3A7}"/>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7F64C72E-0EF5-4E15-9756-EF4C90C96D11}"/>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607334B4-25AA-46DD-8AC9-91CC3BDF7E2A}"/>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41A335-A648-4937-84C6-6BE981D26AFF}"/>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F975778-182C-41DF-AD9F-2D0D5EDC0076}"/>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40E710-F72B-4530-93AF-0EBA92662939}"/>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E07DD4-8EFF-44C8-A492-27756EDEAC5B}"/>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0DA6E8-CB9A-4D6C-9B32-C6F3A0CAEDF9}"/>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D78B765-1D53-42F9-9F16-9FE7EA534783}"/>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5BF0C7E-5BE8-477E-AF3F-D4226332A84B}"/>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026D186-433F-4D00-8217-BCC6220F8EB7}"/>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07E4DDD-C702-4538-B9BC-43B8D4806242}"/>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37A02B6-8CC1-4834-AE5E-98BC95CD53F6}"/>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B84958B-E49A-4C5E-A921-424C32511B81}"/>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FA00ABC-05A3-4C12-9A1B-C303E602548C}"/>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6B418DC-7D25-4350-9649-60CB163D3209}"/>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4433FB9-D571-4F0C-95C3-A893F5C2D128}"/>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71EE092-ED62-485F-A43A-1305DFE32490}"/>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1FCBACB-6129-4860-AF05-2F1E02817A25}"/>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21E5D97-69BC-4FCF-9270-B761A05B106A}"/>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0817D3C-0E95-4E2E-B5D2-16AA92F1AD25}"/>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CCF2587-9A98-484F-926A-324D3B1E8283}"/>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0F917E1-6E57-48AF-A369-7DE918AFB0CD}"/>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AA87C31-5A0A-49A5-9ADD-505C8500A826}"/>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532E66B-DB97-4910-A8F9-9C69299A68C0}"/>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AAEACD7-1C44-4015-BED6-4397353F7CD1}"/>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124C48B-1109-4115-B9A6-F37FC6BB9D25}"/>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CE784BC-AF9B-4585-AB24-22CFC72C60E1}"/>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F82E540-BF7B-4159-B1DD-C86250BCD285}"/>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C994DD9-70BD-4FFB-8068-87E37C89BDBA}"/>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0DD7C22-96DD-41F1-AEE1-35707B16D334}"/>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0B5CB98-D936-40F3-A665-0D3A5A9E06AB}"/>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3C2C7B1-D42C-4D9A-8490-7470D78D28B7}"/>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DE3B9E8-9CF8-4A85-AEA3-CDEE97362696}"/>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B4173A0-93DC-4369-BD9F-636B7E172DD6}"/>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647C014-2BC1-46D0-8E6A-97044221A264}"/>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5E62317-C363-4B3A-998F-06B013C84D9D}"/>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5D05F11-CC4E-4240-B159-DA1C932821B9}"/>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C705CAF-B4A6-4BFC-8C61-A36E6C817B97}"/>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76B0CC8-65B5-45B2-92D5-34878ACA41A9}"/>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D59D236-E270-4693-BE89-56F720501A41}"/>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F604F854-C95B-4000-A763-6ABD35940F34}"/>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E397CAB-E92F-4501-835E-1924ED2C9297}"/>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6BD6D13-023C-4694-A9DA-05392217EF70}"/>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1AAAE750-F2B2-4A5A-9A35-7F18A2E199F4}"/>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2C5E678-8C17-49B5-814B-BDC54487AD74}"/>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5F09C47-4C8B-46C6-97FF-FDDB5CDDC5D2}"/>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B553D2F-BC73-4378-96F5-27EAA3676822}"/>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D3B765F-7977-4AA1-BF99-A9B233B1496A}"/>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8AFEE7F6-AFB5-40AF-AAD4-A7EA3FDC45AF}"/>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2FBD8A39-87B4-45F8-AF6B-C375F9B40B20}"/>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3EBAD986-7A82-479F-AC5D-780819B2E276}"/>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18517C5-C667-45FC-89E3-C6B095535545}"/>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73E29019-C836-423C-B8D5-F8F7EED8B0E2}"/>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A29DD7D2-4EA4-4764-85BB-54DFBFA10F96}"/>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C4DB379C-0753-4297-A899-A40D65900D66}"/>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B610A3BE-E3B6-4145-8B10-59F1BFFFBAB6}"/>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AAF3A295-38D5-4A42-9CD7-EE2FC4F40DEE}"/>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4E910419-6FB6-4197-BBA2-1D5BB89BD97E}"/>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7CE448AE-1943-4E7A-BF89-31070ACABA5C}"/>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276896131"/>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277028E-2229-4F74-B971-EBFB2E0652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78D080-377B-468B-9BD5-8700FF0E9D4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1DE6E080-35EF-490C-B18A-6A664104D61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1DB346-A04E-44E0-943B-54DEADE0BD9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F7BF7D6B-F6C6-43F9-A69F-9755A9D5A88D}"/>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A46C7BA7-5B3F-4908-B222-BC331449BC4F}"/>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391D7F7A-63FA-48A4-9FF2-2E966A5BA22D}"/>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1695188F-1336-49A2-820F-C8FA06ED79F1}"/>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4A964DA9-B25A-4E0A-BE9C-2C7EB2883C03}"/>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32BD28F9-E2C6-4D62-87A9-3AD0AA8D1BF1}"/>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DDBBD18C-0775-4896-86D4-030072CC90A5}"/>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A65CB74E-951E-426D-ADB9-30490A9102F8}"/>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F1C6F38F-85EE-40EE-A9F2-D4B062ED5593}"/>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90437EEF-31A3-4D7D-A715-12E2EE9BDCC4}"/>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F7035307-997C-4ADB-92A8-1496E50FAB45}"/>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9F712480-36F3-42D9-A22E-2F1EDB4BD1C4}"/>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1283AE4-7880-4B27-9C29-F84F9E2B101F}"/>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B0D3174A-D45F-47B8-8D8B-11CD58880BCA}"/>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AF502D-EE57-4492-A167-97FB3BF60A52}"/>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D754D9-3903-4342-9FED-3E29DDC3D1B2}"/>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B47518A-F602-410E-B85F-BF9CC9CC100A}"/>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C405613A-1D93-4A9A-9D7E-99CB33505952}"/>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DAC73221-D424-499D-9E48-B025F5CFDCE7}"/>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346689578"/>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F1FF88-1F89-4246-A605-751BC74E21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AFE4A1-39F7-4DED-AC03-A1DB36B01A1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6DFA4C6B-1004-4907-B70C-C6D0F50559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486D8F-C84C-4075-B132-F57D5BAD2A3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459C0A4A-8E55-4CFE-9837-3E23E813F8A5}"/>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02EB40E8-156E-445F-A0BE-74420B8435CC}"/>
              </a:ext>
            </a:extLst>
          </p:cNvPr>
          <p:cNvSpPr>
            <a:spLocks xmlns:a="http://schemas.openxmlformats.org/drawingml/2006/main" noGrp="1"/>
          </p:cNvSpPr>
          <p:nvPr/>
        </p:nvSpPr>
        <p:spPr>
          <a:xfrm xmlns:a="http://schemas.openxmlformats.org/drawingml/2006/main" rot="0">
            <a:off x="723900" y="214312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7" name="">
            <a:extLst xmlns:a="http://schemas.openxmlformats.org/drawingml/2006/main">
              <a:ext uri="{FF2B5EF4-FFF2-40B4-BE49-F238E27FC236}">
                <a16:creationId xmlns:a16="http://schemas.microsoft.com/office/drawing/2014/main" id="{1829F4B1-0C40-4F4A-BC6E-66FC96A634FD}"/>
              </a:ext>
            </a:extLst>
          </p:cNvPr>
          <p:cNvSpPr>
            <a:spLocks xmlns:a="http://schemas.openxmlformats.org/drawingml/2006/main" noGrp="1"/>
          </p:cNvSpPr>
          <p:nvPr/>
        </p:nvSpPr>
        <p:spPr>
          <a:xfrm xmlns:a="http://schemas.openxmlformats.org/drawingml/2006/main">
            <a:off x="723900" y="3667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DB9A4C-A900-47CF-A57A-3B8986C2976B}"/>
              </a:ext>
            </a:extLst>
          </p:cNvPr>
          <p:cNvSpPr>
            <a:spLocks xmlns:a="http://schemas.openxmlformats.org/drawingml/2006/main" noGrp="1"/>
          </p:cNvSpPr>
          <p:nvPr/>
        </p:nvSpPr>
        <p:spPr>
          <a:xfrm xmlns:a="http://schemas.openxmlformats.org/drawingml/2006/main" rot="0">
            <a:off x="723900" y="395287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897716562"/>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DC5FCB1-A8E7-4476-9B61-394EC5C743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6A42CB-1830-440C-8D5F-775053B7F19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5EFCD4C5-161E-4D41-978C-0B3F25081B5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CF2CFB-CC1C-4E6E-AD2C-B51CC0AC2AD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0AC916B3-6745-41A8-911A-D3EA38E1BB39}"/>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428F9CE0-4413-4516-BE17-AEE761073C4C}"/>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5B441374-5CBB-47EB-AC87-3B4373F76EE6}"/>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5C4B7A8D-28FC-47D1-9011-870186DBB4ED}"/>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79CC8875-A2E2-48C6-8FE9-77C3A026D0D0}"/>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C8BB0367-6E7B-414F-B400-A7802A75D08D}"/>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1763C4A4-25AB-4E25-809D-4FAA420CF418}"/>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3272B210-F794-428D-9AF7-1319C177CD0E}"/>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28B1E93C-E696-4AE5-96E3-53BC0C0038B8}"/>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9447B8B8-1B35-4488-B004-8BF1F7FE342A}"/>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4AEF0EA6-F960-402D-94CE-B677A00482A9}"/>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E6A44128-6705-48E0-BEBD-04719E9824EC}"/>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FD46A777-731E-4398-9894-DB74F4F19EAB}"/>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014E0F57-1F37-4779-B2CE-D15E72501B46}"/>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59F86E46-3BBA-4E73-A5E4-AD5B879BF7E5}"/>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33EEF845-3926-487E-AF7B-3DD0499F0022}"/>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D2FFECFF-66EB-4002-93E5-71BDA704C3D8}"/>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58BAFE29-43BF-4509-9F29-ED71CD9EBEEB}"/>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2D7CAE9C-F274-4F45-8867-2211C8ED1CD4}"/>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4D24A31E-8E1C-4692-A08B-4243F403DB78}"/>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F5416AA4-D4A8-4BEA-8FC9-1A99DBB0766D}"/>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A933996C-1E8A-4475-ADD1-4C512B60E839}"/>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37688B26-470E-46D0-BC5C-20A2294FE4F1}"/>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CFC44AD4-E00D-491C-A642-F64CDF3FA747}"/>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83E14228-DA55-4D27-A1F6-5B61BCA491DE}"/>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BCA7E3CA-BF62-43C0-BF0E-6C3FE655A5B6}"/>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2A98DD6D-88DC-4A7A-8F26-5E4FFB259FA4}"/>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8E2C7D23-B781-4032-A373-0473221A3452}"/>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0BCEBE3D-5FA2-4BCA-AE3F-A79B81CA2F5F}"/>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F54184E7-13E2-45EE-88B7-E689BA744FF7}"/>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3B30F0F-5AD1-4145-9B7F-3E836A006EE0}"/>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31B4C189-6556-4730-89D2-6318E6FE86BC}"/>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E32AD446-5A72-48FB-8906-E20174B9B3E6}"/>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156171787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DD775B6-7B24-4DA5-AB3A-6EA1D89A6B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EF4608-46B0-41AD-A9AC-BCEAC3F293F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184E4E21-D95D-4731-BCAC-778C73B609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0D8F57-CD6C-496F-8B00-954F074E433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A2FAAE9F-4C1E-422A-9B9D-ABEFEE7E8668}"/>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FA1A78BD-6B25-426C-B643-F4670C898817}"/>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4B014A-8EFE-48A1-80D6-4C09CEEBA133}"/>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ED74CE33-64AF-48F2-9182-8BC4D18F60FA}"/>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127DC2FA-CABA-4A4A-BE80-19AF8C80D8D2}"/>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5C5A1158-AAE1-4257-9C70-E773E5088C02}"/>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7DFB9427-A1C8-4270-86E1-C1F80E0EA953}"/>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FF68D989-96E5-48E0-BFA9-743A2160597F}"/>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D0BF070A-1582-4EC1-94D1-8AB53AB4398B}"/>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6609B0A2-A81F-41C6-BC7A-F77D889E4C77}"/>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92EB6EB6-9D94-473D-801C-C15566235E21}"/>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140A5EBC-608F-43E5-B0FB-1C68FA426244}"/>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9F6F7E-80DE-487D-9CBA-B242E1438179}"/>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32606EBF-7F84-4169-8661-B10B14D8997D}"/>
              </a:ext>
            </a:extLst>
          </p:cNvPr>
          <p:cNvSpPr>
            <a:spLocks xmlns:a="http://schemas.openxmlformats.org/drawingml/2006/main" noGrp="1"/>
          </p:cNvSpPr>
          <p:nvPr/>
        </p:nvSpPr>
        <p:spPr>
          <a:xfrm xmlns:a="http://schemas.openxmlformats.org/drawingml/2006/main" rot="0">
            <a:off x="9239250" y="4000500"/>
            <a:ext cx="185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後発は、この関係と運用を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一から積み直す必要がある</a:t>
            </a:r>
          </a:p>
        </p:txBody>
      </p:sp>
      <p:sp>
        <p:nvSpPr>
          <p:cNvPr id="19" name="">
            <a:extLst xmlns:a="http://schemas.openxmlformats.org/drawingml/2006/main">
              <a:ext uri="{FF2B5EF4-FFF2-40B4-BE49-F238E27FC236}">
                <a16:creationId xmlns:a16="http://schemas.microsoft.com/office/drawing/2014/main" id="{2455CE7D-F139-4014-B139-375831F50B24}"/>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2129387940"/>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BB0589-54D4-49E0-88BB-CCA961D317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31882-039B-4FE5-AF81-62A3B6EF961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E22EF941-EE7F-48EA-A3C8-BCB2D04308B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DEF6C6-A955-4CB1-A4E6-6AC96603CE8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AB37413F-9D3D-4A3E-BFAB-5070A494F221}"/>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80CE53E-CCB3-42CA-AF6A-444C5E01B9B2}"/>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6F6EE741-2FD7-4E8F-9883-23AC952CA071}"/>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8FE9F1A0-B35A-421A-AF3D-18F24BD5993E}"/>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FDBADCAC-4FFA-4E9E-A57C-A52ACD3680ED}"/>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4881E9-1030-486D-ABBC-E53D55D7ED8D}"/>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8B25A402-C7BD-4655-B78A-5DCEF173C46D}"/>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B6DD2B37-E3E3-4D30-8BCB-A27F9BA01E59}"/>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74D4DA69-2F9F-48E0-8035-0FFCE1B8286E}"/>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E946E54A-710F-469A-BE2D-B9C369A02325}"/>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1B5D56C-00CE-4923-8678-01BB88B3B00D}"/>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88F79846-51C7-4424-88C3-622916C8CF23}"/>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7E8DBE57-9EA2-461B-B506-ABD4E7509536}"/>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1896B3FC-72D3-4AA9-9661-68F3CFBA4175}"/>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6C0A9FBA-8EEC-4462-B929-DF7932BF1D9D}"/>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4C77C6E4-593D-475F-A05E-7A1D0AFBAB12}"/>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B571215E-4772-4C2C-B0C6-A4139A624A55}"/>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D3C8502-26E6-4C86-90D3-185CC2C2990A}"/>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45021014"/>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E872EB-0968-4190-8A61-2B019DFB6D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ED7FA2-1062-4C5E-A1F8-3EA0BF33622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87BB034C-A4F2-4D52-AD6C-84DEE6002F5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3CB712-B08C-4FBC-9424-127CFFF7E04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D3895DDB-6811-4418-A297-EDB30A46040E}"/>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AACC1EE1-7F3F-4451-977E-1F118CAF6741}"/>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24771CB5-855B-4F79-9623-0B83A10F7200}"/>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829FCE2C-3C3A-407E-B787-A7B5066FD6DE}"/>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8DEC25-5D7B-4ECA-95A9-C88E56D985A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7D76E9C9-220B-4D8B-AA68-26514B456275}"/>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A01E15B2-BD9F-48EA-AE4F-D4C29D70C9D9}"/>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3944185B-6D50-4F51-A24F-0C57EA728964}"/>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939894940"/>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2962C11-BAFE-4B24-A3CE-9BF4A401ED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106156-742C-4728-BC5D-5170AFC1E86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8202E061-11D4-43E8-B99B-2F4DC91FB02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ACE26C-8202-4031-84DD-09C3302D1EA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13FE2535-7E01-48F2-ADF7-4BA1983BCF33}"/>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D97F4FDE-DF5E-4B85-9FEC-A857668CB904}"/>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268652E-0A6D-4A21-8B49-1BC9C85195D8}"/>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1479402E-7E78-4FA7-A76A-CA0610902D70}"/>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ECDF8562-A201-4728-B7E7-1B64708E879A}"/>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9E3EC938-7298-49B5-BDCC-81FDBA118799}"/>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2E2D3793-D561-4908-9DC7-1DED8CB58B4C}"/>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3904AE1-50E3-4F10-B972-D90CB7DD0126}"/>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357C5725-AADA-440D-9106-20D2F528B392}"/>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E92A9F30-DF27-48E5-A7B6-F2B449BDA314}"/>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0D51999-B188-479F-BDD9-9ECFCE6A366D}"/>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09216CE0-98A6-4F5B-8664-23EF80BC05FD}"/>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53AA4D74-5786-49C6-A5CE-FC566872E8FF}"/>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B3C12F7-E671-4A0D-8806-B84F087C20F4}"/>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DC8772-15A4-44DF-91BF-A718C02FD07D}"/>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74578045-8DE4-4206-A403-12C3F00DCAA0}"/>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C0AA4A8E-55D8-4C43-9C15-C711A02A2239}"/>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80F96D8-9622-4802-AC0A-89F985A16007}"/>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97936500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DC9735A-9353-43C7-9B86-610BFBB90D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A7EE55-A759-46FD-812E-9CCC9E306D7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71A64FFB-AC9F-4107-8B4C-935720C29D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F228BA-EFB1-497E-A1AD-EA84A3C3EC0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7AC4B039-9BF0-4FCB-80B1-0A399EA01816}"/>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9F629EA1-304A-4B03-9879-8FDF7D183109}"/>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3CF7161A-DE9D-4A09-AF6C-2A421B32288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DBCF65-A910-4DE2-AD92-7EE1D64A6AA2}"/>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5C819B2E-A40D-46B5-86DD-69D3A0088B56}"/>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E98452B8-0C7D-491E-A680-057AC3A3FC6A}"/>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599A17-EA50-4228-8DA6-978E8DD22657}"/>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14979525-AD81-40F3-82B8-66DB0A51306E}"/>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4FB3FB70-BD60-4D30-B426-669023A61671}"/>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93ED142-CBC2-47F7-B4DA-FB921748CD57}"/>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FC502337-B463-4BB8-975E-0E14A5C716DA}"/>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E67B41C2-C9E2-4794-A5BD-CE2A1E0A5010}"/>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D2CEA1-4D01-4E85-BC34-6316A3738D17}"/>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9DD16C7A-8DCA-487C-948D-0D5964243F94}"/>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828980545"/>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A2AB72-69BF-4D27-88C1-13A2E186B8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94771-C16C-4C2B-AD63-5F482963EE2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CF7E635B-A61B-466A-AD49-47538601FD2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1B6BFE-9005-42E9-A567-66B52CBA29D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0881F110-6525-4CBC-965D-58E63815C270}"/>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40479C96-1FA1-4BB9-9FAB-3BDAF27AAB98}"/>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BF2B1824-68B3-4EF5-A3E2-02F19F480FE6}"/>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1E627F-E4D1-447D-B64E-2E0F852554F6}"/>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53F023AD-56F1-417C-A35E-8A356CCD0D02}"/>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A885A3AC-1B73-46D9-97AB-9569B5105C58}"/>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84309819"/>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375DBC-D711-4D70-85E7-8BA1C46522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949119-2332-48D9-B015-75A3D8CFB3C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2C7EB08B-C3DB-4412-85AA-B4402A1431B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7C56BB-1E7D-47CA-A83C-8BB684B1DD2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C410C097-0516-4D23-B9F7-B928C03E4FDA}"/>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B72A3076-A6BC-43CF-A04C-24BB76D98083}"/>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A1E4FC93-FCCF-4367-A2A3-8C73E2B1E4E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DEE727-1960-4447-9279-576584EB1DA3}"/>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714AF0D2-1F53-4E59-89DF-0DCB2B133BE1}"/>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25748A08-B40E-479A-8C2D-EB6BB6D5DCBE}"/>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5427FB-1FFB-4838-A976-6187F3B19EC3}"/>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C5A797D0-280E-4624-8F0E-3DC0A278EDD8}"/>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E295AFB0-BF76-451F-B011-35A80EB51866}"/>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B2FCA8-9D98-4B6D-A436-951B1443D5B1}"/>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9B23F82D-DE3A-48DA-9C08-FDC1D3A26AF8}"/>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572257478"/>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4F8A35-FBF1-4D07-B55D-6229E4037FF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9D0A9C-A46F-49F3-B3B6-150E27CF3E5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4B61A3C0-2FB1-40A0-A3DF-D65F8C17307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86E943-BAFF-41E3-9695-8CA3CE3E3B2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32c090e673e48ea"/>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1446B7-2448-41D0-A2BF-306099EC7BA5}"/>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79431056-2E43-4A58-9E93-9B6A6555860B}"/>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147B7A18-2AF5-48A1-B812-43072BC53C7C}"/>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b9024586adf4cb5"/>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677DC70-8863-4D93-8C08-79EEF36251C4}"/>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71305AB6-2EAA-4A21-9662-BF4B4FD3422C}"/>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078ADD16-4374-4F67-A8E1-E82F4ACEE61E}"/>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2262a078bfa467f"/>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7FC7598-0C45-4A48-82A1-8C571AA2D7A3}"/>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2F3C3046-C593-4457-87BC-E888812A33B1}"/>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420A2E57-7BAD-4C0F-9927-81A44898EF9F}"/>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D27C78FC-0C64-4E08-ABA9-784A97B257EA}"/>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CA481F7-7760-4253-A0A0-7155AF1BF53B}"/>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575542585"/>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0D5400-E764-4205-ACBE-BAADE53306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7B56BA-CB7D-45E0-9F7C-A13102D67B6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7C5BC3EA-E596-4C37-99BE-52175B2A70E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B9CDA6-5FDE-435C-8202-C65997F0FA1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2CE8C8FA-8BC5-4EAC-8082-E473A2E83405}"/>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215036952"/>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E5E51D-467A-42D7-BC44-FDD27A733E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3EF1B1-92C4-4D11-904D-603D3976112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4C67BEFB-0B78-49CA-8E84-4AB657B16E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0111CE-F668-4269-A5D3-8B3513ECCEB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CFDB77D-A7FA-4DA9-9D7F-819D489CA385}"/>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8067D2DB-F261-4670-9911-522EF28780D6}"/>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359190014"/>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1206C5-0E17-4135-81F7-4FAE818983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6918E3-ED69-480F-88FC-AE5E6E48EE6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E670DEBA-9217-450D-87B6-A441A19751B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E53225-D0BE-4290-B8B2-8B390E54BD1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0897CEFC-B904-4B21-BEA9-D759CF6EC07A}"/>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2D9EA593-3181-4C0A-8290-D7CA77DBF90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D212D4F5-5F30-4E0C-B0E9-5D9476F0CE22}"/>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99871E-787F-4B67-8548-EE3AE65A6401}"/>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520D2B4F-7025-45C6-89C5-8A5F8204FB0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97DA05D3-697C-4510-81EB-731DE3549AB2}"/>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4D7621F-9C0E-4704-A868-6710D50051AD}"/>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0377EA94-F811-4900-A952-1CEDE241DAB6}"/>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C317F6E7-60A7-49F7-9C3C-CB6814CA54BB}"/>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C9FB548-7002-4B93-B92B-4931C9EBEA83}"/>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1B40E3FD-438E-4DFB-B1CA-9B6EE2B30476}"/>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660300669"/>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6AA88F-98E5-4808-B611-4D6CE17B91A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B85328-07FE-45CB-86D4-86B18BC5078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20E77DF1-8AB4-4E5E-A671-C9A039CEDA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DB085F-A03B-4656-BD44-A24D8574791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3E3E7EB2-E95B-487A-AC75-4423BBC4EC81}"/>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B5683323-32CB-4567-9AC8-3000C4EAEBBB}"/>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C1198493-3EDD-4C52-8508-1E89F41215C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B94068-A63E-48F8-854E-CC7BF07C512C}"/>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DA46FD13-CFC8-4B88-B907-BCBAF0C3CA4C}"/>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F09183BE-FE15-49FC-A4C6-E31633964C6E}"/>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09AA23-B4AF-4DB3-ADF4-D9A81B78A41B}"/>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CE7F0EB6-FB09-41EC-B99A-7B99571497BE}"/>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822E569E-6C58-4409-858B-3F0A20E68856}"/>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296359420"/>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0C17B78-8218-4471-8828-2C9CA47C0F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3DC9C5-50C7-4566-988E-CE4B4D0B8E8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CC8A7F6F-5EC9-470E-8B1F-49B73E0EF3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0E978E-E9E7-4343-97F9-48C1C683144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D7A69E4C-E3EA-470E-991F-1219F43F78B8}"/>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ECF088-586E-4FF2-B687-D6C0F88961C7}"/>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F9C83857-5556-4B4F-A0CD-A92405F77E21}"/>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D854D890-D255-4CCD-81B5-0F27F5EA21FE}"/>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92687537-3171-45B1-A4CE-05DF92CE88A2}"/>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227EFE4B-CCA1-4CD8-956D-E51B8149B353}"/>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9387264C-2A0D-45EA-9A15-B6C2446395E5}"/>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652B78DE-FF02-4098-8BFE-FAC90C3AF26F}"/>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353212AF-C3C4-46CE-AECB-1DED4E270A40}"/>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B3AD27E-B288-4406-8464-E72A67C434D6}"/>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76454755-D1DB-4E65-A3FC-C0B40E2E9ACF}"/>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E5B639B-224F-4E44-9458-5E337138E05A}"/>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7EB0C054-E5E5-4E66-B62C-BA79411DBEF2}"/>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C6FEE57-DE4A-4F37-A2C9-64A9C63F2949}"/>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7C49AACD-0140-41E6-8CC7-1C8533CC88FF}"/>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F7DCAB93-4B9E-4035-B025-1861CC3E885B}"/>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2C883166-706B-4DCE-ADE4-2C9383D99959}"/>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F0B1174B-CFD8-4D25-9A8D-CB2745C4723D}"/>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EA3431F4-5143-4872-BBDC-2B3A87F761E4}"/>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000691DC-0DA1-4A33-9B9D-6C8B7B631DB9}"/>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14A5CABA-9B7A-4345-A4C0-C255C8ED81B5}"/>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4C7C79D3-6F7F-41F6-BEFF-DDB8027FC182}"/>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636839CE-205D-4598-9D2F-6202D33D9F6A}"/>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F1A9846-7C52-4024-97F1-29235AC6726A}"/>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CE678B0-0C17-4C79-AF00-BDF54D2DE1B0}"/>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8A62046F-2D6A-4E3D-AC1B-62C0E9D788F4}"/>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196ED197-7F04-4E4E-AF96-2AC71F131E4B}"/>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4D3E760-30A2-4E74-8EA7-FC0C88619033}"/>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8E9FB2E7-FE94-4E5A-B001-2D3B592C84A5}"/>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971999C-2A21-4FAB-A805-D015DDDF4436}"/>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DA26C4DF-C7FE-4ED1-832E-1EFA4AB8312F}"/>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991C95A0-AEC3-427E-B379-705D31D59A9F}"/>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7E26FB1F-D483-4DD7-8611-9E94AA5AE454}"/>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FD5A6D00-B75E-48D0-B24A-69C23F779CA4}"/>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ED03BA01-AA12-4FF9-8B2B-EF54CA4FA229}"/>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9DE0C011-6D51-4B70-929A-4D2A1223EC62}"/>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A4CEFEE6-6E75-447A-99E9-377548AD6D60}"/>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8425206C-8FC0-4A5A-B3A4-CDAEBF4C9498}"/>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2560616C-B5EB-403E-9959-78188B55801E}"/>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3F81C104-2EFF-4307-B420-116FE93BCC34}"/>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0125DDA8-F19C-48B7-A6B9-0C6A191CFA1E}"/>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113D6C0B-A13A-48AA-90A0-05BB309D772C}"/>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C97E1AB9-39B9-41FF-8B8F-343C6EE22CB2}"/>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0544B7C5-723B-44D5-9B34-2C227C72E175}"/>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A6A38D1F-C99A-4CFB-A391-EC9A0A2D2D8C}"/>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30C7426A-060A-43DA-A837-BF51814ACF2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BC27680F-F891-4AFA-839A-3487859950C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FD0C504D-D4A6-4FA8-982A-9810D9ABE20D}"/>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5EA280C1-26CE-4A7A-93FD-DF810AAA92F0}"/>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58587621-7B87-43AB-B727-B5318A69F371}"/>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677711887"/>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9AAFA51-3DFA-45B5-A342-94A8C2C0D0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9BE5F7-5104-473C-9332-FD0D530D6DE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9ABDCED4-54B3-4605-B2DB-DEF46EB9C7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5E9430-2102-4896-A7D7-86F18170207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18FFB067-E845-4E48-B988-A14F30BC2FF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3D598E-8C67-4B88-8A10-3DA950987EC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A0975179-B83F-4D95-A251-4BCDA2B17E87}"/>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9868CCD-AE74-4536-82E9-15868CAAF6B4}"/>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07DAC72D-CF12-4DC5-98C6-10BF9A372433}"/>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692F4FB-9204-49AB-90B9-4BD0B22245F2}"/>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462595F5-580C-43CC-BF9E-0089AA75980E}"/>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B5E4DD6F-29EF-473F-9B30-70BDC7618028}"/>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E49CD060-451F-411A-8C98-39C817B6D3A2}"/>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014E17D-559D-4304-B943-47A475722F66}"/>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E265C4BF-D630-4A8A-8CA4-D852E05BF215}"/>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09FF49B-6C86-4091-9896-794E7930C7E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652175A0-E72E-4AB5-AEE8-90543B026874}"/>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19890A3F-9A4F-42E7-B045-2B0E70E49E09}"/>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7B5ED10E-3040-4842-B0C9-2D8FE1B578FB}"/>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8267698F-B60F-44E1-828C-9D17266A529E}"/>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646A121C-B6F6-4A4D-94D7-243B30F050B2}"/>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D0A9012F-2556-4A65-888D-54A9939EB960}"/>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146B4F24-8A56-4B81-B9A8-35FF67129E3F}"/>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12BEF4D5-D2DA-4546-8A34-8FB2975CD5C1}"/>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DB71A448-F168-439E-8502-A47A1015C4E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CD0A151-E503-4A3C-9274-9C4C104BFB0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5D30D58F-B7B6-44B7-A203-4321A21D115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65588B8-C323-4D9F-99F6-CB4F15762644}"/>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2300AB29-272F-41C7-934C-00EF27E12436}"/>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E98FB57-B20C-4462-A746-79C35946AF8A}"/>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56A37A9D-9063-4DDA-8D1F-A16CDFF61451}"/>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F0E9EE8F-8190-4561-A10F-3D6BD1DEF983}"/>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1A83433B-B06F-4338-9C15-773B372EA965}"/>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BA45E8F-4EF9-459D-B3B1-10B46CDDB982}"/>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FFA2B7B-33B5-4D0F-8FE1-95010B91A683}"/>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17F2DE7-ABFD-479D-BF5E-CDE07ED675E9}"/>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04CEAB20-8F5A-48C9-818D-5FFA25B4F92D}"/>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013D883B-BA7B-4A47-92A0-9F93128163DC}"/>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32164295-1B7F-444A-9FA5-F6FAB3A872CA}"/>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1ABD2FA6-E564-4731-8FEF-2E269589D615}"/>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EF7F3A2B-125B-4DC8-A68C-9F8897474D3C}"/>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EBCA567-4303-4007-89B1-D89B66A1F5C4}"/>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42372D4E-DCA7-4B8F-9A0B-707E874A32D0}"/>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38F5ADC9-2442-4E00-935F-A3E9B6F60FE5}"/>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07B3A23-52BC-4F69-81E9-9A354F3F303D}"/>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968385B3-032F-4F2A-9B45-B6C3634DD030}"/>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86F05E28-07F1-4BAC-AFA7-6F1CE38C77B0}"/>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1DDB6C66-BD30-46C3-8906-DED15EF92F04}"/>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E38C81CD-F2B3-430C-8943-CE441C24107D}"/>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80B2EF55-8486-49E4-AF1A-AB7F1E6991B8}"/>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F22B671E-F8B6-4249-8BC6-BA6D251834CB}"/>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C54B150A-1C4E-4E8D-97EB-08EE984E3A6A}"/>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4CF33467-61E1-4965-9364-880D3B60A62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74BD3384-420A-49A2-AB84-1DE0927FCF8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94B6426B-C935-48C5-AF0B-D6AC41A1F28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DC6C2156-FFDD-4778-BCBE-BE589FA537D8}"/>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EAF8AB7B-9CC6-4237-91FC-817276CE64CD}"/>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661BEF31-E922-402C-BD1A-5BBAA79C6E02}"/>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E412FDA5-C918-473D-9551-784F293113EF}"/>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1F007696-5170-4161-9D67-FEE22E37151D}"/>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D816E4D4-9FC7-4A6C-A101-FC961815777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0A480665-7352-440A-A2C9-B8B1EF518461}"/>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6DFC005A-5B2B-4A50-B4F6-8A2D00156540}"/>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81513C2D-1F31-4CBF-8FDF-2B66DEF78E10}"/>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956206267"/>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A97EABCB-F934-4282-A160-3D8943846B5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65EE58-0D68-435A-B4C2-CBD1BFB0F10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A8D29546-A735-44B9-98D6-FD16D8A6AD6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D94CA9-EEEA-4E9A-B653-3FADBF7E76D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86970933-E185-4282-831D-CCAC6EC2546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2A03F8-B611-4DFB-BFA5-775FE0A07EAD}"/>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096ED735-3B64-4B2B-9E61-8E6D69C43044}"/>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308F568E-30A0-4140-92EC-E71AB1B64F44}"/>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E3A85991-19DF-4169-85B7-13AEA61A5DD3}"/>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55C6AB2-42F7-483D-BA13-5ACABC1C1800}"/>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5810DEA-6183-4360-AE5B-410405F36E7C}"/>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D3A85D77-6A01-4AE0-96E3-2778698B642B}"/>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9B93E9D-3FC1-4CB2-B58B-3879B082544F}"/>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F4250870-6498-4B7A-8F9E-DE025111C4DE}"/>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D0BAC0C5-13BE-4B3D-BA55-38D469896EA1}"/>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5085765-33B5-4745-94A7-A747154B645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4941B909-9133-4EED-9BB7-51536E1693F1}"/>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835B9E30-34F6-4376-8D49-4F8AD075E96B}"/>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DF05925-88FD-46C9-A648-0CC6F25C53B2}"/>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54516D7F-4067-4E69-8BC0-2A0A675A24BF}"/>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4896C2C-7C04-4C0A-B5BC-2D0B8BE612F3}"/>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76B3AF2-2069-4781-8530-03CA0A7C08BF}"/>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E68D3FF8-B1E1-4D73-A5F3-D15CF4F8B9F9}"/>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D7C80E02-4F1F-45FD-93A7-9F2C96F9051D}"/>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095F04EB-D800-4332-AACD-916B7910A086}"/>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BBCFAB3-9712-4C69-8D88-4D8F493105B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9FC4A987-5E1E-410F-9787-5BABE929AAD0}"/>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4E26FA6B-DE52-4C5C-A894-E47943F01996}"/>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A90EE6E3-AD58-4EC5-87C6-107C0CF3F7C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786B1704-831B-47B9-B9F2-6D5140B663A7}"/>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12586D9B-4639-4BEC-9FDA-0A2B24464BDC}"/>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EAD4AA4-7767-48AD-8FD7-A809A419FEE8}"/>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68FCDB93-BEE6-4DA8-861E-7B4ADD71B1C5}"/>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A141766-165E-4D6D-B699-94EC94F9892E}"/>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E9DC7035-720E-4B98-B9E5-DE323EE62255}"/>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B03631D4-9832-4649-9268-AEF34ACD2866}"/>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9754C9EC-329C-463F-BC26-8D5DA913BE46}"/>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0B68C893-D0E0-41A2-8B8F-8472614DAFAE}"/>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E81E8D8D-4B69-448D-9191-2504186DB4C2}"/>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9F21FDEB-D121-46E0-86B7-8E2635C8515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1828985F-49A5-4400-823B-9C4D1F1CCAFA}"/>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CE99ADC-D9A3-4E3A-87BC-2D1DFB500C16}"/>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9D731995-501A-4AD7-9CFA-1CBF404D8FCF}"/>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99DA259F-D70A-4D4B-B71F-09E96E5BCAA9}"/>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ED82A285-2878-4E53-90FC-2180D621FA41}"/>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282F2B50-AB52-4D65-BE9B-1DCEABDA9C96}"/>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0D7FDF24-8259-4DF6-AD86-E8929988D869}"/>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815DC004-BB5A-4967-B349-C22A6A1DE3C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E2BDAB00-5D07-49E6-AEC4-D5C73C75FD11}"/>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43A31F9B-2465-4056-A3EF-6DFB803E0414}"/>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CDDA56FD-34E1-4D1D-A3D5-8705C28F49B4}"/>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C94934A6-B87C-4EEF-A17F-1E4AA7FB15C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8989306E-093A-4ECE-A64C-F8D99BD0350D}"/>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ED2410A3-0CA2-4224-995F-33716863D016}"/>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5FA3DB6A-297E-43A7-AAEC-C0C374761623}"/>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03F62243-903F-4064-9443-BB41052B530A}"/>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35A0E506-C349-4256-98C9-A299E3040C5B}"/>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A9005F1C-9E80-4E54-A23E-DCA49E848283}"/>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B33EFE24-5B7F-4B02-8045-6B8BAA6E5F3E}"/>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382852108"/>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5CEEA2-5893-4637-98CB-481DEE2478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59B294-5A1B-4B58-87C8-3CA76286D46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C964DBD6-6675-4CBD-9AD9-6D565A3695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CBA5C2-8030-4D38-B478-22953B851A2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C03BB30E-7096-4A93-A41B-2D4237C17806}"/>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974F3F3-C1E2-4EDF-B1D9-AEF2EF2D349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684F958C-EEB1-4771-A760-86D3E9DEF86A}"/>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1B5610B4-4101-4155-8E27-79F154409821}"/>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7D0E218-E8EE-487E-A7F9-D628B1C02132}"/>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C419A287-2030-40E4-BFC9-673FB7864BFF}"/>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E2A62D0-764B-460A-B126-47017511624E}"/>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05F2687-2B19-478D-BA33-A704E3FF1E85}"/>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FD25B256-96DF-4B9F-9929-76C415A7C90E}"/>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4C61EB52-788C-4AB7-825F-CEF89CBDB625}"/>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F0C61DCD-CB86-4C1C-B3DE-FB11EDB9D4B3}"/>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AEEC97AB-689E-4DC6-92B8-F15EC8094A4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DB2FC13E-82F9-4B9F-8DE1-426922918D33}"/>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B10F5D0-8D79-4BE9-AE3D-B0079B33E854}"/>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4C26B99-2EC5-4753-94FF-3BAB0B4D21E6}"/>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CCC79A63-C479-4941-8A13-008751BD95E6}"/>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D3A9406-FF7D-4EEB-A2DD-0B5F1FB9E3F6}"/>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8F94BB1-1997-4C78-96FE-51DA6833C6B1}"/>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25333621-8440-4104-A1C4-7EA6FC52DBD5}"/>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A4DB473B-D68B-411C-B62F-DD8DD9CAA4DC}"/>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6AE1692A-D574-4624-A3C5-CF4CA68BAD5F}"/>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63500F10-174A-4B36-911C-F8E4FC8DB545}"/>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469DF0DB-D670-4C19-AFC7-DE000C22E50C}"/>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21C0AD7-A1CA-4B65-AA39-F5D2494C7298}"/>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ACC800D-D6B2-4475-8CA4-D926A37F4E58}"/>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6F48BC48-D3F4-4A3E-A8F3-79D561B6B797}"/>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F402AF18-7E0A-41EE-B1AA-4423848B3A17}"/>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7BF19637-CB94-4A09-82C3-5978EF2BDF90}"/>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2849A77E-4618-4C8E-A6CA-DF8CA9E8C884}"/>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748B62C4-D6DF-44B2-A2C7-4468A470A4D6}"/>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6C830F3C-ACDD-4F24-8FB3-BE5076BAA0C7}"/>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B2191C1-8D4C-4CFE-BA19-AD2013F3A2F7}"/>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AAE5B604-B185-4382-A7A1-201C945DADEA}"/>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5FF283B9-7FAA-443D-978B-280AC08CE571}"/>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FD62ECF6-5CBD-4DC5-B005-B5BD1AC886F8}"/>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55ED4ED4-151C-48F4-90F6-C5535EC03138}"/>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35878EB2-486D-4AB1-AE7A-1A80C13D198F}"/>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8F17433A-2849-4C9F-BE71-0EDEED8AB69E}"/>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19B91430-4139-41AD-B402-8DEB7FE0D975}"/>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F1DDBA7-0284-4A9A-9C3F-C9B0F7A6E355}"/>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851C44B-9FD6-4A3D-B6DD-04612FF9E749}"/>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E935646D-B273-4798-859F-F926559DC3A6}"/>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B06CD83F-9DC4-4DDD-8E84-12CE931DC477}"/>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25D45531-72DD-4F6C-BEEC-F4AF96EA0B17}"/>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213AB4FD-1C54-459D-A178-0726C5B17C54}"/>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ACD59D6B-2B52-45C9-AB57-62252DD217B7}"/>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8E2DE2FC-05D7-465F-9448-AF4E430435D7}"/>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AAD3C11A-4983-4C59-8EF3-412BE5F41DF6}"/>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2F3D179-4338-4A55-BBAC-1A6A029F03DC}"/>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1F4727BB-9156-46B6-9E45-5C74DFA99D2B}"/>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D534207E-831D-4E6D-9F25-4E4EB0D1AAFA}"/>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263203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2026-09-15T04:27:41.8170000Z</dcterms:created>
  <dcterms:modified xsi:type="dcterms:W3CDTF">2026-09-15T04:27:41.8170000Z</dcterms:modified>
</coreProperties>
</file>