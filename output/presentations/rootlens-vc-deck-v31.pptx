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ed0d4f6fc94d06" /><Relationship Type="http://schemas.openxmlformats.org/officeDocument/2006/relationships/extended-properties" Target="/docProps/app.xml" Id="R59d280fe761f4acb" /><Relationship Type="http://schemas.openxmlformats.org/officeDocument/2006/relationships/officeDocument" Target="/ppt/presentation.xml" Id="R808b477955ee4c00" /></Relationships>
</file>

<file path=ppt/presentation.xml><?xml version="1.0" encoding="utf-8"?>
<p:presentation xmlns:p="http://schemas.openxmlformats.org/presentationml/2006/main">
  <p:sldMasterIdLst>
    <p:sldMasterId xmlns:r="http://schemas.openxmlformats.org/officeDocument/2006/relationships" id="2147483648" r:id="R53f77c2065b24adb"/>
  </p:sldMasterIdLst>
  <p:notesMasterIdLst>
    <p:notesMasterId xmlns:r="http://schemas.openxmlformats.org/officeDocument/2006/relationships" r:id="R1b9c92894fb94f99"/>
  </p:notesMasterIdLst>
  <p:sldIdLst>
    <p:sldId xmlns:r="http://schemas.openxmlformats.org/officeDocument/2006/relationships" id="256" r:id="R3890768aa92a4d0f"/>
    <p:sldId xmlns:r="http://schemas.openxmlformats.org/officeDocument/2006/relationships" id="257" r:id="Re225a4c8050d44b7"/>
    <p:sldId xmlns:r="http://schemas.openxmlformats.org/officeDocument/2006/relationships" id="258" r:id="R5f56dad32ce24801"/>
    <p:sldId xmlns:r="http://schemas.openxmlformats.org/officeDocument/2006/relationships" id="259" r:id="R8be27c5ee1914e0d"/>
    <p:sldId xmlns:r="http://schemas.openxmlformats.org/officeDocument/2006/relationships" id="260" r:id="R122aaaa8fb0445d0"/>
    <p:sldId xmlns:r="http://schemas.openxmlformats.org/officeDocument/2006/relationships" id="261" r:id="R1f7a8df47ab943ab"/>
    <p:sldId xmlns:r="http://schemas.openxmlformats.org/officeDocument/2006/relationships" id="262" r:id="Rcf73374a86454196"/>
    <p:sldId xmlns:r="http://schemas.openxmlformats.org/officeDocument/2006/relationships" id="263" r:id="R340bf62cb27d46d4"/>
    <p:sldId xmlns:r="http://schemas.openxmlformats.org/officeDocument/2006/relationships" id="264" r:id="R2e920c49de264ca6"/>
    <p:sldId xmlns:r="http://schemas.openxmlformats.org/officeDocument/2006/relationships" id="265" r:id="Ra71b0ff4edcb4955"/>
    <p:sldId xmlns:r="http://schemas.openxmlformats.org/officeDocument/2006/relationships" id="266" r:id="R97e965b2590844d4"/>
    <p:sldId xmlns:r="http://schemas.openxmlformats.org/officeDocument/2006/relationships" id="267" r:id="R4ec04c0dfa554b9c"/>
    <p:sldId xmlns:r="http://schemas.openxmlformats.org/officeDocument/2006/relationships" id="268" r:id="Rb2362de1ea1b4dcb"/>
    <p:sldId xmlns:r="http://schemas.openxmlformats.org/officeDocument/2006/relationships" id="269" r:id="Receb83f99f734a04"/>
    <p:sldId xmlns:r="http://schemas.openxmlformats.org/officeDocument/2006/relationships" id="270" r:id="R1ad70bca2218410e"/>
    <p:sldId xmlns:r="http://schemas.openxmlformats.org/officeDocument/2006/relationships" id="271" r:id="R6c6c35e5c3204824"/>
    <p:sldId xmlns:r="http://schemas.openxmlformats.org/officeDocument/2006/relationships" id="272" r:id="Ra6d515333b2b4618"/>
    <p:sldId xmlns:r="http://schemas.openxmlformats.org/officeDocument/2006/relationships" id="273" r:id="R40b06ba6d568421d"/>
    <p:sldId xmlns:r="http://schemas.openxmlformats.org/officeDocument/2006/relationships" id="274" r:id="R1febc85c404e438c"/>
    <p:sldId xmlns:r="http://schemas.openxmlformats.org/officeDocument/2006/relationships" id="275" r:id="R773f7489647b4416"/>
    <p:sldId xmlns:r="http://schemas.openxmlformats.org/officeDocument/2006/relationships" id="276" r:id="R4ce55704b68f4deb"/>
    <p:sldId xmlns:r="http://schemas.openxmlformats.org/officeDocument/2006/relationships" id="277" r:id="R120a8c7cd84c4baf"/>
    <p:sldId xmlns:r="http://schemas.openxmlformats.org/officeDocument/2006/relationships" id="278" r:id="R98469861d0b2424c"/>
    <p:sldId xmlns:r="http://schemas.openxmlformats.org/officeDocument/2006/relationships" id="279" r:id="R098249059e37444b"/>
    <p:sldId xmlns:r="http://schemas.openxmlformats.org/officeDocument/2006/relationships" id="280" r:id="R52ae64ac123f4c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83317cd8034d40" /><Relationship Type="http://schemas.openxmlformats.org/officeDocument/2006/relationships/slideMaster" Target="/ppt/slideMasters/slideMaster1.xml" Id="R53f77c2065b24adb" /><Relationship Type="http://schemas.openxmlformats.org/officeDocument/2006/relationships/notesMaster" Target="/ppt/notesMasters/notesMaster1.xml" Id="R1b9c92894fb94f99" /><Relationship Type="http://schemas.openxmlformats.org/officeDocument/2006/relationships/presProps" Target="/ppt/presProps.xml" Id="R9f93e740e557494c" /><Relationship Type="http://schemas.openxmlformats.org/officeDocument/2006/relationships/tableStyles" Target="/ppt/tableStyles.xml" Id="Rd579385e0f354e10" /><Relationship Type="http://schemas.openxmlformats.org/officeDocument/2006/relationships/slide" Target="/ppt/slides/slide1.xml" Id="R3890768aa92a4d0f" /><Relationship Type="http://schemas.openxmlformats.org/officeDocument/2006/relationships/slide" Target="/ppt/slides/slide2.xml" Id="Re225a4c8050d44b7" /><Relationship Type="http://schemas.openxmlformats.org/officeDocument/2006/relationships/slide" Target="/ppt/slides/slide3.xml" Id="R5f56dad32ce24801" /><Relationship Type="http://schemas.openxmlformats.org/officeDocument/2006/relationships/slide" Target="/ppt/slides/slide4.xml" Id="R8be27c5ee1914e0d" /><Relationship Type="http://schemas.openxmlformats.org/officeDocument/2006/relationships/slide" Target="/ppt/slides/slide5.xml" Id="R122aaaa8fb0445d0" /><Relationship Type="http://schemas.openxmlformats.org/officeDocument/2006/relationships/slide" Target="/ppt/slides/slide6.xml" Id="R1f7a8df47ab943ab" /><Relationship Type="http://schemas.openxmlformats.org/officeDocument/2006/relationships/slide" Target="/ppt/slides/slide7.xml" Id="Rcf73374a86454196" /><Relationship Type="http://schemas.openxmlformats.org/officeDocument/2006/relationships/slide" Target="/ppt/slides/slide8.xml" Id="R340bf62cb27d46d4" /><Relationship Type="http://schemas.openxmlformats.org/officeDocument/2006/relationships/slide" Target="/ppt/slides/slide9.xml" Id="R2e920c49de264ca6" /><Relationship Type="http://schemas.openxmlformats.org/officeDocument/2006/relationships/slide" Target="/ppt/slides/slide10.xml" Id="Ra71b0ff4edcb4955" /><Relationship Type="http://schemas.openxmlformats.org/officeDocument/2006/relationships/slide" Target="/ppt/slides/slide11.xml" Id="R97e965b2590844d4" /><Relationship Type="http://schemas.openxmlformats.org/officeDocument/2006/relationships/slide" Target="/ppt/slides/slide12.xml" Id="R4ec04c0dfa554b9c" /><Relationship Type="http://schemas.openxmlformats.org/officeDocument/2006/relationships/slide" Target="/ppt/slides/slide13.xml" Id="Rb2362de1ea1b4dcb" /><Relationship Type="http://schemas.openxmlformats.org/officeDocument/2006/relationships/slide" Target="/ppt/slides/slide14.xml" Id="Receb83f99f734a04" /><Relationship Type="http://schemas.openxmlformats.org/officeDocument/2006/relationships/slide" Target="/ppt/slides/slide15.xml" Id="R1ad70bca2218410e" /><Relationship Type="http://schemas.openxmlformats.org/officeDocument/2006/relationships/slide" Target="/ppt/slides/slide16.xml" Id="R6c6c35e5c3204824" /><Relationship Type="http://schemas.openxmlformats.org/officeDocument/2006/relationships/slide" Target="/ppt/slides/slide17.xml" Id="Ra6d515333b2b4618" /><Relationship Type="http://schemas.openxmlformats.org/officeDocument/2006/relationships/slide" Target="/ppt/slides/slide18.xml" Id="R40b06ba6d568421d" /><Relationship Type="http://schemas.openxmlformats.org/officeDocument/2006/relationships/slide" Target="/ppt/slides/slide19.xml" Id="R1febc85c404e438c" /><Relationship Type="http://schemas.openxmlformats.org/officeDocument/2006/relationships/slide" Target="/ppt/slides/slide20.xml" Id="R773f7489647b4416" /><Relationship Type="http://schemas.openxmlformats.org/officeDocument/2006/relationships/slide" Target="/ppt/slides/slide21.xml" Id="R4ce55704b68f4deb" /><Relationship Type="http://schemas.openxmlformats.org/officeDocument/2006/relationships/slide" Target="/ppt/slides/slide22.xml" Id="R120a8c7cd84c4baf" /><Relationship Type="http://schemas.openxmlformats.org/officeDocument/2006/relationships/slide" Target="/ppt/slides/slide23.xml" Id="R98469861d0b2424c" /><Relationship Type="http://schemas.openxmlformats.org/officeDocument/2006/relationships/slide" Target="/ppt/slides/slide24.xml" Id="R098249059e37444b" /><Relationship Type="http://schemas.openxmlformats.org/officeDocument/2006/relationships/slide" Target="/ppt/slides/slide25.xml" Id="R52ae64ac123f4c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c29aba6ee344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6d1e24e9b74b68" /><Relationship Type="http://schemas.openxmlformats.org/officeDocument/2006/relationships/notesMaster" Target="/ppt/notesMasters/notesMaster1.xml" Id="R576ab6ea483241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6d067e261d4b94" /><Relationship Type="http://schemas.openxmlformats.org/officeDocument/2006/relationships/notesMaster" Target="/ppt/notesMasters/notesMaster1.xml" Id="R5d9d6edd92054a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ad167187264bba" /><Relationship Type="http://schemas.openxmlformats.org/officeDocument/2006/relationships/notesMaster" Target="/ppt/notesMasters/notesMaster1.xml" Id="Rcdd989888cf842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1f80c596384b5e" /><Relationship Type="http://schemas.openxmlformats.org/officeDocument/2006/relationships/notesMaster" Target="/ppt/notesMasters/notesMaster1.xml" Id="R9cc75a004aee4f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7be29f2a594d47" /><Relationship Type="http://schemas.openxmlformats.org/officeDocument/2006/relationships/notesMaster" Target="/ppt/notesMasters/notesMaster1.xml" Id="R9ad8dd7c6c3945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cd70aaf4db42d5" /><Relationship Type="http://schemas.openxmlformats.org/officeDocument/2006/relationships/notesMaster" Target="/ppt/notesMasters/notesMaster1.xml" Id="Rc146a8559a8e41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77aa44f50e434d" /><Relationship Type="http://schemas.openxmlformats.org/officeDocument/2006/relationships/notesMaster" Target="/ppt/notesMasters/notesMaster1.xml" Id="Rc8c0223257f140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38874156344354" /><Relationship Type="http://schemas.openxmlformats.org/officeDocument/2006/relationships/notesMaster" Target="/ppt/notesMasters/notesMaster1.xml" Id="Rc28a2aec878247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bff2762f494034" /><Relationship Type="http://schemas.openxmlformats.org/officeDocument/2006/relationships/notesMaster" Target="/ppt/notesMasters/notesMaster1.xml" Id="Rb245f8951c9f4e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bbf66a57604722" /><Relationship Type="http://schemas.openxmlformats.org/officeDocument/2006/relationships/notesMaster" Target="/ppt/notesMasters/notesMaster1.xml" Id="R648b39356cf64c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625c7a3f854e8e" /><Relationship Type="http://schemas.openxmlformats.org/officeDocument/2006/relationships/notesMaster" Target="/ppt/notesMasters/notesMaster1.xml" Id="R53ea01230d944c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c7b6db2e1b4120" /><Relationship Type="http://schemas.openxmlformats.org/officeDocument/2006/relationships/notesMaster" Target="/ppt/notesMasters/notesMaster1.xml" Id="R1d5b76c61bd94b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0fe200643249a0" /><Relationship Type="http://schemas.openxmlformats.org/officeDocument/2006/relationships/notesMaster" Target="/ppt/notesMasters/notesMaster1.xml" Id="R7d63607aaf7745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0dea69327c443c" /><Relationship Type="http://schemas.openxmlformats.org/officeDocument/2006/relationships/notesMaster" Target="/ppt/notesMasters/notesMaster1.xml" Id="Rcefa41a439d940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04cfc8d9254eca" /><Relationship Type="http://schemas.openxmlformats.org/officeDocument/2006/relationships/notesMaster" Target="/ppt/notesMasters/notesMaster1.xml" Id="R2aa0c2e5183b4f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9cd1630f994e47" /><Relationship Type="http://schemas.openxmlformats.org/officeDocument/2006/relationships/notesMaster" Target="/ppt/notesMasters/notesMaster1.xml" Id="R3a6d07aeaf4b40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6c986260eb45c9" /><Relationship Type="http://schemas.openxmlformats.org/officeDocument/2006/relationships/notesMaster" Target="/ppt/notesMasters/notesMaster1.xml" Id="Rb58a7c9171d042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fb1165191d496a" /><Relationship Type="http://schemas.openxmlformats.org/officeDocument/2006/relationships/notesMaster" Target="/ppt/notesMasters/notesMaster1.xml" Id="R0b1fd8c4d75649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d370e521914f69" /><Relationship Type="http://schemas.openxmlformats.org/officeDocument/2006/relationships/notesMaster" Target="/ppt/notesMasters/notesMaster1.xml" Id="Rb66f547dd4c74d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a7a69e502474312" /><Relationship Type="http://schemas.openxmlformats.org/officeDocument/2006/relationships/notesMaster" Target="/ppt/notesMasters/notesMaster1.xml" Id="Ra9efb50a277e47e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777bfb6584408a" /><Relationship Type="http://schemas.openxmlformats.org/officeDocument/2006/relationships/notesMaster" Target="/ppt/notesMasters/notesMaster1.xml" Id="R723a4aa2fbe4497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baa8aeae6e64bef" /><Relationship Type="http://schemas.openxmlformats.org/officeDocument/2006/relationships/notesMaster" Target="/ppt/notesMasters/notesMaster1.xml" Id="R67f62a8ba2c94a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dc97a23d7443e2" /><Relationship Type="http://schemas.openxmlformats.org/officeDocument/2006/relationships/notesMaster" Target="/ppt/notesMasters/notesMaster1.xml" Id="R920f337610fa4ba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09460bc0c40490f" /><Relationship Type="http://schemas.openxmlformats.org/officeDocument/2006/relationships/notesMaster" Target="/ppt/notesMasters/notesMaster1.xml" Id="R2f698fe7d2f34a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881d05399794903" /><Relationship Type="http://schemas.openxmlformats.org/officeDocument/2006/relationships/notesMaster" Target="/ppt/notesMasters/notesMaster1.xml" Id="Re1898d7a8638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DeepReachやBuildAIが挙げられます。基盤モデル・シミュレーション層にはPI、SkilledAI、NVIDIAがあります。ハードウェア開発層ではUnitreeが強く、現場統合層ではHIVE RoboticsやFormicが、既存のロボットやモデルを使った現場への導入を進めています。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競合がいないというより、まだ直接競争が始まっていないという認識です。同じ現場の撮影で被り、一つの撮影先がRootLensか別の収集会社を選ぶ段階に来て、初めて競合します。海外のプレイヤーは現段階で日本の現場に来ておらず、今は単なる同業者です。撮影先A、B、Cを取り合っているのではなく、まだAとBしか取れていない状態です。</a:t>
            </a:r>
          </a:p>
          <a:p xmlns:a="http://schemas.openxmlformats.org/drawingml/2006/main">
            <a:r>
              <a:t/>
            </a:r>
          </a:p>
          <a:p xmlns:a="http://schemas.openxmlformats.org/drawingml/2006/main">
            <a:r>
              <a:t>販売先側では、月間1,000時間ほどの収集規模が商談の目安になります。他社が100万時間を持っていても、それ以上のデータが不要になるわけではありません。データには現場や作業の多様性が必要だからです。したがって、他社の数字を並べるより、空いている現場へ入り、販売できる収集規模まで拡大できるかを見る方が、現時点の競合リスクを正確に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ただ、私たちの収集規模は世界的にはまだ小さいため、先方での優先度が上がりにくく、合意に至るのが難しい状態です。収集規模を拡大することで、継続的な検討対象になれると考えています。</a:t>
            </a:r>
          </a:p>
          <a:p xmlns:a="http://schemas.openxmlformats.org/drawingml/2006/main">
            <a:r>
              <a:t/>
            </a:r>
          </a:p>
          <a:p xmlns:a="http://schemas.openxmlformats.org/drawingml/2006/main">
            <a:r>
              <a:t>国内ではNextremerと、現場合意、加工、販売を含む運用フローを擦り合わせています。手数料なしのレベニューシェアなので、私たちは現場開拓とデータ収集に注力できます。Nextremerは私たちよりロボット実装に近い下流へアプローチできるため、高度なアノテーション付きデータを求める販売先へ届き、より高い単価を狙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658b7fcdf342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e88f1223c84ec5" /><Relationship Type="http://schemas.openxmlformats.org/officeDocument/2006/relationships/slideLayout" Target="/ppt/slideLayouts/slideLayout1.xml" Id="R78805e12bb4442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805e12bb4442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16e13a3a4042db" /><Relationship Type="http://schemas.openxmlformats.org/officeDocument/2006/relationships/notesSlide" Target="/ppt/notesSlides/notesSlide1.xml" Id="R52b15408e3a148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13e047f3a34fd4" /><Relationship Type="http://schemas.openxmlformats.org/officeDocument/2006/relationships/notesSlide" Target="/ppt/notesSlides/notesSlide2.xml" Id="Rfd6c2394658a42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7d700ef16a4ca2" /><Relationship Type="http://schemas.openxmlformats.org/officeDocument/2006/relationships/notesSlide" Target="/ppt/notesSlides/notesSlide3.xml" Id="R767e1413fa6747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2c0bda6feb4ef1" /><Relationship Type="http://schemas.openxmlformats.org/officeDocument/2006/relationships/notesSlide" Target="/ppt/notesSlides/notesSlide4.xml" Id="Rb04c7ae4b62b48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8d886f5e4c402e" /><Relationship Type="http://schemas.openxmlformats.org/officeDocument/2006/relationships/notesSlide" Target="/ppt/notesSlides/notesSlide5.xml" Id="R9ebabfcd1e1d4b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2e9e63cf474a0d" /><Relationship Type="http://schemas.openxmlformats.org/officeDocument/2006/relationships/notesSlide" Target="/ppt/notesSlides/notesSlide6.xml" Id="Rc24718898b8f46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2f171556334e82" /><Relationship Type="http://schemas.openxmlformats.org/officeDocument/2006/relationships/notesSlide" Target="/ppt/notesSlides/notesSlide7.xml" Id="R85d34674f01d40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75357b94c5400d" /><Relationship Type="http://schemas.openxmlformats.org/officeDocument/2006/relationships/notesSlide" Target="/ppt/notesSlides/notesSlide8.xml" Id="R360e488168114c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4edd9efdbd4fc5" /><Relationship Type="http://schemas.openxmlformats.org/officeDocument/2006/relationships/notesSlide" Target="/ppt/notesSlides/notesSlide9.xml" Id="R680e4a1a989041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d9fd36d78154c97" /><Relationship Type="http://schemas.openxmlformats.org/officeDocument/2006/relationships/notesSlide" Target="/ppt/notesSlides/notesSlide10.xml" Id="R3d4b9d42ab4647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b4a960b5cb4316" /><Relationship Type="http://schemas.openxmlformats.org/officeDocument/2006/relationships/notesSlide" Target="/ppt/notesSlides/notesSlide11.xml" Id="R103d8209266148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874a268862c4687" /><Relationship Type="http://schemas.openxmlformats.org/officeDocument/2006/relationships/notesSlide" Target="/ppt/notesSlides/notesSlide12.xml" Id="Re54a0fe3f92a46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629138f9cc4b94" /><Relationship Type="http://schemas.openxmlformats.org/officeDocument/2006/relationships/notesSlide" Target="/ppt/notesSlides/notesSlide13.xml" Id="Radf9dd9de9de42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e1a4042c223428d" /><Relationship Type="http://schemas.openxmlformats.org/officeDocument/2006/relationships/notesSlide" Target="/ppt/notesSlides/notesSlide14.xml" Id="R942bae04242846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fc9b20b60647b7" /><Relationship Type="http://schemas.openxmlformats.org/officeDocument/2006/relationships/notesSlide" Target="/ppt/notesSlides/notesSlide15.xml" Id="Reb09814b2d2145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13e711e28b4c66" /><Relationship Type="http://schemas.openxmlformats.org/officeDocument/2006/relationships/notesSlide" Target="/ppt/notesSlides/notesSlide16.xml" Id="R0e65e83b8f364be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1f5fe4653f4b3b" /><Relationship Type="http://schemas.openxmlformats.org/officeDocument/2006/relationships/image" Target="/ppt/media/image.jpeg" Id="R34a3c83570864995" /><Relationship Type="http://schemas.openxmlformats.org/officeDocument/2006/relationships/image" Target="/ppt/media/image2.jpeg" Id="R6143cdded13142d0" /><Relationship Type="http://schemas.openxmlformats.org/officeDocument/2006/relationships/image" Target="/ppt/media/image3.jpeg" Id="Refc004d0d3cb4624" /><Relationship Type="http://schemas.openxmlformats.org/officeDocument/2006/relationships/notesSlide" Target="/ppt/notesSlides/notesSlide17.xml" Id="Rd6d5d2a92d3a42b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05b7974b4814b31" /><Relationship Type="http://schemas.openxmlformats.org/officeDocument/2006/relationships/notesSlide" Target="/ppt/notesSlides/notesSlide18.xml" Id="R623c432d4a9f49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092cc61c86d4bd2" /><Relationship Type="http://schemas.openxmlformats.org/officeDocument/2006/relationships/notesSlide" Target="/ppt/notesSlides/notesSlide19.xml" Id="R75f47ffab7ea43b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efba869583f4b9f" /><Relationship Type="http://schemas.openxmlformats.org/officeDocument/2006/relationships/notesSlide" Target="/ppt/notesSlides/notesSlide20.xml" Id="R25511148651941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b3c9ff027f46d9" /><Relationship Type="http://schemas.openxmlformats.org/officeDocument/2006/relationships/notesSlide" Target="/ppt/notesSlides/notesSlide21.xml" Id="Red82ae1dc11c4b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9848acdbb8b45b4" /><Relationship Type="http://schemas.openxmlformats.org/officeDocument/2006/relationships/notesSlide" Target="/ppt/notesSlides/notesSlide22.xml" Id="R07f44694d0604a5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b2c473aeca841be" /><Relationship Type="http://schemas.openxmlformats.org/officeDocument/2006/relationships/notesSlide" Target="/ppt/notesSlides/notesSlide23.xml" Id="R093341aba43d4de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2cd7bbd8da942c8" /><Relationship Type="http://schemas.openxmlformats.org/officeDocument/2006/relationships/notesSlide" Target="/ppt/notesSlides/notesSlide24.xml" Id="Rb9ab482a91934f6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f31484a09a2439f" /><Relationship Type="http://schemas.openxmlformats.org/officeDocument/2006/relationships/notesSlide" Target="/ppt/notesSlides/notesSlide25.xml" Id="R27a4403f2959476f"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7D092A-E493-4DE8-93E5-2E322A0E4E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CB7852-BD1C-443A-A05E-672BFFE960EE}"/>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FD1701C5-B6D2-4889-999B-3B3B1F955FAF}"/>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1807BD18-4B4C-45BA-849A-E36CB26FB609}"/>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22A562-0C27-49F4-AF48-72B6DB17751F}"/>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59690298-3728-45B9-AC99-893752174158}"/>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788544523"/>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E3BE455-0177-45FE-B1B8-8280FD1546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36042A-D90D-449E-8849-C5E9476756D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42728AD1-5F6D-4E4C-BB36-9272B2CCC4F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7BADE3-FCFE-4868-94A5-2B4A91E3360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72E3F45C-8B3C-46BF-9DE9-7077863D7143}"/>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7E78656F-70D8-438D-8B53-292DC33AE251}"/>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009D33-329D-4D61-BA88-8AC065D906B8}"/>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7A5926-B603-4F65-BD23-7B502759F93F}"/>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F9CA9E-08FF-4B19-9FAB-93CAD05C4882}"/>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DB19CA9-A2C6-4B98-B7C0-24FB2550C100}"/>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8D70B30C-1BDB-4C0A-8171-D6DBAF4CB0B6}"/>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C91B3B46-02C8-4971-BAC5-E3ED3CE261E4}"/>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0FFBD140-CEA7-4323-99A6-9CFB63C02039}"/>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B3BBD5A1-E0D9-4076-9105-8AD1342944A4}"/>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C05FA1A3-AAB7-45C2-B2DB-C857ED4853C0}"/>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12622AD-33B3-4848-9730-121ADF128561}"/>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E773B047-36D6-499D-80C2-D2618ACC0CF4}"/>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D5E51F6-16C0-4F34-A92D-45FDA64BC78C}"/>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BC23230-3463-433C-9752-BAFAA936CADF}"/>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A51D48E-C49C-42B4-A64C-DB36455DEE26}"/>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0EE0564F-67AC-419E-80B0-B12A3672E377}"/>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CE4877A6-32AF-4CC9-9A91-46795AB5A02A}"/>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D7D0432-D066-4825-8ED7-DDCBC76935B7}"/>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B8295207-605B-4AA3-B050-773D16E82DB8}"/>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B9833384-C383-4DCD-AA7C-B47E54DE77D9}"/>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9AB2B919-F290-47C6-A3D6-AD954C1C167F}"/>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36AF8D89-FFBF-431E-94B0-C7C29DD5BB6F}"/>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0D2D7ED1-56F2-4A13-A4FE-36290FAA25EA}"/>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113C40E0-0277-445F-9831-7C6C9EC7CFE7}"/>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E64EEE55-4E7B-4C0F-9AF6-C9D997B5E90B}"/>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3708437F-A8C3-4EF5-A0A8-32802E4BD210}"/>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CB8379E2-515C-4E55-9CE5-F3C9EB5A99BC}"/>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D9B302B5-671D-406E-935C-B52B6B0B78D1}"/>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57867502-4D8A-483B-85A0-A81A25BF8C1D}"/>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E84E918C-62F0-4CD7-B6D2-81FF1BCFC8A3}"/>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1F770615-EE79-4AB2-9302-9B3BBFBAB161}"/>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391410298"/>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E4C1C0-8A24-4C6B-8A8F-0F3271AF54C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CE3A0D-7E3C-4A15-8279-07E75E517D6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8B568720-AA5E-4632-BC92-83119484C47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A94BAE-BC1C-46EE-8D3B-5B6D2E92D3E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2F93E473-8B0D-4CC8-B41F-8B0282F3B01D}"/>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2391D3A0-6C20-470A-975B-71A4EEA109A6}"/>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3F745D2D-2C63-47F0-B8AC-9A2D9963E88F}"/>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4F4353D9-78DC-4419-B087-EA25469DE9C5}"/>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68D024BA-7B47-4CA0-AD5B-81A37685281C}"/>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E921E91-6322-4F08-8F0B-0652E796BF68}"/>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171FE17D-82DC-4859-8ECA-2A7A7FB4481E}"/>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8A9269B7-670D-479F-892A-29B77BB55613}"/>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2039775751"/>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4328B7D-3247-439C-919C-01844D2682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295D60-2EA8-4B0C-AC4F-0EFD9E4674C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76146535-D806-4E04-8FD0-D03650F33C6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3AE5FE-3993-4221-AB6F-BF6B2D16FB2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98E83717-A5C8-4DF2-9B3B-1857493B6CC9}"/>
              </a:ext>
            </a:extLst>
          </p:cNvPr>
          <p:cNvSpPr>
            <a:spLocks xmlns:a="http://schemas.openxmlformats.org/drawingml/2006/main" noGrp="1"/>
          </p:cNvSpPr>
          <p:nvPr/>
        </p:nvSpPr>
        <p:spPr>
          <a:xfrm xmlns:a="http://schemas.openxmlformats.org/drawingml/2006/main" rot="0">
            <a:off x="9191625" y="15716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企業例</a:t>
            </a:r>
          </a:p>
        </p:txBody>
      </p:sp>
      <p:sp>
        <p:nvSpPr>
          <p:cNvPr id="6" name="">
            <a:extLst xmlns:a="http://schemas.openxmlformats.org/drawingml/2006/main">
              <a:ext uri="{FF2B5EF4-FFF2-40B4-BE49-F238E27FC236}">
                <a16:creationId xmlns:a16="http://schemas.microsoft.com/office/drawing/2014/main" id="{4D911169-B1ED-4B1D-843C-9E085CFE72E5}"/>
              </a:ext>
            </a:extLst>
          </p:cNvPr>
          <p:cNvSpPr>
            <a:spLocks xmlns:a="http://schemas.openxmlformats.org/drawingml/2006/main" noGrp="1"/>
          </p:cNvSpPr>
          <p:nvPr/>
        </p:nvSpPr>
        <p:spPr>
          <a:xfrm xmlns:a="http://schemas.openxmlformats.org/drawingml/2006/main" rot="0">
            <a:off x="723900" y="1809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7" name="">
            <a:extLst xmlns:a="http://schemas.openxmlformats.org/drawingml/2006/main">
              <a:ext uri="{FF2B5EF4-FFF2-40B4-BE49-F238E27FC236}">
                <a16:creationId xmlns:a16="http://schemas.microsoft.com/office/drawing/2014/main" id="{6774EC43-84A8-44CA-9130-39109D2AD9FC}"/>
              </a:ext>
            </a:extLst>
          </p:cNvPr>
          <p:cNvSpPr>
            <a:spLocks xmlns:a="http://schemas.openxmlformats.org/drawingml/2006/main" noGrp="1"/>
          </p:cNvSpPr>
          <p:nvPr/>
        </p:nvSpPr>
        <p:spPr>
          <a:xfrm xmlns:a="http://schemas.openxmlformats.org/drawingml/2006/main" rot="0">
            <a:off x="3143250" y="1790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人間の作業データ、遠隔操作による収集、合成データ、生データの加工。収集に特化したデバイス開発も広がりはじめている。</a:t>
            </a:r>
          </a:p>
        </p:txBody>
      </p:sp>
      <p:sp>
        <p:nvSpPr>
          <p:cNvPr id="8" name="">
            <a:extLst xmlns:a="http://schemas.openxmlformats.org/drawingml/2006/main">
              <a:ext uri="{FF2B5EF4-FFF2-40B4-BE49-F238E27FC236}">
                <a16:creationId xmlns:a16="http://schemas.microsoft.com/office/drawing/2014/main" id="{642E4DA2-6F56-45A2-8468-EFB51860EBB3}"/>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793217-6E4C-4FEF-99A8-663AE5887BF8}"/>
              </a:ext>
            </a:extLst>
          </p:cNvPr>
          <p:cNvSpPr>
            <a:spLocks xmlns:a="http://schemas.openxmlformats.org/drawingml/2006/main" noGrp="1"/>
          </p:cNvSpPr>
          <p:nvPr/>
        </p:nvSpPr>
        <p:spPr>
          <a:xfrm xmlns:a="http://schemas.openxmlformats.org/drawingml/2006/main" rot="0">
            <a:off x="9191625" y="2009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DeepReach / BuildAI</a:t>
            </a:r>
          </a:p>
        </p:txBody>
      </p:sp>
      <p:sp>
        <p:nvSpPr>
          <p:cNvPr id="10" name="">
            <a:extLst xmlns:a="http://schemas.openxmlformats.org/drawingml/2006/main">
              <a:ext uri="{FF2B5EF4-FFF2-40B4-BE49-F238E27FC236}">
                <a16:creationId xmlns:a16="http://schemas.microsoft.com/office/drawing/2014/main" id="{1AB26FA5-407A-4BFE-8AFC-C9C6F3ECA414}"/>
              </a:ext>
            </a:extLst>
          </p:cNvPr>
          <p:cNvSpPr>
            <a:spLocks xmlns:a="http://schemas.openxmlformats.org/drawingml/2006/main" noGrp="1"/>
          </p:cNvSpPr>
          <p:nvPr/>
        </p:nvSpPr>
        <p:spPr>
          <a:xfrm xmlns:a="http://schemas.openxmlformats.org/drawingml/2006/main" rot="0">
            <a:off x="723900" y="28575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基盤モデル・</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シミュレーション</a:t>
            </a:r>
          </a:p>
        </p:txBody>
      </p:sp>
      <p:sp>
        <p:nvSpPr>
          <p:cNvPr id="11" name="">
            <a:extLst xmlns:a="http://schemas.openxmlformats.org/drawingml/2006/main">
              <a:ext uri="{FF2B5EF4-FFF2-40B4-BE49-F238E27FC236}">
                <a16:creationId xmlns:a16="http://schemas.microsoft.com/office/drawing/2014/main" id="{41314131-73AC-4A5D-AFAA-C99BD00E2FAA}"/>
              </a:ext>
            </a:extLst>
          </p:cNvPr>
          <p:cNvSpPr>
            <a:spLocks xmlns:a="http://schemas.openxmlformats.org/drawingml/2006/main" noGrp="1"/>
          </p:cNvSpPr>
          <p:nvPr/>
        </p:nvSpPr>
        <p:spPr>
          <a:xfrm xmlns:a="http://schemas.openxmlformats.org/drawingml/2006/main" rot="0">
            <a:off x="3143250" y="2838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現実世界を仮想環境に再現し、必要な実データ量を抑えながらモデル開発を進める。</a:t>
            </a:r>
          </a:p>
        </p:txBody>
      </p:sp>
      <p:sp>
        <p:nvSpPr>
          <p:cNvPr id="12" name="">
            <a:extLst xmlns:a="http://schemas.openxmlformats.org/drawingml/2006/main">
              <a:ext uri="{FF2B5EF4-FFF2-40B4-BE49-F238E27FC236}">
                <a16:creationId xmlns:a16="http://schemas.microsoft.com/office/drawing/2014/main" id="{667BE4F6-7842-4CCF-980F-AB99E29A0250}"/>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03B35B-3F16-430A-9B90-933C87772555}"/>
              </a:ext>
            </a:extLst>
          </p:cNvPr>
          <p:cNvSpPr>
            <a:spLocks xmlns:a="http://schemas.openxmlformats.org/drawingml/2006/main" noGrp="1"/>
          </p:cNvSpPr>
          <p:nvPr/>
        </p:nvSpPr>
        <p:spPr>
          <a:xfrm xmlns:a="http://schemas.openxmlformats.org/drawingml/2006/main" rot="0">
            <a:off x="9191625" y="30575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14" name="">
            <a:extLst xmlns:a="http://schemas.openxmlformats.org/drawingml/2006/main">
              <a:ext uri="{FF2B5EF4-FFF2-40B4-BE49-F238E27FC236}">
                <a16:creationId xmlns:a16="http://schemas.microsoft.com/office/drawing/2014/main" id="{02063A10-8BBB-411E-B2AF-B6D27230BE6F}"/>
              </a:ext>
            </a:extLst>
          </p:cNvPr>
          <p:cNvSpPr>
            <a:spLocks xmlns:a="http://schemas.openxmlformats.org/drawingml/2006/main" noGrp="1"/>
          </p:cNvSpPr>
          <p:nvPr/>
        </p:nvSpPr>
        <p:spPr>
          <a:xfrm xmlns:a="http://schemas.openxmlformats.org/drawingml/2006/main" rot="0">
            <a:off x="723900" y="40005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ハードウェア開発層</a:t>
            </a:r>
          </a:p>
        </p:txBody>
      </p:sp>
      <p:sp>
        <p:nvSpPr>
          <p:cNvPr id="15" name="">
            <a:extLst xmlns:a="http://schemas.openxmlformats.org/drawingml/2006/main">
              <a:ext uri="{FF2B5EF4-FFF2-40B4-BE49-F238E27FC236}">
                <a16:creationId xmlns:a16="http://schemas.microsoft.com/office/drawing/2014/main" id="{264CE7C8-0B31-43B2-8363-8B5E23B5A2E8}"/>
              </a:ext>
            </a:extLst>
          </p:cNvPr>
          <p:cNvSpPr>
            <a:spLocks xmlns:a="http://schemas.openxmlformats.org/drawingml/2006/main" noGrp="1"/>
          </p:cNvSpPr>
          <p:nvPr/>
        </p:nvSpPr>
        <p:spPr>
          <a:xfrm xmlns:a="http://schemas.openxmlformats.org/drawingml/2006/main" rot="0">
            <a:off x="3143250" y="3981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特に中国系企業が、安価なロボットを提供する面で強い。</a:t>
            </a:r>
          </a:p>
        </p:txBody>
      </p:sp>
      <p:sp>
        <p:nvSpPr>
          <p:cNvPr id="16" name="">
            <a:extLst xmlns:a="http://schemas.openxmlformats.org/drawingml/2006/main">
              <a:ext uri="{FF2B5EF4-FFF2-40B4-BE49-F238E27FC236}">
                <a16:creationId xmlns:a16="http://schemas.microsoft.com/office/drawing/2014/main" id="{8035EB0F-72E8-4C8F-85B4-121D48DC713D}"/>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E1FBC1F-20D4-4ADE-BC67-EECC1D02A630}"/>
              </a:ext>
            </a:extLst>
          </p:cNvPr>
          <p:cNvSpPr>
            <a:spLocks xmlns:a="http://schemas.openxmlformats.org/drawingml/2006/main" noGrp="1"/>
          </p:cNvSpPr>
          <p:nvPr/>
        </p:nvSpPr>
        <p:spPr>
          <a:xfrm xmlns:a="http://schemas.openxmlformats.org/drawingml/2006/main" rot="0">
            <a:off x="9191625" y="42005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18" name="">
            <a:extLst xmlns:a="http://schemas.openxmlformats.org/drawingml/2006/main">
              <a:ext uri="{FF2B5EF4-FFF2-40B4-BE49-F238E27FC236}">
                <a16:creationId xmlns:a16="http://schemas.microsoft.com/office/drawing/2014/main" id="{A73CB05C-B850-4486-8CC7-E014D6FEA9E4}"/>
              </a:ext>
            </a:extLst>
          </p:cNvPr>
          <p:cNvSpPr>
            <a:spLocks xmlns:a="http://schemas.openxmlformats.org/drawingml/2006/main" noGrp="1"/>
          </p:cNvSpPr>
          <p:nvPr/>
        </p:nvSpPr>
        <p:spPr>
          <a:xfrm xmlns:a="http://schemas.openxmlformats.org/drawingml/2006/main" rot="0">
            <a:off x="723900" y="4857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9" name="">
            <a:extLst xmlns:a="http://schemas.openxmlformats.org/drawingml/2006/main">
              <a:ext uri="{FF2B5EF4-FFF2-40B4-BE49-F238E27FC236}">
                <a16:creationId xmlns:a16="http://schemas.microsoft.com/office/drawing/2014/main" id="{0AE4FB98-4961-4FD1-A032-FE34E48E2CED}"/>
              </a:ext>
            </a:extLst>
          </p:cNvPr>
          <p:cNvSpPr>
            <a:spLocks xmlns:a="http://schemas.openxmlformats.org/drawingml/2006/main" noGrp="1"/>
          </p:cNvSpPr>
          <p:nvPr/>
        </p:nvSpPr>
        <p:spPr>
          <a:xfrm xmlns:a="http://schemas.openxmlformats.org/drawingml/2006/main" rot="0">
            <a:off x="3143250" y="4838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既存のロボットやモデルを利用し、現場への導入と運用調整を優先する。</a:t>
            </a:r>
          </a:p>
        </p:txBody>
      </p:sp>
      <p:sp>
        <p:nvSpPr>
          <p:cNvPr id="20" name="">
            <a:extLst xmlns:a="http://schemas.openxmlformats.org/drawingml/2006/main">
              <a:ext uri="{FF2B5EF4-FFF2-40B4-BE49-F238E27FC236}">
                <a16:creationId xmlns:a16="http://schemas.microsoft.com/office/drawing/2014/main" id="{597F9EF0-9EC6-478B-AB40-859149592589}"/>
              </a:ext>
            </a:extLst>
          </p:cNvPr>
          <p:cNvSpPr>
            <a:spLocks xmlns:a="http://schemas.openxmlformats.org/drawingml/2006/main" noGrp="1"/>
          </p:cNvSpPr>
          <p:nvPr/>
        </p:nvSpPr>
        <p:spPr>
          <a:xfrm xmlns:a="http://schemas.openxmlformats.org/drawingml/2006/main" rot="0">
            <a:off x="9191625" y="5057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Tree>
    <p:extLst>
      <p:ext uri="{BB962C8B-B14F-4D97-AF65-F5344CB8AC3E}">
        <p14:creationId xmlns:p14="http://schemas.microsoft.com/office/powerpoint/2010/main" val="1363530366"/>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40A30AD1-F28B-4BCB-A9BC-B371268AAB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CC1F8F-C107-4D40-8DFF-AFA0A9AA89E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現場を含む「ループ」を持つ企業が勝つ</a:t>
            </a:r>
          </a:p>
        </p:txBody>
      </p:sp>
      <p:sp>
        <p:nvSpPr>
          <p:cNvPr id="3" name="">
            <a:extLst xmlns:a="http://schemas.openxmlformats.org/drawingml/2006/main">
              <a:ext uri="{FF2B5EF4-FFF2-40B4-BE49-F238E27FC236}">
                <a16:creationId xmlns:a16="http://schemas.microsoft.com/office/drawing/2014/main" id="{0A7F4E64-8FB3-48FC-A525-383C67DC58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8BFC6C-5306-4DF5-A60C-934B9A70A6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69D9BAC5-E474-4533-9BB7-8E058022F79D}"/>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F1506DE4-83C2-4135-80B6-25F0F2595836}"/>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A8E0E27-8695-4DDE-8674-70EA7E17C1D3}"/>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69BA7F-0D74-495F-9DEC-6DC256EF9A54}"/>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1B178C8-C62E-4A85-B279-E9291166B8E5}"/>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C79DD4E-A627-44B2-9105-711DFD7C9E83}"/>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36E83D7D-65E3-4797-A882-2652EA9574C0}"/>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729A31EC-0A9D-4950-8C7F-A282250C268C}"/>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EE657C33-8923-47F4-9B39-1CEB31CE4D0E}"/>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00C5840E-AB60-4641-B2DD-942833FFEE1A}"/>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519F3B73-768E-42E4-B6FE-5111D09E3AA3}"/>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B4780175-0827-446F-A52F-E420E0DF7493}"/>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0C52C65B-A6BE-495A-81FB-70C1862094CC}"/>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E755AF1-9CE7-4345-AB2D-73F81647224B}"/>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A053208-0177-4B1A-B110-7C36A04C42E4}"/>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ED3A4E4-3117-4FBC-AE00-2DBACC9B41D5}"/>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B0C821CF-23DE-468C-BA7A-8B3B03FCE15D}"/>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8E7D4CFB-9B95-428F-9D1A-4D5558B9560E}"/>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DAF3FEF-2535-42EF-A84E-D281505718C9}"/>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B0B43C94-6593-43E6-9CC0-DA60813E244C}"/>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9A0B6EC-2553-4408-A4F6-202A337D4A59}"/>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CEB9B68-75B9-4331-B57F-B86C8F65BE8F}"/>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1E5D8F6-A531-4972-BCD1-31E90F781999}"/>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7177C98-9B81-4EC4-B7E2-E3217429BAEF}"/>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56BE9A0-E798-432B-BB30-E15D08AE242E}"/>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FA9C387-5FE6-45F4-9C6E-FA9645B543C0}"/>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7339BEE-23F9-435B-9CE3-B929E7F4D917}"/>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9FFBDC5-8138-4F4C-B881-EECABCBA8C92}"/>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AA290B7-33B8-4272-AA1C-23F9F9C17C60}"/>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2EA89DF-FCC1-4AF6-AB80-42C1C64AE748}"/>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E65BE12-FB58-43B3-9FBD-99BD50DFFA32}"/>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FA2C493-A943-4A0D-A466-4827C3D726B7}"/>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C30610D-9252-405B-9D6E-7262AFBCEF69}"/>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0CBD635-B72C-4778-B318-0759FFCC3465}"/>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0FA20FB-2B5C-4D36-AC04-50D4F8E97CA7}"/>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B6A53D6-51BB-4274-8799-6340E6F14427}"/>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E8ED4A3-B510-4973-900B-DB6363083C0E}"/>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F04F1F5-1CE8-40F8-A699-6F3C7712B7EF}"/>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30EAB81-6B19-4D9E-B4FD-90282E074B1F}"/>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083D03B-8BEB-4AC1-B205-1799FC01D430}"/>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3629952C-DD01-40AF-BE30-4F41EB6561EC}"/>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C60949D-B6DA-4ECE-9D87-D21313C5C3E0}"/>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31429F8-78B8-4B76-9810-0CBEEE93C026}"/>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D75907C-B5C0-4361-95A4-C40CACC1CABD}"/>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8C0F547-DC6A-416B-A32C-FCD973B284A7}"/>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D7407877-649A-47AE-A207-D6A090C78E89}"/>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052D14C3-9372-4C4D-BA3D-9F46C4B4B7A6}"/>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5A6138C-8305-4111-B0E1-A4EA067A65BA}"/>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BB901911-8A24-458F-9358-BCB23805F29B}"/>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D6193D3C-1947-41B1-A67C-0F4FEE295A35}"/>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F87B1FE1-B68A-438D-8702-C086540AE040}"/>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F8295A8-180C-4E52-B7D1-3DDC7FD0BD8C}"/>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A644981D-453F-44BA-8FA7-19A752BD2250}"/>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693B6AAD-06AF-49EC-B817-FEB19544D784}"/>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7F6CFEBC-8265-4DDC-8189-3613D42C8FB1}"/>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72402D2E-F56C-4B1C-9F1F-ED2E1B8A32CC}"/>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510EA961-3601-4D13-9C9E-919B6D1CCEA8}"/>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24578848-B414-4125-8A3E-9F5ECC663210}"/>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CF97A8CE-2F3A-45D4-BC68-2F50209C7BF2}"/>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070309DB-AF08-442C-99DE-3BF53FDB976A}"/>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387064191"/>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1914CF27-E794-490F-9FD3-1F0E37679D4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F06889-C1C8-4232-8AD5-53374358E96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2FF20F52-532A-4802-9C3C-FE9D83E7147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E4667C-261A-48A8-A96D-53C41E621AB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ED314603-F2F6-46EA-8AAB-27F70DA08607}"/>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6016A866-9F17-40FF-ADF0-700E13DFFE63}"/>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241B0290-1D82-4D6A-A076-0D904E8BB013}"/>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F486921D-D4F8-4910-AC38-12975A53AFA6}"/>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EE55A5C8-AA3C-4C72-9C07-5E4FC6654F93}"/>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3337879E-391A-4306-B80F-DF3E34AE8D98}"/>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1E826524-E891-4C39-81D2-475637800D81}"/>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B3E89F3-C2EF-41A5-AB11-61785B4C69E4}"/>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755380C-B3AB-4105-994D-04ECABFA2574}"/>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1FB18F3-8229-44E1-8DFB-1D3BCADD5EF8}"/>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6C9EE34-FA11-4FF8-801A-9207BC89901B}"/>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1B5FD77-9FBD-4BB9-9236-350777A07FCE}"/>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C7174B6-1F0F-4BAE-9B0C-9912D8901F5F}"/>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4C0A7B6-3A34-4A3A-85F6-B59A3E17761B}"/>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8BB760-03EF-4B37-9529-44262552398B}"/>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4B31ED9-1953-4885-B2CF-47E4E1099677}"/>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E420621-76DE-4A81-B02D-A9DFC7ECA39E}"/>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8C5A021-FEBF-40FD-969F-0307EA6EFD54}"/>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5678658-BD30-4D04-8E4D-66B042D80107}"/>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D3CEFB3-A87B-4A5C-BBD4-FAFB3D9421E0}"/>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495AEC7-4BB2-47AF-A3C7-AC2BCE7B31AF}"/>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D44899B-12B4-4DF0-8611-8E7799CCA1E3}"/>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B1EEDB0-3E10-43FC-B6FE-4DEB3B0236A2}"/>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6C0CCDD-AECD-49A3-97EE-081A59BC2886}"/>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FE092AD-5B1D-4741-A92A-A46FCAF97E4D}"/>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3FD2B5A-DD4E-40AC-BFCA-8D49F9CCF83D}"/>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A32BBD3-BF2B-455A-93C7-70ADC533BCD2}"/>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B0095C6-0F1E-4FC0-B279-C651F8E9A381}"/>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BFF9809-168D-4CA4-9300-2F08E0844DBC}"/>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DA03D82-429F-4051-8387-76810127A564}"/>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55B7DE6-CF7B-4FBD-844D-9EBADF2E210F}"/>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ED55A5A-60BF-4A59-A141-211A16045607}"/>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A152362-C738-454C-9A3D-E19AC5AEE93D}"/>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1887713-D74F-43A0-A411-AFFF3150EBD6}"/>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92B3845-A196-4116-B8EB-458104B4289D}"/>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ACB4DD4-F0FE-473E-87C0-EF8B996CB246}"/>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C59C204-D640-4321-921C-D3A800691DDB}"/>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E62206C-4610-4E28-8442-F15BB1FD5050}"/>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3604FD1-E9C8-4FDB-BA82-FD9D9252317F}"/>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B0603C3-6665-4F70-BF8B-EE111F486D74}"/>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0F1AE0AB-8E07-4BDF-A721-5F1036CEEEF9}"/>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90C670D-4053-4DDB-A08D-935765A15F59}"/>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A964BF3-1F2A-4A9C-BC81-915966F98FEF}"/>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D88FFBC-EF38-4ABD-AE16-98A45B1BEDA2}"/>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8DEF3AC-837C-48CA-89AA-17FD36D0E4C2}"/>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34A4B834-547A-4E1A-87B4-2A68B4128B7A}"/>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1604B857-AF9E-4714-8F57-B934F59143AC}"/>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AFE87B7-9A22-4845-AA60-F2D3CCC25EC9}"/>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C656140D-82B1-43B0-AF25-E9EA197249AE}"/>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FB3243DC-7F6E-4CA9-9337-AFA2C1D32085}"/>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7A267A4F-6801-4DC4-84EF-B706C0606F62}"/>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0A01990-13BC-4C3C-8E2B-53ED09890596}"/>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47815D9-833D-4832-B6F4-871ABD53ECCE}"/>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FA2E0FC1-84FB-41C3-8C16-B14C4F1538E4}"/>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9AF1E5D1-AFC3-421E-8E2B-B3A15282D26A}"/>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FED243AA-3DDF-4C41-9F7B-9234D3D33BC9}"/>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B6D4C67-AD12-470E-A0D7-6713BB7886A9}"/>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A14F306D-641D-4F23-90E5-D016CA71B5C2}"/>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117808AB-7D25-4F59-BEA9-74F9D9F7D7B9}"/>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6F54E775-0D2B-4D73-96F3-AA7731DDDA6F}"/>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0A67DBC3-F338-4A24-AC69-4DEF8D14333B}"/>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BD017B04-28E0-4EC8-A4BF-E195AE32B736}"/>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ED079DE7-BFB1-4708-9B20-FF1D76248DF7}"/>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37DE3066-5CC8-4E2E-B460-5250C7E420E6}"/>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現場稼働データが直接モデル改善</a:t>
            </a:r>
          </a:p>
        </p:txBody>
      </p:sp>
    </p:spTree>
    <p:extLst>
      <p:ext uri="{BB962C8B-B14F-4D97-AF65-F5344CB8AC3E}">
        <p14:creationId xmlns:p14="http://schemas.microsoft.com/office/powerpoint/2010/main" val="292335534"/>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18E9284-83A8-41AF-BC69-EF1C6881AD0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B821C1-421B-436F-B94E-435A6165B10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2884B9B4-9609-4049-BA0E-A0080D50E3C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BA2833-FD8B-4845-A0F2-52E318C9EA2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01164FEF-58D7-421F-B83D-614BFF0EE614}"/>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F13148C9-FA9E-48EF-80C3-0B87A44B6B26}"/>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E8F64BA3-01F4-4B68-8FB7-79654674305A}"/>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3ECB811B-D092-4555-A80D-AD893C62E8D8}"/>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A23AB25A-5723-426E-8456-A112EB85854A}"/>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57EA4F5E-1AB5-4B1E-904D-1E1DF59C41E8}"/>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D9565D2D-DC16-46E2-B77E-1300972099DC}"/>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18EB9866-C5E9-4779-A387-98411E166E03}"/>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8E87C80E-9893-4BCA-97E6-54BA8B06F89A}"/>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782444CC-44AF-45F7-AA26-1D004C1DF856}"/>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3939529D-9E1D-4B79-8622-6538735FA2DC}"/>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F1D79F9B-3467-4B6F-BFA7-54597CF8576F}"/>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693EDF-6112-4822-9757-0BBC10C50350}"/>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77DB146B-B073-42DE-A5B2-7ED4BEC8238C}"/>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059C1B-17FF-4D80-9CAF-5B43D03EF510}"/>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E22E0AD-9609-4B06-BC96-0FA8AD2ED0F4}"/>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E0C40D1-24BB-4535-B188-EEA572EAD1D5}"/>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F24D4D71-6EAE-4CF6-B1B9-FA84576B2DD5}"/>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0FA883E4-D708-4076-AB9A-49815DF2F1ED}"/>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777861199"/>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75ADE7-F92B-4043-8005-44CFA781985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EF6092-F27B-4D45-A1CA-039386B1633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10DDBCE8-AE06-484E-8BDC-7934660922D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4E49E0-7B4A-4A9F-B70F-CFCF5628FF8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F6C1534F-14EF-446A-A9D3-DCE040374E05}"/>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0A6CAAD1-F62A-4FE7-997D-2A3625E06598}"/>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71A80CD0-7C62-4955-B988-1D54524C47AE}"/>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F4B64D-F23E-4CD6-9CC6-3CE6C9CDE380}"/>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3B56E09-E5F3-438F-9EA0-AAA9CD4FE1AF}"/>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EAEEE8EA-FAC3-4D00-8A00-037F98E8A789}"/>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2FD93B-EC92-4282-86FB-3866B9D637E2}"/>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28177087-606D-4243-8EA2-7FDD64443E81}"/>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F7F7A5-14BD-4F56-8B30-5BA759CA3AA6}"/>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7F8AA02C-1496-419E-8CFA-3F25C2F68E4C}"/>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C4CA74-A6E5-46D6-919C-BDDFD74D9FCD}"/>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859D963-1447-4374-A700-E5A15B9D5EC5}"/>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6A9411A8-5FF8-417D-AD5E-D1B0A579D7AE}"/>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C957768-D5B7-47FF-9C89-6A05E8AB3ADA}"/>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1038556677"/>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9485B52-E37B-4353-AD04-639FFCB85E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E9705D-4578-42C0-A41A-2276E8C10DE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5191B"/>
                </a:solidFill>
                <a:latin typeface="Hiragino Sans"/>
                <a:ea typeface="Hiragino Sans"/>
                <a:cs typeface="Hiragino Sans"/>
              </a:defRPr>
            </a:pPr>
            <a:r>
              <a:rPr sz="2400" b="1">
                <a:solidFill>
                  <a:srgbClr val="15191B"/>
                </a:solidFill>
                <a:latin typeface="Hiragino Sans"/>
                <a:ea typeface="Hiragino Sans"/>
                <a:cs typeface="Hiragino Sans"/>
              </a:rPr>
              <a:t>直接競合はまだいない。現場の取り合いが始まっていない</a:t>
            </a:r>
          </a:p>
        </p:txBody>
      </p:sp>
      <p:sp>
        <p:nvSpPr>
          <p:cNvPr id="3" name="">
            <a:extLst xmlns:a="http://schemas.openxmlformats.org/drawingml/2006/main">
              <a:ext uri="{FF2B5EF4-FFF2-40B4-BE49-F238E27FC236}">
                <a16:creationId xmlns:a16="http://schemas.microsoft.com/office/drawing/2014/main" id="{8AD1DFE2-0C1C-4721-A187-929F4C03D1D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91711B5-A6D1-4E11-9BDA-4812B74A656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F4ED105C-AC0E-4E75-B89D-E04895BFEE9A}"/>
              </a:ext>
            </a:extLst>
          </p:cNvPr>
          <p:cNvSpPr>
            <a:spLocks xmlns:a="http://schemas.openxmlformats.org/drawingml/2006/main" noGrp="1"/>
          </p:cNvSpPr>
          <p:nvPr/>
        </p:nvSpPr>
        <p:spPr>
          <a:xfrm xmlns:a="http://schemas.openxmlformats.org/drawingml/2006/main">
            <a:off x="723900" y="1809750"/>
            <a:ext cx="190500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6" name="">
            <a:extLst xmlns:a="http://schemas.openxmlformats.org/drawingml/2006/main">
              <a:ext uri="{FF2B5EF4-FFF2-40B4-BE49-F238E27FC236}">
                <a16:creationId xmlns:a16="http://schemas.microsoft.com/office/drawing/2014/main" id="{7C3AD00F-3932-4065-8FD5-6ED9E23A9FA1}"/>
              </a:ext>
            </a:extLst>
          </p:cNvPr>
          <p:cNvSpPr>
            <a:spLocks xmlns:a="http://schemas.openxmlformats.org/drawingml/2006/main" noGrp="1"/>
          </p:cNvSpPr>
          <p:nvPr/>
        </p:nvSpPr>
        <p:spPr>
          <a:xfrm xmlns:a="http://schemas.openxmlformats.org/drawingml/2006/main">
            <a:off x="2628900" y="1809750"/>
            <a:ext cx="219075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7" name="">
            <a:extLst xmlns:a="http://schemas.openxmlformats.org/drawingml/2006/main">
              <a:ext uri="{FF2B5EF4-FFF2-40B4-BE49-F238E27FC236}">
                <a16:creationId xmlns:a16="http://schemas.microsoft.com/office/drawing/2014/main" id="{87735F12-378B-4422-A12A-12487C086E47}"/>
              </a:ext>
            </a:extLst>
          </p:cNvPr>
          <p:cNvSpPr>
            <a:spLocks xmlns:a="http://schemas.openxmlformats.org/drawingml/2006/main" noGrp="1"/>
          </p:cNvSpPr>
          <p:nvPr/>
        </p:nvSpPr>
        <p:spPr>
          <a:xfrm xmlns:a="http://schemas.openxmlformats.org/drawingml/2006/main">
            <a:off x="4819650" y="1809750"/>
            <a:ext cx="647700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2A5981B5-0D7A-4B8C-AF2E-4131D1FA4918}"/>
              </a:ext>
            </a:extLst>
          </p:cNvPr>
          <p:cNvSpPr>
            <a:spLocks xmlns:a="http://schemas.openxmlformats.org/drawingml/2006/main" noGrp="1"/>
          </p:cNvSpPr>
          <p:nvPr/>
        </p:nvSpPr>
        <p:spPr>
          <a:xfrm xmlns:a="http://schemas.openxmlformats.org/drawingml/2006/main" rot="0">
            <a:off x="876300" y="191452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地域</a:t>
            </a:r>
          </a:p>
        </p:txBody>
      </p:sp>
      <p:sp>
        <p:nvSpPr>
          <p:cNvPr id="9" name="">
            <a:extLst xmlns:a="http://schemas.openxmlformats.org/drawingml/2006/main">
              <a:ext uri="{FF2B5EF4-FFF2-40B4-BE49-F238E27FC236}">
                <a16:creationId xmlns:a16="http://schemas.microsoft.com/office/drawing/2014/main" id="{B895316E-D439-4063-821F-2690DCB5656E}"/>
              </a:ext>
            </a:extLst>
          </p:cNvPr>
          <p:cNvSpPr>
            <a:spLocks xmlns:a="http://schemas.openxmlformats.org/drawingml/2006/main" noGrp="1"/>
          </p:cNvSpPr>
          <p:nvPr/>
        </p:nvSpPr>
        <p:spPr>
          <a:xfrm xmlns:a="http://schemas.openxmlformats.org/drawingml/2006/main" rot="0">
            <a:off x="2781300" y="19145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開拓状況</a:t>
            </a:r>
          </a:p>
        </p:txBody>
      </p:sp>
      <p:sp>
        <p:nvSpPr>
          <p:cNvPr id="10" name="">
            <a:extLst xmlns:a="http://schemas.openxmlformats.org/drawingml/2006/main">
              <a:ext uri="{FF2B5EF4-FFF2-40B4-BE49-F238E27FC236}">
                <a16:creationId xmlns:a16="http://schemas.microsoft.com/office/drawing/2014/main" id="{041630B9-07E2-44A9-9C0F-8F197FAF3A65}"/>
              </a:ext>
            </a:extLst>
          </p:cNvPr>
          <p:cNvSpPr>
            <a:spLocks xmlns:a="http://schemas.openxmlformats.org/drawingml/2006/main" noGrp="1"/>
          </p:cNvSpPr>
          <p:nvPr/>
        </p:nvSpPr>
        <p:spPr>
          <a:xfrm xmlns:a="http://schemas.openxmlformats.org/drawingml/2006/main" rot="0">
            <a:off x="4972050" y="1914525"/>
            <a:ext cx="617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現場との接続</a:t>
            </a:r>
          </a:p>
        </p:txBody>
      </p:sp>
      <p:sp>
        <p:nvSpPr>
          <p:cNvPr id="11" name="">
            <a:extLst xmlns:a="http://schemas.openxmlformats.org/drawingml/2006/main">
              <a:ext uri="{FF2B5EF4-FFF2-40B4-BE49-F238E27FC236}">
                <a16:creationId xmlns:a16="http://schemas.microsoft.com/office/drawing/2014/main" id="{297C3FA0-B5F7-434A-BD50-4EF1031D59F5}"/>
              </a:ext>
            </a:extLst>
          </p:cNvPr>
          <p:cNvSpPr>
            <a:spLocks xmlns:a="http://schemas.openxmlformats.org/drawingml/2006/main" noGrp="1"/>
          </p:cNvSpPr>
          <p:nvPr/>
        </p:nvSpPr>
        <p:spPr>
          <a:xfrm xmlns:a="http://schemas.openxmlformats.org/drawingml/2006/main">
            <a:off x="723900" y="2209800"/>
            <a:ext cx="1905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52330AB6-005A-47B9-9DF1-0CC940A38073}"/>
              </a:ext>
            </a:extLst>
          </p:cNvPr>
          <p:cNvSpPr>
            <a:spLocks xmlns:a="http://schemas.openxmlformats.org/drawingml/2006/main" noGrp="1"/>
          </p:cNvSpPr>
          <p:nvPr/>
        </p:nvSpPr>
        <p:spPr>
          <a:xfrm xmlns:a="http://schemas.openxmlformats.org/drawingml/2006/main">
            <a:off x="2628900" y="2209800"/>
            <a:ext cx="21907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9BA9510D-C9D3-4D55-8D02-45937F233427}"/>
              </a:ext>
            </a:extLst>
          </p:cNvPr>
          <p:cNvSpPr>
            <a:spLocks xmlns:a="http://schemas.openxmlformats.org/drawingml/2006/main" noGrp="1"/>
          </p:cNvSpPr>
          <p:nvPr/>
        </p:nvSpPr>
        <p:spPr>
          <a:xfrm xmlns:a="http://schemas.openxmlformats.org/drawingml/2006/main">
            <a:off x="4819650" y="2209800"/>
            <a:ext cx="6477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FAEFB6CB-4379-42E7-A065-7CA1A6BDB6E3}"/>
              </a:ext>
            </a:extLst>
          </p:cNvPr>
          <p:cNvSpPr>
            <a:spLocks xmlns:a="http://schemas.openxmlformats.org/drawingml/2006/main" noGrp="1"/>
          </p:cNvSpPr>
          <p:nvPr/>
        </p:nvSpPr>
        <p:spPr>
          <a:xfrm xmlns:a="http://schemas.openxmlformats.org/drawingml/2006/main" rot="0">
            <a:off x="876300" y="24669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15" name="">
            <a:extLst xmlns:a="http://schemas.openxmlformats.org/drawingml/2006/main">
              <a:ext uri="{FF2B5EF4-FFF2-40B4-BE49-F238E27FC236}">
                <a16:creationId xmlns:a16="http://schemas.microsoft.com/office/drawing/2014/main" id="{8B5E14CB-E258-421A-AA9A-C53236B864F5}"/>
              </a:ext>
            </a:extLst>
          </p:cNvPr>
          <p:cNvSpPr>
            <a:spLocks xmlns:a="http://schemas.openxmlformats.org/drawingml/2006/main" noGrp="1"/>
          </p:cNvSpPr>
          <p:nvPr/>
        </p:nvSpPr>
        <p:spPr>
          <a:xfrm xmlns:a="http://schemas.openxmlformats.org/drawingml/2006/main" rot="0">
            <a:off x="2781300" y="2486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急速に進行中</a:t>
            </a:r>
          </a:p>
        </p:txBody>
      </p:sp>
      <p:sp>
        <p:nvSpPr>
          <p:cNvPr id="16" name="">
            <a:extLst xmlns:a="http://schemas.openxmlformats.org/drawingml/2006/main">
              <a:ext uri="{FF2B5EF4-FFF2-40B4-BE49-F238E27FC236}">
                <a16:creationId xmlns:a16="http://schemas.microsoft.com/office/drawing/2014/main" id="{1D3B1CAB-F558-4459-9FBF-F86578FD7081}"/>
              </a:ext>
            </a:extLst>
          </p:cNvPr>
          <p:cNvSpPr>
            <a:spLocks xmlns:a="http://schemas.openxmlformats.org/drawingml/2006/main" noGrp="1"/>
          </p:cNvSpPr>
          <p:nvPr/>
        </p:nvSpPr>
        <p:spPr>
          <a:xfrm xmlns:a="http://schemas.openxmlformats.org/drawingml/2006/main">
            <a:off x="514350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9D890A71-AF35-40F4-9421-EEB8BD98F664}"/>
              </a:ext>
            </a:extLst>
          </p:cNvPr>
          <p:cNvSpPr>
            <a:spLocks xmlns:a="http://schemas.openxmlformats.org/drawingml/2006/main" noGrp="1"/>
          </p:cNvSpPr>
          <p:nvPr/>
        </p:nvSpPr>
        <p:spPr>
          <a:xfrm xmlns:a="http://schemas.openxmlformats.org/drawingml/2006/main" rot="0">
            <a:off x="514350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2F6EFC7A-DD21-4F86-BF21-F8E8E59B71C2}"/>
              </a:ext>
            </a:extLst>
          </p:cNvPr>
          <p:cNvSpPr>
            <a:spLocks xmlns:a="http://schemas.openxmlformats.org/drawingml/2006/main" noGrp="1"/>
          </p:cNvSpPr>
          <p:nvPr/>
        </p:nvSpPr>
        <p:spPr>
          <a:xfrm xmlns:a="http://schemas.openxmlformats.org/drawingml/2006/main">
            <a:off x="6048375"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10A6BDD1-AA05-4AD1-BFAD-B90F4138734D}"/>
              </a:ext>
            </a:extLst>
          </p:cNvPr>
          <p:cNvSpPr>
            <a:spLocks xmlns:a="http://schemas.openxmlformats.org/drawingml/2006/main" noGrp="1"/>
          </p:cNvSpPr>
          <p:nvPr/>
        </p:nvSpPr>
        <p:spPr>
          <a:xfrm xmlns:a="http://schemas.openxmlformats.org/drawingml/2006/main" rot="0">
            <a:off x="604837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9C35F800-50D1-44DC-A8EF-6733A247FF6E}"/>
              </a:ext>
            </a:extLst>
          </p:cNvPr>
          <p:cNvSpPr>
            <a:spLocks xmlns:a="http://schemas.openxmlformats.org/drawingml/2006/main" noGrp="1"/>
          </p:cNvSpPr>
          <p:nvPr/>
        </p:nvSpPr>
        <p:spPr>
          <a:xfrm xmlns:a="http://schemas.openxmlformats.org/drawingml/2006/main">
            <a:off x="695325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6437DD0D-8C67-422E-B46E-455256B60BBB}"/>
              </a:ext>
            </a:extLst>
          </p:cNvPr>
          <p:cNvSpPr>
            <a:spLocks xmlns:a="http://schemas.openxmlformats.org/drawingml/2006/main" noGrp="1"/>
          </p:cNvSpPr>
          <p:nvPr/>
        </p:nvSpPr>
        <p:spPr>
          <a:xfrm xmlns:a="http://schemas.openxmlformats.org/drawingml/2006/main" rot="0">
            <a:off x="695325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F2CF87F0-0D53-4A9D-BEC9-EC0EB22533F4}"/>
              </a:ext>
            </a:extLst>
          </p:cNvPr>
          <p:cNvSpPr>
            <a:spLocks xmlns:a="http://schemas.openxmlformats.org/drawingml/2006/main" noGrp="1"/>
          </p:cNvSpPr>
          <p:nvPr/>
        </p:nvSpPr>
        <p:spPr>
          <a:xfrm xmlns:a="http://schemas.openxmlformats.org/drawingml/2006/main">
            <a:off x="7858125"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2EB02D67-DC9B-4F94-A181-CBBA254FFA63}"/>
              </a:ext>
            </a:extLst>
          </p:cNvPr>
          <p:cNvSpPr>
            <a:spLocks xmlns:a="http://schemas.openxmlformats.org/drawingml/2006/main" noGrp="1"/>
          </p:cNvSpPr>
          <p:nvPr/>
        </p:nvSpPr>
        <p:spPr>
          <a:xfrm xmlns:a="http://schemas.openxmlformats.org/drawingml/2006/main" rot="0">
            <a:off x="785812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531130E3-B641-4005-B143-AA279C939E8A}"/>
              </a:ext>
            </a:extLst>
          </p:cNvPr>
          <p:cNvSpPr>
            <a:spLocks xmlns:a="http://schemas.openxmlformats.org/drawingml/2006/main" noGrp="1"/>
          </p:cNvSpPr>
          <p:nvPr/>
        </p:nvSpPr>
        <p:spPr>
          <a:xfrm xmlns:a="http://schemas.openxmlformats.org/drawingml/2006/main">
            <a:off x="876300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379F5876-ABED-4693-A08D-2F12ABD96BF1}"/>
              </a:ext>
            </a:extLst>
          </p:cNvPr>
          <p:cNvSpPr>
            <a:spLocks xmlns:a="http://schemas.openxmlformats.org/drawingml/2006/main" noGrp="1"/>
          </p:cNvSpPr>
          <p:nvPr/>
        </p:nvSpPr>
        <p:spPr>
          <a:xfrm xmlns:a="http://schemas.openxmlformats.org/drawingml/2006/main" rot="0">
            <a:off x="876300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71CD679F-28FF-4375-9A73-915FD02362B3}"/>
              </a:ext>
            </a:extLst>
          </p:cNvPr>
          <p:cNvSpPr>
            <a:spLocks xmlns:a="http://schemas.openxmlformats.org/drawingml/2006/main" noGrp="1"/>
          </p:cNvSpPr>
          <p:nvPr/>
        </p:nvSpPr>
        <p:spPr>
          <a:xfrm xmlns:a="http://schemas.openxmlformats.org/drawingml/2006/main">
            <a:off x="9667875" y="2371725"/>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9B6F74D7-0B3C-45D5-A4B9-7688695E3530}"/>
              </a:ext>
            </a:extLst>
          </p:cNvPr>
          <p:cNvSpPr>
            <a:spLocks xmlns:a="http://schemas.openxmlformats.org/drawingml/2006/main" noGrp="1"/>
          </p:cNvSpPr>
          <p:nvPr/>
        </p:nvSpPr>
        <p:spPr>
          <a:xfrm xmlns:a="http://schemas.openxmlformats.org/drawingml/2006/main" rot="0">
            <a:off x="966787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FA4BCFA6-0810-4490-8ADC-E90244A465C9}"/>
              </a:ext>
            </a:extLst>
          </p:cNvPr>
          <p:cNvSpPr>
            <a:spLocks xmlns:a="http://schemas.openxmlformats.org/drawingml/2006/main" noGrp="1"/>
          </p:cNvSpPr>
          <p:nvPr/>
        </p:nvSpPr>
        <p:spPr>
          <a:xfrm xmlns:a="http://schemas.openxmlformats.org/drawingml/2006/main">
            <a:off x="723900" y="3019425"/>
            <a:ext cx="1905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03F80233-9E10-42D4-8F4E-941F6F746A93}"/>
              </a:ext>
            </a:extLst>
          </p:cNvPr>
          <p:cNvSpPr>
            <a:spLocks xmlns:a="http://schemas.openxmlformats.org/drawingml/2006/main" noGrp="1"/>
          </p:cNvSpPr>
          <p:nvPr/>
        </p:nvSpPr>
        <p:spPr>
          <a:xfrm xmlns:a="http://schemas.openxmlformats.org/drawingml/2006/main">
            <a:off x="2628900" y="3019425"/>
            <a:ext cx="21907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FD7AAAA3-9141-495C-BD16-DB22FAF7F26D}"/>
              </a:ext>
            </a:extLst>
          </p:cNvPr>
          <p:cNvSpPr>
            <a:spLocks xmlns:a="http://schemas.openxmlformats.org/drawingml/2006/main" noGrp="1"/>
          </p:cNvSpPr>
          <p:nvPr/>
        </p:nvSpPr>
        <p:spPr>
          <a:xfrm xmlns:a="http://schemas.openxmlformats.org/drawingml/2006/main">
            <a:off x="4819650" y="3019425"/>
            <a:ext cx="6477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BB73112D-E096-4243-B96D-4F78444063A2}"/>
              </a:ext>
            </a:extLst>
          </p:cNvPr>
          <p:cNvSpPr>
            <a:spLocks xmlns:a="http://schemas.openxmlformats.org/drawingml/2006/main" noGrp="1"/>
          </p:cNvSpPr>
          <p:nvPr/>
        </p:nvSpPr>
        <p:spPr>
          <a:xfrm xmlns:a="http://schemas.openxmlformats.org/drawingml/2006/main" rot="0">
            <a:off x="876300" y="327660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日本</a:t>
            </a:r>
          </a:p>
        </p:txBody>
      </p:sp>
      <p:sp>
        <p:nvSpPr>
          <p:cNvPr id="32" name="">
            <a:extLst xmlns:a="http://schemas.openxmlformats.org/drawingml/2006/main">
              <a:ext uri="{FF2B5EF4-FFF2-40B4-BE49-F238E27FC236}">
                <a16:creationId xmlns:a16="http://schemas.microsoft.com/office/drawing/2014/main" id="{99B6CF1A-0626-4274-A737-7E0E081242B0}"/>
              </a:ext>
            </a:extLst>
          </p:cNvPr>
          <p:cNvSpPr>
            <a:spLocks xmlns:a="http://schemas.openxmlformats.org/drawingml/2006/main" noGrp="1"/>
          </p:cNvSpPr>
          <p:nvPr/>
        </p:nvSpPr>
        <p:spPr>
          <a:xfrm xmlns:a="http://schemas.openxmlformats.org/drawingml/2006/main" rot="0">
            <a:off x="2781300" y="32956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ほぼ未開拓</a:t>
            </a:r>
          </a:p>
        </p:txBody>
      </p:sp>
      <p:sp>
        <p:nvSpPr>
          <p:cNvPr id="33" name="">
            <a:extLst xmlns:a="http://schemas.openxmlformats.org/drawingml/2006/main">
              <a:ext uri="{FF2B5EF4-FFF2-40B4-BE49-F238E27FC236}">
                <a16:creationId xmlns:a16="http://schemas.microsoft.com/office/drawing/2014/main" id="{9399118D-8AAC-4A49-A37B-CA65636627BE}"/>
              </a:ext>
            </a:extLst>
          </p:cNvPr>
          <p:cNvSpPr>
            <a:spLocks xmlns:a="http://schemas.openxmlformats.org/drawingml/2006/main" noGrp="1"/>
          </p:cNvSpPr>
          <p:nvPr/>
        </p:nvSpPr>
        <p:spPr>
          <a:xfrm xmlns:a="http://schemas.openxmlformats.org/drawingml/2006/main">
            <a:off x="5143500" y="3181350"/>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EAA0CAA2-424F-471C-A10D-0D4C9E8E74BA}"/>
              </a:ext>
            </a:extLst>
          </p:cNvPr>
          <p:cNvSpPr>
            <a:spLocks xmlns:a="http://schemas.openxmlformats.org/drawingml/2006/main" noGrp="1"/>
          </p:cNvSpPr>
          <p:nvPr/>
        </p:nvSpPr>
        <p:spPr>
          <a:xfrm xmlns:a="http://schemas.openxmlformats.org/drawingml/2006/main" rot="0">
            <a:off x="514350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35" name="">
            <a:extLst xmlns:a="http://schemas.openxmlformats.org/drawingml/2006/main">
              <a:ext uri="{FF2B5EF4-FFF2-40B4-BE49-F238E27FC236}">
                <a16:creationId xmlns:a16="http://schemas.microsoft.com/office/drawing/2014/main" id="{A3AC26D4-B48D-4C09-A923-2CC71C7DA2F7}"/>
              </a:ext>
            </a:extLst>
          </p:cNvPr>
          <p:cNvSpPr>
            <a:spLocks xmlns:a="http://schemas.openxmlformats.org/drawingml/2006/main" noGrp="1"/>
          </p:cNvSpPr>
          <p:nvPr/>
        </p:nvSpPr>
        <p:spPr>
          <a:xfrm xmlns:a="http://schemas.openxmlformats.org/drawingml/2006/main">
            <a:off x="604837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6" name="">
            <a:extLst xmlns:a="http://schemas.openxmlformats.org/drawingml/2006/main">
              <a:ext uri="{FF2B5EF4-FFF2-40B4-BE49-F238E27FC236}">
                <a16:creationId xmlns:a16="http://schemas.microsoft.com/office/drawing/2014/main" id="{EA15EA9D-A001-4137-A9BD-70C6E7ED51F2}"/>
              </a:ext>
            </a:extLst>
          </p:cNvPr>
          <p:cNvSpPr>
            <a:spLocks xmlns:a="http://schemas.openxmlformats.org/drawingml/2006/main" noGrp="1"/>
          </p:cNvSpPr>
          <p:nvPr/>
        </p:nvSpPr>
        <p:spPr>
          <a:xfrm xmlns:a="http://schemas.openxmlformats.org/drawingml/2006/main" rot="0">
            <a:off x="604837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7" name="">
            <a:extLst xmlns:a="http://schemas.openxmlformats.org/drawingml/2006/main">
              <a:ext uri="{FF2B5EF4-FFF2-40B4-BE49-F238E27FC236}">
                <a16:creationId xmlns:a16="http://schemas.microsoft.com/office/drawing/2014/main" id="{00AF1A30-AFA7-4185-9243-C29B62D1F6C8}"/>
              </a:ext>
            </a:extLst>
          </p:cNvPr>
          <p:cNvSpPr>
            <a:spLocks xmlns:a="http://schemas.openxmlformats.org/drawingml/2006/main" noGrp="1"/>
          </p:cNvSpPr>
          <p:nvPr/>
        </p:nvSpPr>
        <p:spPr>
          <a:xfrm xmlns:a="http://schemas.openxmlformats.org/drawingml/2006/main">
            <a:off x="6953250"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8" name="">
            <a:extLst xmlns:a="http://schemas.openxmlformats.org/drawingml/2006/main">
              <a:ext uri="{FF2B5EF4-FFF2-40B4-BE49-F238E27FC236}">
                <a16:creationId xmlns:a16="http://schemas.microsoft.com/office/drawing/2014/main" id="{E1DF8E92-021C-4B5B-8803-0ADEB2AB5D09}"/>
              </a:ext>
            </a:extLst>
          </p:cNvPr>
          <p:cNvSpPr>
            <a:spLocks xmlns:a="http://schemas.openxmlformats.org/drawingml/2006/main" noGrp="1"/>
          </p:cNvSpPr>
          <p:nvPr/>
        </p:nvSpPr>
        <p:spPr>
          <a:xfrm xmlns:a="http://schemas.openxmlformats.org/drawingml/2006/main" rot="0">
            <a:off x="695325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9" name="">
            <a:extLst xmlns:a="http://schemas.openxmlformats.org/drawingml/2006/main">
              <a:ext uri="{FF2B5EF4-FFF2-40B4-BE49-F238E27FC236}">
                <a16:creationId xmlns:a16="http://schemas.microsoft.com/office/drawing/2014/main" id="{3BFF333D-654C-4D31-90AA-60947846F304}"/>
              </a:ext>
            </a:extLst>
          </p:cNvPr>
          <p:cNvSpPr>
            <a:spLocks xmlns:a="http://schemas.openxmlformats.org/drawingml/2006/main" noGrp="1"/>
          </p:cNvSpPr>
          <p:nvPr/>
        </p:nvSpPr>
        <p:spPr>
          <a:xfrm xmlns:a="http://schemas.openxmlformats.org/drawingml/2006/main">
            <a:off x="785812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0" name="">
            <a:extLst xmlns:a="http://schemas.openxmlformats.org/drawingml/2006/main">
              <a:ext uri="{FF2B5EF4-FFF2-40B4-BE49-F238E27FC236}">
                <a16:creationId xmlns:a16="http://schemas.microsoft.com/office/drawing/2014/main" id="{4CA3725B-F2D8-46DC-8DBB-C4C6996E96CC}"/>
              </a:ext>
            </a:extLst>
          </p:cNvPr>
          <p:cNvSpPr>
            <a:spLocks xmlns:a="http://schemas.openxmlformats.org/drawingml/2006/main" noGrp="1"/>
          </p:cNvSpPr>
          <p:nvPr/>
        </p:nvSpPr>
        <p:spPr>
          <a:xfrm xmlns:a="http://schemas.openxmlformats.org/drawingml/2006/main" rot="0">
            <a:off x="785812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1" name="">
            <a:extLst xmlns:a="http://schemas.openxmlformats.org/drawingml/2006/main">
              <a:ext uri="{FF2B5EF4-FFF2-40B4-BE49-F238E27FC236}">
                <a16:creationId xmlns:a16="http://schemas.microsoft.com/office/drawing/2014/main" id="{B8E9AC74-F9D9-4FBA-AC3C-C9190F83FA57}"/>
              </a:ext>
            </a:extLst>
          </p:cNvPr>
          <p:cNvSpPr>
            <a:spLocks xmlns:a="http://schemas.openxmlformats.org/drawingml/2006/main" noGrp="1"/>
          </p:cNvSpPr>
          <p:nvPr/>
        </p:nvSpPr>
        <p:spPr>
          <a:xfrm xmlns:a="http://schemas.openxmlformats.org/drawingml/2006/main">
            <a:off x="8763000"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2" name="">
            <a:extLst xmlns:a="http://schemas.openxmlformats.org/drawingml/2006/main">
              <a:ext uri="{FF2B5EF4-FFF2-40B4-BE49-F238E27FC236}">
                <a16:creationId xmlns:a16="http://schemas.microsoft.com/office/drawing/2014/main" id="{4AD49D55-ECAA-43DB-830E-2536346B29FE}"/>
              </a:ext>
            </a:extLst>
          </p:cNvPr>
          <p:cNvSpPr>
            <a:spLocks xmlns:a="http://schemas.openxmlformats.org/drawingml/2006/main" noGrp="1"/>
          </p:cNvSpPr>
          <p:nvPr/>
        </p:nvSpPr>
        <p:spPr>
          <a:xfrm xmlns:a="http://schemas.openxmlformats.org/drawingml/2006/main" rot="0">
            <a:off x="876300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3" name="">
            <a:extLst xmlns:a="http://schemas.openxmlformats.org/drawingml/2006/main">
              <a:ext uri="{FF2B5EF4-FFF2-40B4-BE49-F238E27FC236}">
                <a16:creationId xmlns:a16="http://schemas.microsoft.com/office/drawing/2014/main" id="{D35A137F-FE16-494B-9427-A713D9C068ED}"/>
              </a:ext>
            </a:extLst>
          </p:cNvPr>
          <p:cNvSpPr>
            <a:spLocks xmlns:a="http://schemas.openxmlformats.org/drawingml/2006/main" noGrp="1"/>
          </p:cNvSpPr>
          <p:nvPr/>
        </p:nvSpPr>
        <p:spPr>
          <a:xfrm xmlns:a="http://schemas.openxmlformats.org/drawingml/2006/main">
            <a:off x="966787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4" name="">
            <a:extLst xmlns:a="http://schemas.openxmlformats.org/drawingml/2006/main">
              <a:ext uri="{FF2B5EF4-FFF2-40B4-BE49-F238E27FC236}">
                <a16:creationId xmlns:a16="http://schemas.microsoft.com/office/drawing/2014/main" id="{226554E5-A18C-463B-B98E-1F144934C792}"/>
              </a:ext>
            </a:extLst>
          </p:cNvPr>
          <p:cNvSpPr>
            <a:spLocks xmlns:a="http://schemas.openxmlformats.org/drawingml/2006/main" noGrp="1"/>
          </p:cNvSpPr>
          <p:nvPr/>
        </p:nvSpPr>
        <p:spPr>
          <a:xfrm xmlns:a="http://schemas.openxmlformats.org/drawingml/2006/main" rot="0">
            <a:off x="966787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5" name="">
            <a:extLst xmlns:a="http://schemas.openxmlformats.org/drawingml/2006/main">
              <a:ext uri="{FF2B5EF4-FFF2-40B4-BE49-F238E27FC236}">
                <a16:creationId xmlns:a16="http://schemas.microsoft.com/office/drawing/2014/main" id="{B6F8200E-A150-418D-8FAC-546C88F081C3}"/>
              </a:ext>
            </a:extLst>
          </p:cNvPr>
          <p:cNvSpPr>
            <a:spLocks xmlns:a="http://schemas.openxmlformats.org/drawingml/2006/main" noGrp="1"/>
          </p:cNvSpPr>
          <p:nvPr/>
        </p:nvSpPr>
        <p:spPr>
          <a:xfrm xmlns:a="http://schemas.openxmlformats.org/drawingml/2006/main" rot="0">
            <a:off x="723900" y="4143375"/>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46" name="">
            <a:extLst xmlns:a="http://schemas.openxmlformats.org/drawingml/2006/main">
              <a:ext uri="{FF2B5EF4-FFF2-40B4-BE49-F238E27FC236}">
                <a16:creationId xmlns:a16="http://schemas.microsoft.com/office/drawing/2014/main" id="{679FC5A1-66B3-439E-85BF-F5349F5221E8}"/>
              </a:ext>
            </a:extLst>
          </p:cNvPr>
          <p:cNvSpPr>
            <a:spLocks xmlns:a="http://schemas.openxmlformats.org/drawingml/2006/main" noGrp="1"/>
          </p:cNvSpPr>
          <p:nvPr/>
        </p:nvSpPr>
        <p:spPr>
          <a:xfrm xmlns:a="http://schemas.openxmlformats.org/drawingml/2006/main" rot="0">
            <a:off x="1762125" y="4067175"/>
            <a:ext cx="952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海外のプレイヤーは現時点で日本の現場に来ておらず、同じ撮影先を取り合っていない。撮影先が複数社から一社を選ぶ段階に来て、初めて競合する。</a:t>
            </a:r>
          </a:p>
        </p:txBody>
      </p:sp>
      <p:sp>
        <p:nvSpPr>
          <p:cNvPr id="47" name="">
            <a:extLst xmlns:a="http://schemas.openxmlformats.org/drawingml/2006/main">
              <a:ext uri="{FF2B5EF4-FFF2-40B4-BE49-F238E27FC236}">
                <a16:creationId xmlns:a16="http://schemas.microsoft.com/office/drawing/2014/main" id="{7F8C0581-E50F-45C3-8579-62F021DD30B6}"/>
              </a:ext>
            </a:extLst>
          </p:cNvPr>
          <p:cNvSpPr>
            <a:spLocks xmlns:a="http://schemas.openxmlformats.org/drawingml/2006/main" noGrp="1"/>
          </p:cNvSpPr>
          <p:nvPr/>
        </p:nvSpPr>
        <p:spPr>
          <a:xfrm xmlns:a="http://schemas.openxmlformats.org/drawingml/2006/main">
            <a:off x="723900" y="48387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DF2CA0F-7937-4DBA-BA00-AC993B8D0A34}"/>
              </a:ext>
            </a:extLst>
          </p:cNvPr>
          <p:cNvSpPr>
            <a:spLocks xmlns:a="http://schemas.openxmlformats.org/drawingml/2006/main" noGrp="1"/>
          </p:cNvSpPr>
          <p:nvPr/>
        </p:nvSpPr>
        <p:spPr>
          <a:xfrm xmlns:a="http://schemas.openxmlformats.org/drawingml/2006/main" rot="0">
            <a:off x="723900" y="5095875"/>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販売先</a:t>
            </a:r>
          </a:p>
        </p:txBody>
      </p:sp>
      <p:sp>
        <p:nvSpPr>
          <p:cNvPr id="49" name="">
            <a:extLst xmlns:a="http://schemas.openxmlformats.org/drawingml/2006/main">
              <a:ext uri="{FF2B5EF4-FFF2-40B4-BE49-F238E27FC236}">
                <a16:creationId xmlns:a16="http://schemas.microsoft.com/office/drawing/2014/main" id="{3BFBF75C-889E-4EB4-90E4-794520CE4F6C}"/>
              </a:ext>
            </a:extLst>
          </p:cNvPr>
          <p:cNvSpPr>
            <a:spLocks xmlns:a="http://schemas.openxmlformats.org/drawingml/2006/main" noGrp="1"/>
          </p:cNvSpPr>
          <p:nvPr/>
        </p:nvSpPr>
        <p:spPr>
          <a:xfrm xmlns:a="http://schemas.openxmlformats.org/drawingml/2006/main" rot="0">
            <a:off x="1762125" y="5019675"/>
            <a:ext cx="952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月間1,000時間ほどの収集規模に達して初めて商談の土俵に乗る。他社が大量のデータを持っていても、現場や作業が違えば新しいデータの需要はなくならない。</a:t>
            </a:r>
          </a:p>
        </p:txBody>
      </p:sp>
      <p:sp>
        <p:nvSpPr>
          <p:cNvPr id="50" name="">
            <a:extLst xmlns:a="http://schemas.openxmlformats.org/drawingml/2006/main">
              <a:ext uri="{FF2B5EF4-FFF2-40B4-BE49-F238E27FC236}">
                <a16:creationId xmlns:a16="http://schemas.microsoft.com/office/drawing/2014/main" id="{3D628B0C-C987-426A-ADE9-AA14852CAC1D}"/>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今は同業者との取り合いより、空いている現場をどれだけ早く広く集めるかが重要</a:t>
            </a:r>
          </a:p>
        </p:txBody>
      </p:sp>
    </p:spTree>
    <p:extLst>
      <p:ext uri="{BB962C8B-B14F-4D97-AF65-F5344CB8AC3E}">
        <p14:creationId xmlns:p14="http://schemas.microsoft.com/office/powerpoint/2010/main" val="697831027"/>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4183B1A-FA48-4158-A09A-F4483728BD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BB89FA-1D5D-4A7F-9C69-C9329DCB7EC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5B7A9DA0-1A8C-4C74-A287-16EF06FDBD3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EBD587-0022-47A6-8E7B-13A873754A3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821E7DB7-2913-4D09-9D5A-37E8BBA38F9B}"/>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131745C6-F0C0-4097-989D-F06217602C01}"/>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2CE13A9-5233-41DA-AFAC-3524AFCC0C69}"/>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EDED34D1-F31C-4150-B7D3-2103BB463650}"/>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9724F415-A0DB-47DA-AAB1-C5A5340AC061}"/>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BB92A0DF-5F81-4261-B188-C1ED411B47F3}"/>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05EE368D-199B-4D33-9D72-24FF2FCD8ABF}"/>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A390F2C5-9D9E-402B-A2DE-9FA359D3FC36}"/>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86247A9A-FAC4-4678-9B8E-A027E0EDCAC2}"/>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ADE6604D-E705-4F9B-B4C8-6A4B36234E32}"/>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AFC32534-2E94-43B8-AC5A-8C2DB0DFA3BC}"/>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業種ごとの法令・ルールへの対応</a:t>
            </a:r>
          </a:p>
        </p:txBody>
      </p:sp>
      <p:sp>
        <p:nvSpPr>
          <p:cNvPr id="16" name="">
            <a:extLst xmlns:a="http://schemas.openxmlformats.org/drawingml/2006/main">
              <a:ext uri="{FF2B5EF4-FFF2-40B4-BE49-F238E27FC236}">
                <a16:creationId xmlns:a16="http://schemas.microsoft.com/office/drawing/2014/main" id="{168F24B8-5292-4245-8858-6923BBB5FCBB}"/>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F556CF5-AB17-45C2-8E3B-EE57C3A57B8E}"/>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F104E3E9-A2E3-459F-A4BC-BE3623767207}"/>
              </a:ext>
            </a:extLst>
          </p:cNvPr>
          <p:cNvSpPr>
            <a:spLocks xmlns:a="http://schemas.openxmlformats.org/drawingml/2006/main" noGrp="1"/>
          </p:cNvSpPr>
          <p:nvPr/>
        </p:nvSpPr>
        <p:spPr>
          <a:xfrm xmlns:a="http://schemas.openxmlformats.org/drawingml/2006/main" rot="0">
            <a:off x="9239250" y="4171950"/>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a:t>
            </a:r>
          </a:p>
        </p:txBody>
      </p:sp>
      <p:sp>
        <p:nvSpPr>
          <p:cNvPr id="19" name="">
            <a:extLst xmlns:a="http://schemas.openxmlformats.org/drawingml/2006/main">
              <a:ext uri="{FF2B5EF4-FFF2-40B4-BE49-F238E27FC236}">
                <a16:creationId xmlns:a16="http://schemas.microsoft.com/office/drawing/2014/main" id="{5FDB64C1-9FA9-491F-B250-B210AE8B3CF0}"/>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485776656"/>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15E026C-F0A0-45BE-8C16-B7A9FE9C405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474FA6-6B24-4FD9-B8C8-42215572252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16EB7F98-980B-44E8-9564-BE4807F4D35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C61F1C-3F90-4F6C-9725-28CC2E127A6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98B01B10-8D11-46F4-8811-B68BF38A7D51}"/>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20ED524F-BC19-46F0-A88E-B3400F37AED5}"/>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E904E79B-E76D-46BE-84E5-F000F507F1FB}"/>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0E7F018A-CDE4-435D-9BCA-60502942B0F2}"/>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人間の作業の流れを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8A7353D0-8B30-47F5-BD11-5A6944CD7934}"/>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058AE42-BB9E-42A0-ACF4-3A138AF7C17B}"/>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34CE9763-E486-41AD-B7FB-8267B0E769A6}"/>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0C2AEE85-69E1-4164-8E6D-11F69CC6DA20}"/>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9DAB70E9-972C-4500-83A0-EEA66A7B29E8}"/>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408A90D1-A99D-4293-9422-72DF5F466D48}"/>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DD5F14D-5EE7-48D9-8D67-7A9F8BA9AEFA}"/>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32F86C62-408A-448E-94B9-A1D1CCC31C94}"/>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9A1E935A-E359-4A56-8046-C826A33C4F16}"/>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EA4F0922-0640-4602-A1F4-C2D62CF22894}"/>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B59DD7C7-9AB1-4A08-B962-A15436601690}"/>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59D8DA8A-E330-43F5-A7D1-D5FF80D533B3}"/>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F0815AB7-E008-4420-9E44-7F69301B8098}"/>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A7EE342-A269-4901-9AF8-C67046EB5A1C}"/>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414844865"/>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B97F8D-6E82-41C9-8DB2-60BD0F33F3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1AA5EF-3316-4CB0-B947-064BD6E03CA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3FCD361B-14D1-477F-8E3F-92EAB5A0A03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32E2CF-D23E-48EC-8B84-0E7CEE26F70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05FB936B-1A20-426F-A8F6-9BBFD35DE4F4}"/>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3173D1EA-B6C4-42D3-AAEA-7AA1562607B7}"/>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1EAF4903-124D-4C55-9601-B3B873C0556A}"/>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データ収集・販売による収益を確保する。現場との関係構築と、業種ごとの法令・ルールへの対応を通じて、後発が真似できない参入障壁を積み上げる。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C70C6FBD-60DD-4F75-90A6-000A91104FBB}"/>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CCE22C-2C4E-4585-AC6E-E0FE30BD1263}"/>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C2A9E9A4-8679-43B3-85EF-D040DFFD6DCE}"/>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39434069-AC83-46A2-8DAA-3F26D25F8E21}"/>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03427D86-D058-4CC2-B91D-D43CD6B0BCEE}"/>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2061207652"/>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6368FDA-4D45-4734-B962-B168D9FE7C8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6E3814-18D6-4D0F-A072-16819410020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29E9C32A-FD2B-4C60-9AB6-ADB1694FE0E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245164-805B-47EC-BD7E-4D5FE03B4FC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6B8DDD9E-FE8A-4DCA-8958-9D2A7213680A}"/>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39DA442C-21A8-4B87-83B2-DE88BBC1833A}"/>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E2B5313C-8B6B-4138-9644-C27D4422EE69}"/>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873C95D1-6FE8-4F23-AF01-A8985FDFB81D}"/>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49315F73-FC50-415A-B6EE-7F9D63682CA5}"/>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C2E54C15-7FEE-487C-A96B-ED3A355D7CC5}"/>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B17A70C2-FCF0-4159-B87B-9D11ED67D3FC}"/>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7B7F8B-9668-407C-BA7A-4B734E43493D}"/>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C604300E-1B66-4EBD-AF5C-80BD2AF4139C}"/>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販売までの運用</a:t>
            </a:r>
          </a:p>
        </p:txBody>
      </p:sp>
      <p:sp>
        <p:nvSpPr>
          <p:cNvPr id="14" name="">
            <a:extLst xmlns:a="http://schemas.openxmlformats.org/drawingml/2006/main">
              <a:ext uri="{FF2B5EF4-FFF2-40B4-BE49-F238E27FC236}">
                <a16:creationId xmlns:a16="http://schemas.microsoft.com/office/drawing/2014/main" id="{023A76D5-1DF8-413A-8ABB-9B7649CFF78B}"/>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90AA966A-7831-40FE-8B0D-00D1DE1DEDC3}"/>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データ購入企業</a:t>
            </a:r>
          </a:p>
        </p:txBody>
      </p:sp>
      <p:sp>
        <p:nvSpPr>
          <p:cNvPr id="16" name="">
            <a:extLst xmlns:a="http://schemas.openxmlformats.org/drawingml/2006/main">
              <a:ext uri="{FF2B5EF4-FFF2-40B4-BE49-F238E27FC236}">
                <a16:creationId xmlns:a16="http://schemas.microsoft.com/office/drawing/2014/main" id="{425B1E5F-F4BB-4C5C-A647-5EA782A7D73B}"/>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70E973C8-BD70-471D-A390-0B71692D63A2}"/>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98FCBA3-4068-44B1-919E-9F5C9EBA8CA4}"/>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69309F8-8C41-49A6-B5F4-99893DF19A49}"/>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9F820D26-E372-4AF2-B531-8ED783E1D301}"/>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BADCD65E-459D-4EA7-83D4-95516245154A}"/>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DA29FA7-4565-45C1-8DE3-C96DBE3AE9A6}"/>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470339313"/>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F5C3742-842F-4C64-A758-9ECF2E0B19B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7F49AE-A057-412C-B69D-07977DBC6E7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1A1C84EF-5E89-4ABE-8D1A-847DDEFB0AB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17771B-CBAE-48B0-8D31-413BD9C2C75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F062263F-8E3F-4401-BA9D-E34E8FA55D27}"/>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CB1A223B-12D5-4494-A57E-9135125D7B8B}"/>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105FBFC2-9E27-4B75-A715-E2929315235D}"/>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ADEC30-F658-4101-A0A6-12FB350F53FE}"/>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5BD96D14-7265-4D77-9A7E-F8CD869A2F37}"/>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6DCFA30A-F671-4614-A1D5-89736A240282}"/>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F32AFA4-38A8-4083-99B7-2B05FD2D26E2}"/>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EC7D68CC-1B4D-4FA7-ADC9-6EDF560E88A3}"/>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48AFC6ED-91EC-47BF-9799-EE7E1E34814B}"/>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9FEC3CE-C897-4E46-BD6D-9DD47DC989C5}"/>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804F939D-8056-40D1-93C3-6DF4FF629997}"/>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F679CD89-6C16-4B7C-8874-3647D02685CD}"/>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D848369-9C39-4A4F-9B0E-6785EA871AF4}"/>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01008DA8-C05E-49D4-83ED-79D3968C671E}"/>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720563214"/>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CECF31A-4955-4F7C-974D-56F43626026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BD5E3F-F47F-4137-AEC5-45DBD8DB5F5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77B9CA4B-3D00-4C06-8DE5-48A64410487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DC509D-93B6-4889-9E8D-2A5700F3946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FE1E6A3E-239E-4DFE-BF3E-770EFB53E18D}"/>
              </a:ext>
            </a:extLst>
          </p:cNvPr>
          <p:cNvSpPr>
            <a:spLocks xmlns:a="http://schemas.openxmlformats.org/drawingml/2006/main" noGrp="1"/>
          </p:cNvSpPr>
          <p:nvPr/>
        </p:nvSpPr>
        <p:spPr>
          <a:xfrm xmlns:a="http://schemas.openxmlformats.org/drawingml/2006/main" rot="0">
            <a:off x="723900" y="15049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販売先は確保できる段階にある。収集規模の拡大が課題になる</a:t>
            </a:r>
          </a:p>
        </p:txBody>
      </p:sp>
      <p:sp>
        <p:nvSpPr>
          <p:cNvPr id="6" name="">
            <a:extLst xmlns:a="http://schemas.openxmlformats.org/drawingml/2006/main">
              <a:ext uri="{FF2B5EF4-FFF2-40B4-BE49-F238E27FC236}">
                <a16:creationId xmlns:a16="http://schemas.microsoft.com/office/drawing/2014/main" id="{83B0986D-C934-43DE-9F19-181EBB1487BE}"/>
              </a:ext>
            </a:extLst>
          </p:cNvPr>
          <p:cNvSpPr>
            <a:spLocks xmlns:a="http://schemas.openxmlformats.org/drawingml/2006/main" noGrp="1"/>
          </p:cNvSpPr>
          <p:nvPr/>
        </p:nvSpPr>
        <p:spPr>
          <a:xfrm xmlns:a="http://schemas.openxmlformats.org/drawingml/2006/main" rot="0">
            <a:off x="857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A4115020-4D5D-4F89-815C-06B191D7A600}"/>
              </a:ext>
            </a:extLst>
          </p:cNvPr>
          <p:cNvSpPr>
            <a:spLocks xmlns:a="http://schemas.openxmlformats.org/drawingml/2006/main" noGrp="1"/>
          </p:cNvSpPr>
          <p:nvPr/>
        </p:nvSpPr>
        <p:spPr>
          <a:xfrm xmlns:a="http://schemas.openxmlformats.org/drawingml/2006/main">
            <a:off x="857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29A330-A99D-45A0-97EB-B921E666E023}"/>
              </a:ext>
            </a:extLst>
          </p:cNvPr>
          <p:cNvSpPr>
            <a:spLocks xmlns:a="http://schemas.openxmlformats.org/drawingml/2006/main" noGrp="1"/>
          </p:cNvSpPr>
          <p:nvPr/>
        </p:nvSpPr>
        <p:spPr>
          <a:xfrm xmlns:a="http://schemas.openxmlformats.org/drawingml/2006/main">
            <a:off x="857250" y="2905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5726B1-E29B-484F-9AD4-79E59948E215}"/>
              </a:ext>
            </a:extLst>
          </p:cNvPr>
          <p:cNvSpPr>
            <a:spLocks xmlns:a="http://schemas.openxmlformats.org/drawingml/2006/main" noGrp="1"/>
          </p:cNvSpPr>
          <p:nvPr/>
        </p:nvSpPr>
        <p:spPr>
          <a:xfrm xmlns:a="http://schemas.openxmlformats.org/drawingml/2006/main" rot="0">
            <a:off x="1104900" y="2743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8社とサンプルのやり取りまで到達</a:t>
            </a:r>
          </a:p>
        </p:txBody>
      </p:sp>
      <p:sp>
        <p:nvSpPr>
          <p:cNvPr id="10" name="">
            <a:extLst xmlns:a="http://schemas.openxmlformats.org/drawingml/2006/main">
              <a:ext uri="{FF2B5EF4-FFF2-40B4-BE49-F238E27FC236}">
                <a16:creationId xmlns:a16="http://schemas.microsoft.com/office/drawing/2014/main" id="{3E0DC0D9-E77E-46DB-956F-9B632F4226FD}"/>
              </a:ext>
            </a:extLst>
          </p:cNvPr>
          <p:cNvSpPr>
            <a:spLocks xmlns:a="http://schemas.openxmlformats.org/drawingml/2006/main" noGrp="1"/>
          </p:cNvSpPr>
          <p:nvPr/>
        </p:nvSpPr>
        <p:spPr>
          <a:xfrm xmlns:a="http://schemas.openxmlformats.org/drawingml/2006/main">
            <a:off x="857250" y="38576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1174CEF-6AE3-42EB-A0CB-0EBA359F3467}"/>
              </a:ext>
            </a:extLst>
          </p:cNvPr>
          <p:cNvSpPr>
            <a:spLocks xmlns:a="http://schemas.openxmlformats.org/drawingml/2006/main" noGrp="1"/>
          </p:cNvSpPr>
          <p:nvPr/>
        </p:nvSpPr>
        <p:spPr>
          <a:xfrm xmlns:a="http://schemas.openxmlformats.org/drawingml/2006/main" rot="0">
            <a:off x="1104900" y="3667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合意に至るのが難しいのは、収集規模がまだ小さく、</a:t>
            </a:r>
          </a:p>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先方での優先度が上がらないため</a:t>
            </a:r>
          </a:p>
        </p:txBody>
      </p:sp>
      <p:sp>
        <p:nvSpPr>
          <p:cNvPr id="12" name="">
            <a:extLst xmlns:a="http://schemas.openxmlformats.org/drawingml/2006/main">
              <a:ext uri="{FF2B5EF4-FFF2-40B4-BE49-F238E27FC236}">
                <a16:creationId xmlns:a16="http://schemas.microsoft.com/office/drawing/2014/main" id="{BCF385BC-8948-4F37-A5E2-5FAA7FCF2CE6}"/>
              </a:ext>
            </a:extLst>
          </p:cNvPr>
          <p:cNvSpPr>
            <a:spLocks xmlns:a="http://schemas.openxmlformats.org/drawingml/2006/main" noGrp="1"/>
          </p:cNvSpPr>
          <p:nvPr/>
        </p:nvSpPr>
        <p:spPr>
          <a:xfrm xmlns:a="http://schemas.openxmlformats.org/drawingml/2006/main">
            <a:off x="6096000" y="1857375"/>
            <a:ext cx="9525" cy="36195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920B371-15D8-479A-93B4-D7F58BC1EC7D}"/>
              </a:ext>
            </a:extLst>
          </p:cNvPr>
          <p:cNvSpPr>
            <a:spLocks xmlns:a="http://schemas.openxmlformats.org/drawingml/2006/main" noGrp="1"/>
          </p:cNvSpPr>
          <p:nvPr/>
        </p:nvSpPr>
        <p:spPr>
          <a:xfrm xmlns:a="http://schemas.openxmlformats.org/drawingml/2006/main" rot="0">
            <a:off x="6572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国内｜Nextremer</a:t>
            </a:r>
          </a:p>
        </p:txBody>
      </p:sp>
      <p:sp>
        <p:nvSpPr>
          <p:cNvPr id="14" name="">
            <a:extLst xmlns:a="http://schemas.openxmlformats.org/drawingml/2006/main">
              <a:ext uri="{FF2B5EF4-FFF2-40B4-BE49-F238E27FC236}">
                <a16:creationId xmlns:a16="http://schemas.microsoft.com/office/drawing/2014/main" id="{C05EE779-5EC9-4BA0-A727-51B9617C2126}"/>
              </a:ext>
            </a:extLst>
          </p:cNvPr>
          <p:cNvSpPr>
            <a:spLocks xmlns:a="http://schemas.openxmlformats.org/drawingml/2006/main" noGrp="1"/>
          </p:cNvSpPr>
          <p:nvPr/>
        </p:nvSpPr>
        <p:spPr>
          <a:xfrm xmlns:a="http://schemas.openxmlformats.org/drawingml/2006/main">
            <a:off x="6572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8900366-CEF8-45CD-92AB-714A3447D74E}"/>
              </a:ext>
            </a:extLst>
          </p:cNvPr>
          <p:cNvSpPr>
            <a:spLocks xmlns:a="http://schemas.openxmlformats.org/drawingml/2006/main" noGrp="1"/>
          </p:cNvSpPr>
          <p:nvPr/>
        </p:nvSpPr>
        <p:spPr>
          <a:xfrm xmlns:a="http://schemas.openxmlformats.org/drawingml/2006/main">
            <a:off x="6572250" y="28575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690A815-1A35-4226-A9A6-BE0FF04539BA}"/>
              </a:ext>
            </a:extLst>
          </p:cNvPr>
          <p:cNvSpPr>
            <a:spLocks xmlns:a="http://schemas.openxmlformats.org/drawingml/2006/main" noGrp="1"/>
          </p:cNvSpPr>
          <p:nvPr/>
        </p:nvSpPr>
        <p:spPr>
          <a:xfrm xmlns:a="http://schemas.openxmlformats.org/drawingml/2006/main" rot="0">
            <a:off x="6819900" y="26860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販売手数料なしの売上分配。</a:t>
            </a:r>
          </a:p>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当社は現場開拓とデータ収集に専念できる</a:t>
            </a:r>
          </a:p>
        </p:txBody>
      </p:sp>
      <p:sp>
        <p:nvSpPr>
          <p:cNvPr id="17" name="">
            <a:extLst xmlns:a="http://schemas.openxmlformats.org/drawingml/2006/main">
              <a:ext uri="{FF2B5EF4-FFF2-40B4-BE49-F238E27FC236}">
                <a16:creationId xmlns:a16="http://schemas.microsoft.com/office/drawing/2014/main" id="{470D168C-F8BB-4269-970D-040AD82F4E8D}"/>
              </a:ext>
            </a:extLst>
          </p:cNvPr>
          <p:cNvSpPr>
            <a:spLocks xmlns:a="http://schemas.openxmlformats.org/drawingml/2006/main" noGrp="1"/>
          </p:cNvSpPr>
          <p:nvPr/>
        </p:nvSpPr>
        <p:spPr>
          <a:xfrm xmlns:a="http://schemas.openxmlformats.org/drawingml/2006/main">
            <a:off x="6572250" y="3714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1BCD70-EF40-485A-AED1-CEE6E7220C25}"/>
              </a:ext>
            </a:extLst>
          </p:cNvPr>
          <p:cNvSpPr>
            <a:spLocks xmlns:a="http://schemas.openxmlformats.org/drawingml/2006/main" noGrp="1"/>
          </p:cNvSpPr>
          <p:nvPr/>
        </p:nvSpPr>
        <p:spPr>
          <a:xfrm xmlns:a="http://schemas.openxmlformats.org/drawingml/2006/main" rot="0">
            <a:off x="6819900" y="3543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データの加工・販売サービスに掲載予定。</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現場合意の手順を共同で構築中</a:t>
            </a:r>
          </a:p>
        </p:txBody>
      </p:sp>
      <p:sp>
        <p:nvSpPr>
          <p:cNvPr id="19" name="">
            <a:extLst xmlns:a="http://schemas.openxmlformats.org/drawingml/2006/main">
              <a:ext uri="{FF2B5EF4-FFF2-40B4-BE49-F238E27FC236}">
                <a16:creationId xmlns:a16="http://schemas.microsoft.com/office/drawing/2014/main" id="{5A468AC3-D53F-451A-AED7-560D8455AC45}"/>
              </a:ext>
            </a:extLst>
          </p:cNvPr>
          <p:cNvSpPr>
            <a:spLocks xmlns:a="http://schemas.openxmlformats.org/drawingml/2006/main" noGrp="1"/>
          </p:cNvSpPr>
          <p:nvPr/>
        </p:nvSpPr>
        <p:spPr>
          <a:xfrm xmlns:a="http://schemas.openxmlformats.org/drawingml/2006/main">
            <a:off x="6572250" y="45720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2E4E841-27C4-410A-83AE-3B6EBDA97A4E}"/>
              </a:ext>
            </a:extLst>
          </p:cNvPr>
          <p:cNvSpPr>
            <a:spLocks xmlns:a="http://schemas.openxmlformats.org/drawingml/2006/main" noGrp="1"/>
          </p:cNvSpPr>
          <p:nvPr/>
        </p:nvSpPr>
        <p:spPr>
          <a:xfrm xmlns:a="http://schemas.openxmlformats.org/drawingml/2006/main" rot="0">
            <a:off x="6819900" y="440055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作業内容などの情報を付けたデータとして</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高単価の販売先にも提案できる</a:t>
            </a:r>
          </a:p>
        </p:txBody>
      </p:sp>
    </p:spTree>
    <p:extLst>
      <p:ext uri="{BB962C8B-B14F-4D97-AF65-F5344CB8AC3E}">
        <p14:creationId xmlns:p14="http://schemas.microsoft.com/office/powerpoint/2010/main" val="1719155765"/>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E6D22E5-AB94-4B15-BEB1-F30A8BC06A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34C4D7-7CD8-4893-AA5D-8303C25FEF1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9FDA9043-EF97-4A9A-A46A-03D26CA8DDA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E0D6BC-D8FE-4353-9E2D-E1FD8FA4F79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18ADC6D2-0038-44EC-AE79-8DC7FFF4DEF2}"/>
              </a:ext>
            </a:extLst>
          </p:cNvPr>
          <p:cNvSpPr>
            <a:spLocks xmlns:a="http://schemas.openxmlformats.org/drawingml/2006/main" noGrp="1"/>
          </p:cNvSpPr>
          <p:nvPr/>
        </p:nvSpPr>
        <p:spPr>
          <a:xfrm xmlns:a="http://schemas.openxmlformats.org/drawingml/2006/main" rot="0">
            <a:off x="72390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森雄大</a:t>
            </a:r>
          </a:p>
        </p:txBody>
      </p:sp>
      <p:sp>
        <p:nvSpPr>
          <p:cNvPr id="6" name="">
            <a:extLst xmlns:a="http://schemas.openxmlformats.org/drawingml/2006/main">
              <a:ext uri="{FF2B5EF4-FFF2-40B4-BE49-F238E27FC236}">
                <a16:creationId xmlns:a16="http://schemas.microsoft.com/office/drawing/2014/main" id="{2B223666-EA0B-460B-B276-1D90C952A1EC}"/>
              </a:ext>
            </a:extLst>
          </p:cNvPr>
          <p:cNvSpPr>
            <a:spLocks xmlns:a="http://schemas.openxmlformats.org/drawingml/2006/main" noGrp="1"/>
          </p:cNvSpPr>
          <p:nvPr/>
        </p:nvSpPr>
        <p:spPr>
          <a:xfrm xmlns:a="http://schemas.openxmlformats.org/drawingml/2006/main" rot="0">
            <a:off x="723900" y="2085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7" name="">
            <a:extLst xmlns:a="http://schemas.openxmlformats.org/drawingml/2006/main">
              <a:ext uri="{FF2B5EF4-FFF2-40B4-BE49-F238E27FC236}">
                <a16:creationId xmlns:a16="http://schemas.microsoft.com/office/drawing/2014/main" id="{474187D9-946C-4179-AD14-95A6DFD61856}"/>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8" name="">
            <a:extLst xmlns:a="http://schemas.openxmlformats.org/drawingml/2006/main">
              <a:ext uri="{FF2B5EF4-FFF2-40B4-BE49-F238E27FC236}">
                <a16:creationId xmlns:a16="http://schemas.microsoft.com/office/drawing/2014/main" id="{D3908677-9D81-4174-B29A-2E94E5FD776F}"/>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160E6C3-7C4C-4976-8A0E-A740B653222A}"/>
              </a:ext>
            </a:extLst>
          </p:cNvPr>
          <p:cNvSpPr>
            <a:spLocks xmlns:a="http://schemas.openxmlformats.org/drawingml/2006/main" noGrp="1"/>
          </p:cNvSpPr>
          <p:nvPr/>
        </p:nvSpPr>
        <p:spPr>
          <a:xfrm xmlns:a="http://schemas.openxmlformats.org/drawingml/2006/main" rot="0">
            <a:off x="723900" y="2714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河野瞭人</a:t>
            </a:r>
          </a:p>
        </p:txBody>
      </p:sp>
      <p:sp>
        <p:nvSpPr>
          <p:cNvPr id="10" name="">
            <a:extLst xmlns:a="http://schemas.openxmlformats.org/drawingml/2006/main">
              <a:ext uri="{FF2B5EF4-FFF2-40B4-BE49-F238E27FC236}">
                <a16:creationId xmlns:a16="http://schemas.microsoft.com/office/drawing/2014/main" id="{9C68E78D-4BE3-4AB1-8DAA-93F848F3E7A8}"/>
              </a:ext>
            </a:extLst>
          </p:cNvPr>
          <p:cNvSpPr>
            <a:spLocks xmlns:a="http://schemas.openxmlformats.org/drawingml/2006/main" noGrp="1"/>
          </p:cNvSpPr>
          <p:nvPr/>
        </p:nvSpPr>
        <p:spPr>
          <a:xfrm xmlns:a="http://schemas.openxmlformats.org/drawingml/2006/main" rot="0">
            <a:off x="723900" y="3038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11" name="">
            <a:extLst xmlns:a="http://schemas.openxmlformats.org/drawingml/2006/main">
              <a:ext uri="{FF2B5EF4-FFF2-40B4-BE49-F238E27FC236}">
                <a16:creationId xmlns:a16="http://schemas.microsoft.com/office/drawing/2014/main" id="{A507556F-495A-455E-9E2F-B7A656AEFDDB}"/>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神戸大学大学院システム情報学研究科で、シミュレーション上で学習した二足歩行を実機へ移す研究に取り組む。事業ではシミュレーション領域を担う。</a:t>
            </a:r>
          </a:p>
        </p:txBody>
      </p:sp>
      <p:sp>
        <p:nvSpPr>
          <p:cNvPr id="12" name="">
            <a:extLst xmlns:a="http://schemas.openxmlformats.org/drawingml/2006/main">
              <a:ext uri="{FF2B5EF4-FFF2-40B4-BE49-F238E27FC236}">
                <a16:creationId xmlns:a16="http://schemas.microsoft.com/office/drawing/2014/main" id="{8DC754D6-1A2E-485B-A474-B6C7AA10406D}"/>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D218DDF-8068-4839-BE48-07374E42FE30}"/>
              </a:ext>
            </a:extLst>
          </p:cNvPr>
          <p:cNvSpPr>
            <a:spLocks xmlns:a="http://schemas.openxmlformats.org/drawingml/2006/main" noGrp="1"/>
          </p:cNvSpPr>
          <p:nvPr/>
        </p:nvSpPr>
        <p:spPr>
          <a:xfrm xmlns:a="http://schemas.openxmlformats.org/drawingml/2006/main" rot="0">
            <a:off x="723900" y="3667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川島健二</a:t>
            </a:r>
          </a:p>
        </p:txBody>
      </p:sp>
      <p:sp>
        <p:nvSpPr>
          <p:cNvPr id="14" name="">
            <a:extLst xmlns:a="http://schemas.openxmlformats.org/drawingml/2006/main">
              <a:ext uri="{FF2B5EF4-FFF2-40B4-BE49-F238E27FC236}">
                <a16:creationId xmlns:a16="http://schemas.microsoft.com/office/drawing/2014/main" id="{2D86ED90-698D-40AE-A6CA-9FB8242579C7}"/>
              </a:ext>
            </a:extLst>
          </p:cNvPr>
          <p:cNvSpPr>
            <a:spLocks xmlns:a="http://schemas.openxmlformats.org/drawingml/2006/main" noGrp="1"/>
          </p:cNvSpPr>
          <p:nvPr/>
        </p:nvSpPr>
        <p:spPr>
          <a:xfrm xmlns:a="http://schemas.openxmlformats.org/drawingml/2006/main" rot="0">
            <a:off x="723900" y="3990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現場パートナー</a:t>
            </a:r>
          </a:p>
        </p:txBody>
      </p:sp>
      <p:sp>
        <p:nvSpPr>
          <p:cNvPr id="15" name="">
            <a:extLst xmlns:a="http://schemas.openxmlformats.org/drawingml/2006/main">
              <a:ext uri="{FF2B5EF4-FFF2-40B4-BE49-F238E27FC236}">
                <a16:creationId xmlns:a16="http://schemas.microsoft.com/office/drawing/2014/main" id="{83ADF75E-079A-4C6A-9BA2-A5C0A4BDF6E5}"/>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6" name="">
            <a:extLst xmlns:a="http://schemas.openxmlformats.org/drawingml/2006/main">
              <a:ext uri="{FF2B5EF4-FFF2-40B4-BE49-F238E27FC236}">
                <a16:creationId xmlns:a16="http://schemas.microsoft.com/office/drawing/2014/main" id="{7F21746D-1F19-482F-B0C3-201A3E77BD3D}"/>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AA7A4B3-E0E9-45AF-989D-E9153A61AB18}"/>
              </a:ext>
            </a:extLst>
          </p:cNvPr>
          <p:cNvSpPr>
            <a:spLocks xmlns:a="http://schemas.openxmlformats.org/drawingml/2006/main" noGrp="1"/>
          </p:cNvSpPr>
          <p:nvPr/>
        </p:nvSpPr>
        <p:spPr>
          <a:xfrm xmlns:a="http://schemas.openxmlformats.org/drawingml/2006/main" rot="0">
            <a:off x="723900" y="4619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大崎操</a:t>
            </a:r>
          </a:p>
        </p:txBody>
      </p:sp>
      <p:sp>
        <p:nvSpPr>
          <p:cNvPr id="18" name="">
            <a:extLst xmlns:a="http://schemas.openxmlformats.org/drawingml/2006/main">
              <a:ext uri="{FF2B5EF4-FFF2-40B4-BE49-F238E27FC236}">
                <a16:creationId xmlns:a16="http://schemas.microsoft.com/office/drawing/2014/main" id="{7666EA8D-3D21-45CD-A34D-E60921230394}"/>
              </a:ext>
            </a:extLst>
          </p:cNvPr>
          <p:cNvSpPr>
            <a:spLocks xmlns:a="http://schemas.openxmlformats.org/drawingml/2006/main" noGrp="1"/>
          </p:cNvSpPr>
          <p:nvPr/>
        </p:nvSpPr>
        <p:spPr>
          <a:xfrm xmlns:a="http://schemas.openxmlformats.org/drawingml/2006/main" rot="0">
            <a:off x="723900" y="4943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事業支援</a:t>
            </a:r>
          </a:p>
        </p:txBody>
      </p:sp>
      <p:sp>
        <p:nvSpPr>
          <p:cNvPr id="19" name="">
            <a:extLst xmlns:a="http://schemas.openxmlformats.org/drawingml/2006/main">
              <a:ext uri="{FF2B5EF4-FFF2-40B4-BE49-F238E27FC236}">
                <a16:creationId xmlns:a16="http://schemas.microsoft.com/office/drawing/2014/main" id="{1572C5DC-0BEE-4899-8478-2C1E3C84C89A}"/>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2117109551"/>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070859A-DEF9-4F4E-8301-3698313F96D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37E7D6-F574-4593-B8D1-1BC915F8DE1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321CEA1A-4DAA-4330-8C0C-4365F8E6C3D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BC24D1-D306-4FA1-A6E9-608704075AC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4a3c83570864995"/>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EA4515-F2ED-4661-921B-FFBFF5FFC1D7}"/>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6BE826CD-A449-4976-8478-EAA17BCB1390}"/>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AD97E8DD-7E58-4A26-ACB4-5FC17B31E2D2}"/>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143cdded13142d0"/>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4A39473-CE89-4D97-9F91-72064A813BEE}"/>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B001CA13-FF37-4375-8F45-A39CDD0995E6}"/>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CB0F7A81-1341-4212-9904-1616235677D9}"/>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fc004d0d3cb4624"/>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836CD4B0-5258-48A9-8035-F9FCE8CED386}"/>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A63C6BD7-4E7C-45AF-84D8-2889F1ACAC34}"/>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a:t>
            </a:r>
          </a:p>
        </p:txBody>
      </p:sp>
      <p:sp>
        <p:nvSpPr>
          <p:cNvPr id="16" name="">
            <a:extLst xmlns:a="http://schemas.openxmlformats.org/drawingml/2006/main">
              <a:ext uri="{FF2B5EF4-FFF2-40B4-BE49-F238E27FC236}">
                <a16:creationId xmlns:a16="http://schemas.microsoft.com/office/drawing/2014/main" id="{6848A24C-EC34-47B9-BD24-AD1375BCDF77}"/>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B0C16586-01A0-41EC-A2B0-BA4D5AA18F46}"/>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5C34200-E825-4510-87D9-5459A5328C52}"/>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737164977"/>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5818D6-8F5A-40C4-966D-6B551F9E8D3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56DF1B-B10B-4102-B122-E5ECE61444B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1時間あたりの収支｜前提</a:t>
            </a:r>
          </a:p>
        </p:txBody>
      </p:sp>
      <p:sp>
        <p:nvSpPr>
          <p:cNvPr id="3" name="">
            <a:extLst xmlns:a="http://schemas.openxmlformats.org/drawingml/2006/main">
              <a:ext uri="{FF2B5EF4-FFF2-40B4-BE49-F238E27FC236}">
                <a16:creationId xmlns:a16="http://schemas.microsoft.com/office/drawing/2014/main" id="{0D64142F-3EE9-41D0-88F9-2225EA413BC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AFEC4E-E303-471D-B8E8-413FF2D4836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1時間あたり1,600円（下限）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デバイス費</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8万円/台を10か月で割る</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約73円/時間</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約727円/時間</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C0549FF6-C2EB-498E-BE34-6C57997015E7}"/>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a:t>
            </a:r>
          </a:p>
        </p:txBody>
      </p:sp>
    </p:spTree>
    <p:extLst>
      <p:ext uri="{BB962C8B-B14F-4D97-AF65-F5344CB8AC3E}">
        <p14:creationId xmlns:p14="http://schemas.microsoft.com/office/powerpoint/2010/main" val="646075110"/>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71E9A7-4141-466B-8819-4151D7BDDF6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8FCA3E-5B48-47A2-BAE0-0A340CFFDE5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収集規模別の収支</a:t>
            </a:r>
          </a:p>
        </p:txBody>
      </p:sp>
      <p:sp>
        <p:nvSpPr>
          <p:cNvPr id="3" name="">
            <a:extLst xmlns:a="http://schemas.openxmlformats.org/drawingml/2006/main">
              <a:ext uri="{FF2B5EF4-FFF2-40B4-BE49-F238E27FC236}">
                <a16:creationId xmlns:a16="http://schemas.microsoft.com/office/drawing/2014/main" id="{F2CAC81F-0185-44BF-BE09-A7AA1EDCC27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E8DFF5-4567-418B-BAA2-56D065CFC77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データ販売額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1か月分のデバイス費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デバイス購入費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0D6CA29-5D31-454B-8D4F-39E44E0D3CBA}"/>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月10,000時間を12か月継続：会社取り分9,600万円、デバイス費を引いた後は約8,726万円。</a:t>
            </a:r>
          </a:p>
        </p:txBody>
      </p:sp>
      <p:sp>
        <p:nvSpPr>
          <p:cNvPr id="7" name="">
            <a:extLst xmlns:a="http://schemas.openxmlformats.org/drawingml/2006/main">
              <a:ext uri="{FF2B5EF4-FFF2-40B4-BE49-F238E27FC236}">
                <a16:creationId xmlns:a16="http://schemas.microsoft.com/office/drawing/2014/main" id="{144CA9D5-3CBD-473E-8E76-3F2D986B4A3E}"/>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148016017"/>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5EA17D-E869-48B8-BF40-B91C3ABB329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460894-60B2-4F82-AE27-D0F959B9946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デバイス費以外にかかる費用</a:t>
            </a:r>
          </a:p>
        </p:txBody>
      </p:sp>
      <p:sp>
        <p:nvSpPr>
          <p:cNvPr id="3" name="">
            <a:extLst xmlns:a="http://schemas.openxmlformats.org/drawingml/2006/main">
              <a:ext uri="{FF2B5EF4-FFF2-40B4-BE49-F238E27FC236}">
                <a16:creationId xmlns:a16="http://schemas.microsoft.com/office/drawing/2014/main" id="{1447E73E-6F7F-49E4-AA0B-1BC03B1EF8C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4107BC-D9C0-443A-8251-3C64AC492C7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E8865193-2809-47C6-B358-679AFE122948}"/>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データ保存・転送費</a:t>
            </a:r>
          </a:p>
        </p:txBody>
      </p:sp>
      <p:sp>
        <p:nvSpPr>
          <p:cNvPr id="6" name="">
            <a:extLst xmlns:a="http://schemas.openxmlformats.org/drawingml/2006/main">
              <a:ext uri="{FF2B5EF4-FFF2-40B4-BE49-F238E27FC236}">
                <a16:creationId xmlns:a16="http://schemas.microsoft.com/office/drawing/2014/main" id="{45E1468F-EF69-41AD-AADD-2C8303A45BFF}"/>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862C0683-81DE-4241-91F4-90FBB6BCF82C}"/>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E60934-379B-4E7A-BA1F-83D779CAE59D}"/>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E0B1B926-DA29-4A2E-BA77-440E6A1586FD}"/>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7EBE55FB-A260-4786-8F32-4D5B9DFE3250}"/>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516DEB6-E20F-4E33-BE72-1A3F383204C7}"/>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8050A624-E25C-43CD-8296-1D555CDE8B03}"/>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69C042B6-9267-4062-ADF8-6C8A172F8D70}"/>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1F96CF-3830-4F03-8ABA-573D091998C7}"/>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4CB5E0DA-9B78-4CDE-A2CC-4A27AEE0FB1B}"/>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62907862"/>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2ED6E4-5223-4BC0-994D-8D457F2BA9A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FCFFE7-D0BE-4B86-8025-0EDBF025919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月10,000時間まで広げる際の課題</a:t>
            </a:r>
          </a:p>
        </p:txBody>
      </p:sp>
      <p:sp>
        <p:nvSpPr>
          <p:cNvPr id="3" name="">
            <a:extLst xmlns:a="http://schemas.openxmlformats.org/drawingml/2006/main">
              <a:ext uri="{FF2B5EF4-FFF2-40B4-BE49-F238E27FC236}">
                <a16:creationId xmlns:a16="http://schemas.microsoft.com/office/drawing/2014/main" id="{06BF7CA9-D62D-4C88-B7CB-806A7295484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D01E6C-47E7-4990-ACE1-4323F52266C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4EFC2456-17B3-4CF6-A718-AF1A18D3B8A6}"/>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620C1946-EB58-47B5-86D6-04CEB2DFDAFC}"/>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9C087290-C358-44CF-9B6F-3CECB42D0437}"/>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2913DF-4895-4900-906A-1C1C790604C6}"/>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1968CEDE-0244-4ED1-B1EA-D991011A219D}"/>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57AA479F-083E-4AD9-BCD1-2DA0E68F7789}"/>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A52922-F265-47BC-A3DB-46ED1A2D8464}"/>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9F67F861-D366-40B7-93E9-198CDB73FC1F}"/>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0D32002E-2A62-4D86-A827-336F0FA735CF}"/>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062919789"/>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0AA59370-531A-4CE1-8A12-33B8DA7EA4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13F10D-CA72-4CB9-9E80-EF00FF6FCC8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FBC95EFC-E8BB-4819-9BD0-F2FDF5B33EB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58D9FE-769A-4506-89C2-6FE46A16A9A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7D1E57D0-B71E-40F3-B115-00A0D29CD2E0}"/>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52BDC25-C879-429F-9F0E-A6D612048DC9}"/>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42C7C457-0E4A-4A62-8DC9-C813E03EAB57}"/>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B6F58882-743B-4622-B9BF-191BD5D2E980}"/>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9B4DF048-E27C-45B0-932E-CCDDD9AAF03C}"/>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1AFCC63F-6929-47B2-AD98-B7F872602E88}"/>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2136E341-4BEE-4781-B677-4C95B1EAF320}"/>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BE84D8B5-B631-4702-833B-222BC2C04350}"/>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80DFEF6A-7EA7-4043-B7B9-DAFB43983EF5}"/>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35DFD4C5-6D1D-4D5B-98AA-2750D564A192}"/>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60D0B8DD-C8CE-4948-A5AA-097F62621D43}"/>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E10BFA1-68F3-43C3-BED7-21AD3D504B2C}"/>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E0614244-C65F-46A2-97E5-2B1B2DC2909F}"/>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F3132AB-23D6-4D12-BA06-3A5D55CE3615}"/>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1673875D-9AF5-4D8B-A14C-8F724119622A}"/>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0CDCE05B-50F1-4318-A59A-F90D15F773B7}"/>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AC78C4F1-5E78-4251-9178-131575090FAA}"/>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0D0BBB2B-AAB4-4A4B-BF8D-E3C84BA43408}"/>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ACF4AE67-3A4C-4F5D-AD7D-974C30EACAB7}"/>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939FF007-E145-4459-B5ED-9A58F97F39E0}"/>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521A40A7-F3F4-4A6B-BFBA-6ACDB4E11EC9}"/>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78644EF1-A142-4475-869A-859AD7A69CD0}"/>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C967072D-D11C-4CC9-9B6E-3DC1E7BFDE3A}"/>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769FCD5B-72A1-4FF7-9DD3-10AA9DF4DDB1}"/>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95AF9176-F1F1-4AF2-834B-ADF5E62ED243}"/>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D8B4A565-08FC-4AAB-AB8D-1AA1CCA1C315}"/>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9C4E9753-4472-41D9-A9E0-711A1DC8B2B2}"/>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0DB38C41-6FBC-40E7-9B01-1AEA8A54A6AA}"/>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A99D7A45-0C58-4570-B77A-4E5C6F9EF028}"/>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1704C48C-2867-482D-A4A0-69B2F918C585}"/>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9394A240-428D-44F1-9797-CC222C3C6F6B}"/>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27272AF8-4978-4560-8F23-0707E152BB82}"/>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15388FEB-2E03-490F-BE79-D8F087D21930}"/>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0EE7A9F2-BAFF-4B66-8245-ED412139229F}"/>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256BA4D6-EBE8-4311-9E38-C74277457CEE}"/>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AB65EC99-F9FE-48FF-B6F9-DD207575359D}"/>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3C5C48B1-1463-4407-89D5-B160BD6C4D55}"/>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15E2C51A-B14D-4BBF-9699-900905A90F56}"/>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EFC7DA79-C8B4-431D-9CD7-B65E4F8A6DC7}"/>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5790ABF1-D0AA-45ED-AF3F-2A281A069DA2}"/>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B5D2B8CB-69F1-4F17-82CD-ADB1E380DCF0}"/>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C401AB62-3C52-4A8F-8AD6-A50EC73B052F}"/>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C999621F-2683-4069-A6AB-23306DD8CE0E}"/>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96BCCD60-B5C8-4529-9866-420713C8866B}"/>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933BBCA7-E0FB-4372-A6F8-8AE6C02C590C}"/>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72A84ACF-EE41-487C-BAC9-574E437B5F8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3200194A-C9A9-4BCB-B0B6-ECD69A3183E0}"/>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208F4FCF-D337-4D99-8FAC-0FD7BCA62364}"/>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4E624E11-41F4-4E7D-A030-6B40AA8F02EA}"/>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5A884C36-C144-45C5-89AA-5D4AB7D7A036}"/>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965422741"/>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70F7A212-E228-4A0A-A1E5-C7940FDFCD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2216A1-3866-4098-A7F9-54C70CC7B95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055FB677-005B-444A-B416-71B8BB74DF4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30BE7F-DF65-45CD-8B3B-12D5A4B7DDD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4CE28923-56FD-4F32-BD2E-C95174FD8D4D}"/>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2C9ACD8-232C-428D-A361-2DA688CA0A19}"/>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ECA8E39C-A6D8-43E7-B551-17575EA8805E}"/>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EE7DC4DF-3E25-4248-9BFE-95DBFBFD3A6A}"/>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1EB30467-1184-4A61-8E7D-6B87A01118BA}"/>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424DC082-9626-42F3-A011-7E5ADA19C246}"/>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4D8B28D3-7739-4E4C-BA5E-0673CE119713}"/>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99EFE34E-C7FD-4EF9-83EA-C484FC915784}"/>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8C00A2F1-BFAA-4A80-859D-D3D1A04E8442}"/>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F9B2E087-4B85-4681-B855-9DDD08EA869B}"/>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3714A75D-EB35-459B-AC1E-F370F88ABE69}"/>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2D968814-7E97-41E3-A2AF-FA01799ACAA2}"/>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71F1A56E-3B0D-4069-AA0F-6F26C3A2929B}"/>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3877BBBF-8312-433E-8C96-8A0EDA68D772}"/>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EA6F5139-65FF-4EC0-871D-90CA446C19C7}"/>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ABA78FFA-8115-4515-A43D-CEE400C28EB1}"/>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AEA20FE0-A70A-4AEB-9A72-A59F8E7461DA}"/>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1630620D-1ECA-47A9-96A4-4F3432B36A93}"/>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83EF450E-CDFA-4B7D-A8B0-3A8ED4A8774A}"/>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34F42BD1-9B63-4FE3-ADC7-9620D526B0DF}"/>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6C8AC56F-E275-47DA-9155-386A3ED81139}"/>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6DD97985-317B-4930-9E10-D7547F11ACC8}"/>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A1CA9359-44CB-4D8A-BA98-7593A178BA37}"/>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11216F0F-74E4-436C-9FF9-FC5E83259052}"/>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73533D71-B111-4B29-BFB4-E487A3731631}"/>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4A97364F-44E1-4875-AB42-C13BC73610AA}"/>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3BAA4BE0-25D1-47DF-9834-2C41D7A7C371}"/>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D302F131-C76A-405C-B180-15E47D3937E0}"/>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03C64965-C2FE-4E3E-8A46-71B0CA89847A}"/>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24DA2C9E-C74A-43AF-9718-12062E56399F}"/>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DF7A6C01-17DB-4A86-9579-942602CFFA63}"/>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DB4E240B-6765-4E13-987F-D7F718728FB1}"/>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FAA762DD-CA6D-406B-88A3-C3E576891C79}"/>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5DFA9535-A4B3-4DCE-91C8-0FEB7BBE5EF1}"/>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2D690CC5-1C84-45A6-B361-AB0FFA4BEB7D}"/>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B42C12B0-44F2-41CF-ABE2-3F27E28975CE}"/>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D9F8533E-8489-499A-9FFD-7241BF902DF6}"/>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09D1A4BE-43D8-40D1-908D-244E06E43A3D}"/>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7DB16F57-5C36-48A3-8F45-F3CFB592490A}"/>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CDB9C2D1-2690-4153-8B0C-7714561A2189}"/>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00D919EA-B982-4F8B-8D26-F83E28F50E69}"/>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D54817E9-736E-465F-B7D4-ECA372177182}"/>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AF058373-00F6-4838-98C7-BF818EDABF33}"/>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65E248A6-3C30-4FF9-AF39-839E828814B9}"/>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4F6E44F4-98DA-43BF-BDE4-54EB19F28366}"/>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C630C67C-206A-4554-AAC5-B2D1E75DB5FA}"/>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1F3603CE-C6F4-4655-B48B-5CDC8D04C34C}"/>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9B85AF27-3ED9-41BE-A681-D85A2D94DB11}"/>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A95B60F8-A406-447E-ACE9-6C8D57D67CD7}"/>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75FD8151-2015-4A26-9651-8CDF4DE00229}"/>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E4870F45-E130-461A-AC1C-E37485BEACFC}"/>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496D6FD4-8250-4EBC-BBDB-77072C670EEA}"/>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28B3759F-8F23-44ED-9324-323FB9E18F23}"/>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1CA12C29-B548-4469-A484-6EA30182B30E}"/>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6EFDB943-DB83-4B33-8516-7A9E8580590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DC8B1708-A0AE-4045-912F-5C30F43EDFB8}"/>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428B8299-D355-425F-9866-C2F326717CAD}"/>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05844D38-73F7-402F-9013-CA0DCE867B32}"/>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5B3A9C0F-1C27-4914-BD06-57F4B574FBE0}"/>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9018CC0A-C5D3-459A-815E-CDEF979BF339}"/>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2070492271"/>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853156A4-89CC-4A8E-8CA2-1DA3B65AEF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1B7C4D-7CF6-46C7-9D11-375E05D07FC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A823120F-15B6-4CB9-8A4B-10C15EC1E64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531CB9-F5A0-4956-8C26-D0D030AF187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4968AA14-518A-4136-B352-3A147ED4DB19}"/>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542CA5-1441-4B37-82F6-8D7D89BFADE2}"/>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435808CD-4FBB-4FBA-A2B3-713BC627ABF3}"/>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B80DC166-5DE5-464F-B92B-43B4069A3902}"/>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AB8542C9-8661-4E11-B1D0-8A7D5216917B}"/>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87EEB874-087F-4B1D-959B-F90457910152}"/>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A08F37D4-83DE-40A2-9DBA-E8A62D3B0EE1}"/>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8E34CA7F-74F0-4DAF-BE8B-1E0C81DB7744}"/>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A5597F80-AE08-4111-A54C-667258148DCE}"/>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2ABF490B-84E5-49C0-9051-9326FF04B72A}"/>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A688331-3225-4524-875A-DB1907563EC0}"/>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79ED4BE-E511-466A-B4B4-D74434389CFD}"/>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312DE2F6-8086-4F7E-AE8D-A24E6B95D309}"/>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9FA7991-1BAD-4EF4-9A20-CB6799A0FD61}"/>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73C356CC-FC4E-43DE-AA61-4FE79F876550}"/>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42C269A1-5394-463E-867B-F2FF597712A8}"/>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402DF56-FB89-4D02-8FFD-C76E0C0CEF37}"/>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7899D3A0-6B94-4E6B-BF0C-48DDB5EE93B9}"/>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E14F6EDC-EB19-4A4F-8DC7-60865981CD7F}"/>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C97CCE92-9288-44CF-ACC3-70E8FAE841C6}"/>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F4B67EFF-F4D3-4125-BED7-4E427DCF48EF}"/>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246DEACC-3DBA-406A-BF63-E713D722FC57}"/>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532D0AE2-739D-4860-B350-93A3A446B148}"/>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612837D6-8B0C-4AB5-829F-E7DD870E55A0}"/>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47A0C7D5-B296-4A9D-BB87-44CD50CE9F07}"/>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156D64DC-E832-4E99-85EE-52120F4A0289}"/>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1FC60287-ED94-452C-B7EF-6E54DC044132}"/>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1235C671-8922-4C12-8C11-CCE76774E1B6}"/>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1AB7236B-E6C4-407F-A35C-331E4C370027}"/>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241484FB-A261-4481-87A4-86AA728BA5E7}"/>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D0016B9B-AC3E-4310-BFCE-64CAE691F94F}"/>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3FC187EA-1DF2-4684-9215-D5F7BBA9077A}"/>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72E7C2A0-F843-4EB7-AF3B-33877E547F75}"/>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355DA7E0-0E7D-4894-82E3-F3DEDBD4FBF1}"/>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9BDF5DA7-5988-4C52-9A88-D4036E2AB9B0}"/>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9E75BE9B-6E77-40E0-BD03-08E613DC1F4E}"/>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49244521-626C-469A-B24C-30CB0821D84A}"/>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192A35D0-B5AA-41F1-A71F-5A31A3442E8D}"/>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98BB1AAD-9056-48AA-A25F-9A203CAC3898}"/>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1B637956-B376-4A6B-810B-EA657EFDD9C2}"/>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D6BC20A0-4AA5-4DA6-9B4E-08083568A008}"/>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8B72208D-2EC5-4FA3-9FA2-6646E896FFA8}"/>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164359E1-1BCC-4932-AE31-24EB4E8C463D}"/>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04BC0387-6114-41F6-91C8-024A00BBB3B4}"/>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DA346B1A-514A-4E45-AD36-81A40E161CA2}"/>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1CA71CCB-860D-4589-831A-32FC55D98679}"/>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806DD60D-5193-4334-AFE4-A9496F8091CD}"/>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4319988E-39D4-4A9E-86DA-69380C14B17D}"/>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0E900A1E-1503-4D35-BFC9-44E29FDE89AC}"/>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2E08BA03-222B-42A3-AB95-5A1B5F2584ED}"/>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2F57EC4E-1DCF-4090-9B7D-A9E27A1B7CE0}"/>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C12004A4-AAEF-42CB-98BA-96C492EADBD4}"/>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D3B5551A-3899-4C88-A598-ED71F74DFF54}"/>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66D5E474-47C8-4EC2-BAED-90FDD2B0A0D8}"/>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11DE833A-EA45-42DA-8379-BB3020E64486}"/>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1535833394"/>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DCA932DD-F79F-4848-8375-1E4257EDCD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707628-B9D6-4A0F-B8F9-3D16E06CE71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67A9CF07-BEC4-4DD1-9E53-680BBE35F4F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EB344C-573B-4DDB-B9BC-0BD007289CE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67C60503-2045-4A95-8385-283B156B4697}"/>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9879701-2351-4AD8-B814-A712FFBA0915}"/>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C7B25080-17DF-4F9A-8167-2408DB8CE307}"/>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4C6ABBD5-0B97-4585-99B4-5E370BAA7F3B}"/>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FBBA8629-CFAD-4E8A-AA17-01CFA49FC201}"/>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AB989D03-8DFC-4987-B211-6570BDE25FC1}"/>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D38B5859-D7CD-4FA1-AA2D-0DA3131E7B1D}"/>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495F514-33FB-482F-B6C4-788B1BADDFB4}"/>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DC1B4560-3DBC-40D0-86F8-732D85C6E52F}"/>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A023B391-7D13-43D5-9A17-06B04040DCE5}"/>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3C172A2F-263B-4D69-AC23-E2F6F52892EC}"/>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D0AAB6FC-7040-4438-B228-20D9BF6063B3}"/>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6DE8A913-1A7F-4FE9-B8BD-986E588366FE}"/>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EE605DFF-0CDC-4B09-9520-0A4FE0CD7431}"/>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05989365-FFE6-492B-8C8D-522552D27640}"/>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411FAF2F-8ECB-47E1-948D-B524B6FAF517}"/>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75FFFF55-A21C-4183-9B6C-698FE3279607}"/>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16B4A007-6C82-4C11-98C3-666E4AB9323C}"/>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A0CD2F2A-DFC2-413A-9C67-CB09E782061A}"/>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E3CA403D-5224-4BBE-81EF-20D7811FE942}"/>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B95660D6-77C7-4D9B-BF69-811EB703C614}"/>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C651BA60-326C-46A6-8862-40B16C59F159}"/>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919805C6-9C28-4BD9-9724-88EDEAFD9123}"/>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CDD886DE-9FF2-4A27-A6A5-4F203DA43CFE}"/>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31DD316C-09A6-4E91-9838-369E31959343}"/>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32D8E44A-60C3-47DB-BC73-D3BA1ECA2F3E}"/>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B8C513A4-E64E-44F2-9541-C56D65A9C440}"/>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5F9EFA6E-9903-4F42-9427-DDD4E20CCFEF}"/>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A3B4D61F-9D76-451B-A11D-0E861D49BB01}"/>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50725E55-ED21-44D5-A873-47E7C64D287C}"/>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1DB4C1B5-2A44-45AC-9A67-49BCFB6D3AEF}"/>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0571B6A1-2B1B-4E4F-BD11-6552BE014866}"/>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EBD7200B-9381-472B-8D21-AE7496B7BE14}"/>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75E177DB-1FFA-41C4-8DEB-69999B5CD639}"/>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68E14C3E-7943-41A8-B183-3D8553811AFD}"/>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CE88D81C-FEFE-4E52-B2A7-59CD6E7E481C}"/>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E485F94D-9E1C-4227-9FF0-DA7310F5F24B}"/>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934E30CB-4C7B-41A6-9916-8890A94AE721}"/>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EEC10F64-D255-4277-8D69-50E8D0A067F1}"/>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DC3073F1-CFF0-48CD-BE7F-202DBC5FF70A}"/>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2BCDE910-4D8C-43B1-B521-8925BB856539}"/>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59FD6492-1C11-4F24-B488-1358C3AB207B}"/>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3A151D28-46DB-43F4-A05E-79829A5B12B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BEE27CDB-E2C0-4A99-AB1B-2917705CA026}"/>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A67F9F62-D813-425A-B1FE-BD2F32DF7BDE}"/>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205C9974-D717-4BB5-B5C5-2515FEE80CAF}"/>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C217209F-3C01-4B8D-8E4D-0050E6842782}"/>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52ECC8EB-102F-489E-ACA6-0C1205F6DDCA}"/>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8B80AFB8-E64F-4C58-AC84-5D83436EC2DA}"/>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768374EA-E5D9-4880-9714-1FCB9C401252}"/>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D370ACD1-EAFC-4F68-BE72-13FDAEFEF577}"/>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513325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2026-09-15T04:55:42.4650000Z</dcterms:created>
  <dcterms:modified xsi:type="dcterms:W3CDTF">2026-09-15T04:55:42.4650000Z</dcterms:modified>
</coreProperties>
</file>