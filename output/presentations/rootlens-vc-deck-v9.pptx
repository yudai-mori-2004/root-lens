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4d0c1ac181494d" /><Relationship Type="http://schemas.openxmlformats.org/officeDocument/2006/relationships/extended-properties" Target="/docProps/app.xml" Id="R53bbb4b5a09544d9" /><Relationship Type="http://schemas.openxmlformats.org/officeDocument/2006/relationships/officeDocument" Target="/ppt/presentation.xml" Id="R1873d71ee1694ab0" /></Relationships>
</file>

<file path=ppt/presentation.xml><?xml version="1.0" encoding="utf-8"?>
<p:presentation xmlns:p="http://schemas.openxmlformats.org/presentationml/2006/main">
  <p:sldMasterIdLst>
    <p:sldMasterId xmlns:r="http://schemas.openxmlformats.org/officeDocument/2006/relationships" id="2147483648" r:id="R1f67ce6ce2b943d9"/>
  </p:sldMasterIdLst>
  <p:notesMasterIdLst>
    <p:notesMasterId xmlns:r="http://schemas.openxmlformats.org/officeDocument/2006/relationships" r:id="Ref8d32352cf14191"/>
  </p:notesMasterIdLst>
  <p:sldIdLst>
    <p:sldId xmlns:r="http://schemas.openxmlformats.org/officeDocument/2006/relationships" id="256" r:id="R89ddc25166424990"/>
    <p:sldId xmlns:r="http://schemas.openxmlformats.org/officeDocument/2006/relationships" id="257" r:id="Re2bfd99ce0e84940"/>
    <p:sldId xmlns:r="http://schemas.openxmlformats.org/officeDocument/2006/relationships" id="258" r:id="R569c0de733b0403d"/>
    <p:sldId xmlns:r="http://schemas.openxmlformats.org/officeDocument/2006/relationships" id="259" r:id="R466d69814404494b"/>
    <p:sldId xmlns:r="http://schemas.openxmlformats.org/officeDocument/2006/relationships" id="260" r:id="R49041db3e7424522"/>
    <p:sldId xmlns:r="http://schemas.openxmlformats.org/officeDocument/2006/relationships" id="261" r:id="Rbaf7fdf4588d478c"/>
    <p:sldId xmlns:r="http://schemas.openxmlformats.org/officeDocument/2006/relationships" id="262" r:id="R096ac4d40f6249c7"/>
    <p:sldId xmlns:r="http://schemas.openxmlformats.org/officeDocument/2006/relationships" id="263" r:id="R7bf23979b6944850"/>
    <p:sldId xmlns:r="http://schemas.openxmlformats.org/officeDocument/2006/relationships" id="264" r:id="Ra1c4b8e85d2641f7"/>
    <p:sldId xmlns:r="http://schemas.openxmlformats.org/officeDocument/2006/relationships" id="265" r:id="Red89c08faf744975"/>
    <p:sldId xmlns:r="http://schemas.openxmlformats.org/officeDocument/2006/relationships" id="266" r:id="Rb00f47cff37f4c21"/>
    <p:sldId xmlns:r="http://schemas.openxmlformats.org/officeDocument/2006/relationships" id="267" r:id="R3b8fcdc4b91d4f23"/>
    <p:sldId xmlns:r="http://schemas.openxmlformats.org/officeDocument/2006/relationships" id="268" r:id="R4fe02ba3576c4120"/>
    <p:sldId xmlns:r="http://schemas.openxmlformats.org/officeDocument/2006/relationships" id="269" r:id="Rdeda091f7b714bce"/>
    <p:sldId xmlns:r="http://schemas.openxmlformats.org/officeDocument/2006/relationships" id="270" r:id="Rb0dbed730f684b96"/>
    <p:sldId xmlns:r="http://schemas.openxmlformats.org/officeDocument/2006/relationships" id="271" r:id="R2fd11ec771b1499e"/>
    <p:sldId xmlns:r="http://schemas.openxmlformats.org/officeDocument/2006/relationships" id="272" r:id="Re611130b18464910"/>
    <p:sldId xmlns:r="http://schemas.openxmlformats.org/officeDocument/2006/relationships" id="273" r:id="R4383fc8d80974c0d"/>
    <p:sldId xmlns:r="http://schemas.openxmlformats.org/officeDocument/2006/relationships" id="274" r:id="Ra9c74ae12c414206"/>
    <p:sldId xmlns:r="http://schemas.openxmlformats.org/officeDocument/2006/relationships" id="275" r:id="R770334399dc248db"/>
    <p:sldId xmlns:r="http://schemas.openxmlformats.org/officeDocument/2006/relationships" id="276" r:id="R4dd44601bdbd46b8"/>
    <p:sldId xmlns:r="http://schemas.openxmlformats.org/officeDocument/2006/relationships" id="277" r:id="Re9c69dd34c294f70"/>
    <p:sldId xmlns:r="http://schemas.openxmlformats.org/officeDocument/2006/relationships" id="278" r:id="Ref727f486886402b"/>
    <p:sldId xmlns:r="http://schemas.openxmlformats.org/officeDocument/2006/relationships" id="279" r:id="R89c4706c64ad479c"/>
    <p:sldId xmlns:r="http://schemas.openxmlformats.org/officeDocument/2006/relationships" id="280" r:id="Re3e2cd0418304390"/>
    <p:sldId xmlns:r="http://schemas.openxmlformats.org/officeDocument/2006/relationships" id="281" r:id="R64b4e074d33f4c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4f0ddbf7734953" /><Relationship Type="http://schemas.openxmlformats.org/officeDocument/2006/relationships/slideMaster" Target="/ppt/slideMasters/slideMaster1.xml" Id="R1f67ce6ce2b943d9" /><Relationship Type="http://schemas.openxmlformats.org/officeDocument/2006/relationships/notesMaster" Target="/ppt/notesMasters/notesMaster1.xml" Id="Ref8d32352cf14191" /><Relationship Type="http://schemas.openxmlformats.org/officeDocument/2006/relationships/presProps" Target="/ppt/presProps.xml" Id="R64fcbf0b5442482e" /><Relationship Type="http://schemas.openxmlformats.org/officeDocument/2006/relationships/tableStyles" Target="/ppt/tableStyles.xml" Id="Rf25714eaf95f4b6e" /><Relationship Type="http://schemas.openxmlformats.org/officeDocument/2006/relationships/slide" Target="/ppt/slides/slide1.xml" Id="R89ddc25166424990" /><Relationship Type="http://schemas.openxmlformats.org/officeDocument/2006/relationships/slide" Target="/ppt/slides/slide2.xml" Id="Re2bfd99ce0e84940" /><Relationship Type="http://schemas.openxmlformats.org/officeDocument/2006/relationships/slide" Target="/ppt/slides/slide3.xml" Id="R569c0de733b0403d" /><Relationship Type="http://schemas.openxmlformats.org/officeDocument/2006/relationships/slide" Target="/ppt/slides/slide4.xml" Id="R466d69814404494b" /><Relationship Type="http://schemas.openxmlformats.org/officeDocument/2006/relationships/slide" Target="/ppt/slides/slide5.xml" Id="R49041db3e7424522" /><Relationship Type="http://schemas.openxmlformats.org/officeDocument/2006/relationships/slide" Target="/ppt/slides/slide6.xml" Id="Rbaf7fdf4588d478c" /><Relationship Type="http://schemas.openxmlformats.org/officeDocument/2006/relationships/slide" Target="/ppt/slides/slide7.xml" Id="R096ac4d40f6249c7" /><Relationship Type="http://schemas.openxmlformats.org/officeDocument/2006/relationships/slide" Target="/ppt/slides/slide8.xml" Id="R7bf23979b6944850" /><Relationship Type="http://schemas.openxmlformats.org/officeDocument/2006/relationships/slide" Target="/ppt/slides/slide9.xml" Id="Ra1c4b8e85d2641f7" /><Relationship Type="http://schemas.openxmlformats.org/officeDocument/2006/relationships/slide" Target="/ppt/slides/slide10.xml" Id="Red89c08faf744975" /><Relationship Type="http://schemas.openxmlformats.org/officeDocument/2006/relationships/slide" Target="/ppt/slides/slide11.xml" Id="Rb00f47cff37f4c21" /><Relationship Type="http://schemas.openxmlformats.org/officeDocument/2006/relationships/slide" Target="/ppt/slides/slide12.xml" Id="R3b8fcdc4b91d4f23" /><Relationship Type="http://schemas.openxmlformats.org/officeDocument/2006/relationships/slide" Target="/ppt/slides/slide13.xml" Id="R4fe02ba3576c4120" /><Relationship Type="http://schemas.openxmlformats.org/officeDocument/2006/relationships/slide" Target="/ppt/slides/slide14.xml" Id="Rdeda091f7b714bce" /><Relationship Type="http://schemas.openxmlformats.org/officeDocument/2006/relationships/slide" Target="/ppt/slides/slide15.xml" Id="Rb0dbed730f684b96" /><Relationship Type="http://schemas.openxmlformats.org/officeDocument/2006/relationships/slide" Target="/ppt/slides/slide16.xml" Id="R2fd11ec771b1499e" /><Relationship Type="http://schemas.openxmlformats.org/officeDocument/2006/relationships/slide" Target="/ppt/slides/slide17.xml" Id="Re611130b18464910" /><Relationship Type="http://schemas.openxmlformats.org/officeDocument/2006/relationships/slide" Target="/ppt/slides/slide18.xml" Id="R4383fc8d80974c0d" /><Relationship Type="http://schemas.openxmlformats.org/officeDocument/2006/relationships/slide" Target="/ppt/slides/slide19.xml" Id="Ra9c74ae12c414206" /><Relationship Type="http://schemas.openxmlformats.org/officeDocument/2006/relationships/slide" Target="/ppt/slides/slide20.xml" Id="R770334399dc248db" /><Relationship Type="http://schemas.openxmlformats.org/officeDocument/2006/relationships/slide" Target="/ppt/slides/slide21.xml" Id="R4dd44601bdbd46b8" /><Relationship Type="http://schemas.openxmlformats.org/officeDocument/2006/relationships/slide" Target="/ppt/slides/slide22.xml" Id="Re9c69dd34c294f70" /><Relationship Type="http://schemas.openxmlformats.org/officeDocument/2006/relationships/slide" Target="/ppt/slides/slide23.xml" Id="Ref727f486886402b" /><Relationship Type="http://schemas.openxmlformats.org/officeDocument/2006/relationships/slide" Target="/ppt/slides/slide24.xml" Id="R89c4706c64ad479c" /><Relationship Type="http://schemas.openxmlformats.org/officeDocument/2006/relationships/slide" Target="/ppt/slides/slide25.xml" Id="Re3e2cd0418304390" /><Relationship Type="http://schemas.openxmlformats.org/officeDocument/2006/relationships/slide" Target="/ppt/slides/slide26.xml" Id="R64b4e074d33f4c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b11b1b88414a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c8ac3097e7417c" /><Relationship Type="http://schemas.openxmlformats.org/officeDocument/2006/relationships/notesMaster" Target="/ppt/notesMasters/notesMaster1.xml" Id="R7f30eed7791a47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273378fdc04f25" /><Relationship Type="http://schemas.openxmlformats.org/officeDocument/2006/relationships/notesMaster" Target="/ppt/notesMasters/notesMaster1.xml" Id="R8e68f64407dc4d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f2a1ce3ede4b4a" /><Relationship Type="http://schemas.openxmlformats.org/officeDocument/2006/relationships/notesMaster" Target="/ppt/notesMasters/notesMaster1.xml" Id="R2c8f6a6a9e8e4e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8f2164b5f04925" /><Relationship Type="http://schemas.openxmlformats.org/officeDocument/2006/relationships/notesMaster" Target="/ppt/notesMasters/notesMaster1.xml" Id="R07a6311a570c44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4eb94aed97448f" /><Relationship Type="http://schemas.openxmlformats.org/officeDocument/2006/relationships/notesMaster" Target="/ppt/notesMasters/notesMaster1.xml" Id="Refe1fdc5e3b448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0a39a43e184c01" /><Relationship Type="http://schemas.openxmlformats.org/officeDocument/2006/relationships/notesMaster" Target="/ppt/notesMasters/notesMaster1.xml" Id="R99af216901944f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d14cc6ba6244ef" /><Relationship Type="http://schemas.openxmlformats.org/officeDocument/2006/relationships/notesMaster" Target="/ppt/notesMasters/notesMaster1.xml" Id="R51e70b2720be4f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2b07d53e864434" /><Relationship Type="http://schemas.openxmlformats.org/officeDocument/2006/relationships/notesMaster" Target="/ppt/notesMasters/notesMaster1.xml" Id="R4b4dec6e713f41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6a89e965124445" /><Relationship Type="http://schemas.openxmlformats.org/officeDocument/2006/relationships/notesMaster" Target="/ppt/notesMasters/notesMaster1.xml" Id="R5ba9e60039774a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d673c2cad24bf1" /><Relationship Type="http://schemas.openxmlformats.org/officeDocument/2006/relationships/notesMaster" Target="/ppt/notesMasters/notesMaster1.xml" Id="R00ef0743707d4f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08de6dc49d4941" /><Relationship Type="http://schemas.openxmlformats.org/officeDocument/2006/relationships/notesMaster" Target="/ppt/notesMasters/notesMaster1.xml" Id="R521c3bdf8f214e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e82442f1b84e3f" /><Relationship Type="http://schemas.openxmlformats.org/officeDocument/2006/relationships/notesMaster" Target="/ppt/notesMasters/notesMaster1.xml" Id="R7c91ad1774264f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44f458a95945cc" /><Relationship Type="http://schemas.openxmlformats.org/officeDocument/2006/relationships/notesMaster" Target="/ppt/notesMasters/notesMaster1.xml" Id="Rbacdbb9faf5d40e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37464d0d0f48bc" /><Relationship Type="http://schemas.openxmlformats.org/officeDocument/2006/relationships/notesMaster" Target="/ppt/notesMasters/notesMaster1.xml" Id="R5440706ee58f47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b5ec7ae323430f" /><Relationship Type="http://schemas.openxmlformats.org/officeDocument/2006/relationships/notesMaster" Target="/ppt/notesMasters/notesMaster1.xml" Id="Rff4fcbf236f5416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6fe0f905134d03" /><Relationship Type="http://schemas.openxmlformats.org/officeDocument/2006/relationships/notesMaster" Target="/ppt/notesMasters/notesMaster1.xml" Id="R1533c200ef79492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b499bec67b74749" /><Relationship Type="http://schemas.openxmlformats.org/officeDocument/2006/relationships/notesMaster" Target="/ppt/notesMasters/notesMaster1.xml" Id="Rb91a44b20e544b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23b7674007421b" /><Relationship Type="http://schemas.openxmlformats.org/officeDocument/2006/relationships/notesMaster" Target="/ppt/notesMasters/notesMaster1.xml" Id="R3d24f8c9c5a649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720c385f974652" /><Relationship Type="http://schemas.openxmlformats.org/officeDocument/2006/relationships/notesMaster" Target="/ppt/notesMasters/notesMaster1.xml" Id="Rc501c8bc8c58447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5a7475eebd44ca" /><Relationship Type="http://schemas.openxmlformats.org/officeDocument/2006/relationships/notesMaster" Target="/ppt/notesMasters/notesMaster1.xml" Id="R15b71e64514449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6fb6be46b1e4879" /><Relationship Type="http://schemas.openxmlformats.org/officeDocument/2006/relationships/notesMaster" Target="/ppt/notesMasters/notesMaster1.xml" Id="R8286abf555c9467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582fc23bfe4e02" /><Relationship Type="http://schemas.openxmlformats.org/officeDocument/2006/relationships/notesMaster" Target="/ppt/notesMasters/notesMaster1.xml" Id="Rdfe717ae7dd04f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77e6dd754e6468a" /><Relationship Type="http://schemas.openxmlformats.org/officeDocument/2006/relationships/notesMaster" Target="/ppt/notesMasters/notesMaster1.xml" Id="R31da902ac8b04e7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56058281c8b464e" /><Relationship Type="http://schemas.openxmlformats.org/officeDocument/2006/relationships/notesMaster" Target="/ppt/notesMasters/notesMaster1.xml" Id="R9fb68c00a7b3470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962f3368424a44" /><Relationship Type="http://schemas.openxmlformats.org/officeDocument/2006/relationships/notesMaster" Target="/ppt/notesMasters/notesMaster1.xml" Id="Ra99a782a2a8e4e4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a3e0d8404a49c8" /><Relationship Type="http://schemas.openxmlformats.org/officeDocument/2006/relationships/notesMaster" Target="/ppt/notesMasters/notesMaster1.xml" Id="Rfe626a58dd704d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ストレージを含む運用フローを擦り合わせています。データ加工レイヤーを経由することで、プライバシー処理の責任を分散し、高度なアノテーション付きデータを求める販売先へ接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2ac7affcdd45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68ea57f47644cc" /><Relationship Type="http://schemas.openxmlformats.org/officeDocument/2006/relationships/slideLayout" Target="/ppt/slideLayouts/slideLayout1.xml" Id="Rb7818756486b43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818756486b43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4e774f8e554db9" /><Relationship Type="http://schemas.openxmlformats.org/officeDocument/2006/relationships/notesSlide" Target="/ppt/notesSlides/notesSlide1.xml" Id="Rebc3ffd7a74b46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51de159ebc41f6" /><Relationship Type="http://schemas.openxmlformats.org/officeDocument/2006/relationships/notesSlide" Target="/ppt/notesSlides/notesSlide2.xml" Id="R96dbcec5c33a40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3c536e0ef84d67" /><Relationship Type="http://schemas.openxmlformats.org/officeDocument/2006/relationships/notesSlide" Target="/ppt/notesSlides/notesSlide3.xml" Id="R42b756de734240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15d1bc0b99488b" /><Relationship Type="http://schemas.openxmlformats.org/officeDocument/2006/relationships/notesSlide" Target="/ppt/notesSlides/notesSlide4.xml" Id="R9864cf399d004f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70af71521e4296" /><Relationship Type="http://schemas.openxmlformats.org/officeDocument/2006/relationships/notesSlide" Target="/ppt/notesSlides/notesSlide5.xml" Id="Rcc48f093b60341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0e51230a37499a" /><Relationship Type="http://schemas.openxmlformats.org/officeDocument/2006/relationships/notesSlide" Target="/ppt/notesSlides/notesSlide6.xml" Id="Raaca78e0810e4c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612d7815db54c62" /><Relationship Type="http://schemas.openxmlformats.org/officeDocument/2006/relationships/notesSlide" Target="/ppt/notesSlides/notesSlide7.xml" Id="Reb2b7280969b41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e46f7065f4491c" /><Relationship Type="http://schemas.openxmlformats.org/officeDocument/2006/relationships/notesSlide" Target="/ppt/notesSlides/notesSlide8.xml" Id="R556330e8dea54b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6a6019309fa4a0d" /><Relationship Type="http://schemas.openxmlformats.org/officeDocument/2006/relationships/notesSlide" Target="/ppt/notesSlides/notesSlide9.xml" Id="Rfa234746a79049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3097e3d9b443b6" /><Relationship Type="http://schemas.openxmlformats.org/officeDocument/2006/relationships/notesSlide" Target="/ppt/notesSlides/notesSlide10.xml" Id="R549caf3d60394f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a379a8dde041c7" /><Relationship Type="http://schemas.openxmlformats.org/officeDocument/2006/relationships/notesSlide" Target="/ppt/notesSlides/notesSlide11.xml" Id="R2264a485884c4c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792b6c79c1a4eed" /><Relationship Type="http://schemas.openxmlformats.org/officeDocument/2006/relationships/notesSlide" Target="/ppt/notesSlides/notesSlide12.xml" Id="R06c27684b6de41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fb3a13953794176" /><Relationship Type="http://schemas.openxmlformats.org/officeDocument/2006/relationships/notesSlide" Target="/ppt/notesSlides/notesSlide13.xml" Id="Rc9c2f99d96af43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4f3930aca848dc" /><Relationship Type="http://schemas.openxmlformats.org/officeDocument/2006/relationships/notesSlide" Target="/ppt/notesSlides/notesSlide14.xml" Id="Rec70ce07374b4c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5ccb74b14d45de" /><Relationship Type="http://schemas.openxmlformats.org/officeDocument/2006/relationships/notesSlide" Target="/ppt/notesSlides/notesSlide15.xml" Id="Re007a22c0f5b41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ad128e6710a4617" /><Relationship Type="http://schemas.openxmlformats.org/officeDocument/2006/relationships/notesSlide" Target="/ppt/notesSlides/notesSlide16.xml" Id="R4ec1f38b25974b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1b72fd332e143b4" /><Relationship Type="http://schemas.openxmlformats.org/officeDocument/2006/relationships/image" Target="/ppt/media/image.jpeg" Id="Rd21279669d2d4f69" /><Relationship Type="http://schemas.openxmlformats.org/officeDocument/2006/relationships/image" Target="/ppt/media/image2.jpeg" Id="R235055b36f954029" /><Relationship Type="http://schemas.openxmlformats.org/officeDocument/2006/relationships/image" Target="/ppt/media/image3.jpeg" Id="Radf5763f74624482" /><Relationship Type="http://schemas.openxmlformats.org/officeDocument/2006/relationships/notesSlide" Target="/ppt/notesSlides/notesSlide17.xml" Id="R42f3310b334940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33ef0a6752f4d19" /><Relationship Type="http://schemas.openxmlformats.org/officeDocument/2006/relationships/notesSlide" Target="/ppt/notesSlides/notesSlide18.xml" Id="Re7e4097e7c7e48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dadc98f4b4540aa" /><Relationship Type="http://schemas.openxmlformats.org/officeDocument/2006/relationships/notesSlide" Target="/ppt/notesSlides/notesSlide19.xml" Id="R7872ee15a384478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e4b67d7237b4276" /><Relationship Type="http://schemas.openxmlformats.org/officeDocument/2006/relationships/notesSlide" Target="/ppt/notesSlides/notesSlide20.xml" Id="Re3ca9c7d61a44b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f0871f8ca774fcf" /><Relationship Type="http://schemas.openxmlformats.org/officeDocument/2006/relationships/notesSlide" Target="/ppt/notesSlides/notesSlide21.xml" Id="Rba47af6b59bb46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ef5207b7f4a48d4" /><Relationship Type="http://schemas.openxmlformats.org/officeDocument/2006/relationships/notesSlide" Target="/ppt/notesSlides/notesSlide22.xml" Id="R2f545bb8467c4dc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d6ae2339f114613" /><Relationship Type="http://schemas.openxmlformats.org/officeDocument/2006/relationships/notesSlide" Target="/ppt/notesSlides/notesSlide23.xml" Id="R171028333a0c44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2de381488324112" /><Relationship Type="http://schemas.openxmlformats.org/officeDocument/2006/relationships/notesSlide" Target="/ppt/notesSlides/notesSlide24.xml" Id="R711265484f31468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c6a46094b3a407b" /><Relationship Type="http://schemas.openxmlformats.org/officeDocument/2006/relationships/notesSlide" Target="/ppt/notesSlides/notesSlide25.xml" Id="R8982ba32bc204f0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937a689c808420a" /><Relationship Type="http://schemas.openxmlformats.org/officeDocument/2006/relationships/notesSlide" Target="/ppt/notesSlides/notesSlide26.xml" Id="Rc293f5793f144692"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F5C860-C739-4718-B3D0-3D0D9BAB82C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8EA907-9A32-499E-ABE3-AFDB8BE91CBF}"/>
              </a:ext>
            </a:extLst>
          </p:cNvPr>
          <p:cNvSpPr>
            <a:spLocks xmlns:a="http://schemas.openxmlformats.org/drawingml/2006/main" noGrp="1"/>
          </p:cNvSpPr>
          <p:nvPr/>
        </p:nvSpPr>
        <p:spPr>
          <a:xfrm xmlns:a="http://schemas.openxmlformats.org/drawingml/2006/main">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ACA3787A-55F2-4B82-BEC9-ED87BE72BC4B}"/>
              </a:ext>
            </a:extLst>
          </p:cNvPr>
          <p:cNvSpPr>
            <a:spLocks xmlns:a="http://schemas.openxmlformats.org/drawingml/2006/main" noGrp="1"/>
          </p:cNvSpPr>
          <p:nvPr/>
        </p:nvSpPr>
        <p:spPr>
          <a:xfrm xmlns:a="http://schemas.openxmlformats.org/drawingml/2006/main">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547A8B89-9C49-486C-AB73-21763624958B}"/>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A271B23-250D-414D-8DC0-D75E3F08AB63}"/>
              </a:ext>
            </a:extLst>
          </p:cNvPr>
          <p:cNvSpPr>
            <a:spLocks xmlns:a="http://schemas.openxmlformats.org/drawingml/2006/main" noGrp="1"/>
          </p:cNvSpPr>
          <p:nvPr/>
        </p:nvSpPr>
        <p:spPr>
          <a:xfrm xmlns:a="http://schemas.openxmlformats.org/drawingml/2006/main">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E17E226B-245F-47AD-B77D-E60063183CE1}"/>
              </a:ext>
            </a:extLst>
          </p:cNvPr>
          <p:cNvSpPr>
            <a:spLocks xmlns:a="http://schemas.openxmlformats.org/drawingml/2006/main" noGrp="1"/>
          </p:cNvSpPr>
          <p:nvPr/>
        </p:nvSpPr>
        <p:spPr>
          <a:xfrm xmlns:a="http://schemas.openxmlformats.org/drawingml/2006/main">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1747617677"/>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4F7AABA-4046-45B1-9690-51398CA6DF5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D5D453-ACCC-4173-9F93-B76D255DA46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100EFC99-B1A6-4087-8C52-4B66EFD06BE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57AF6E-C6FE-43BF-9E12-EA1C17CB82A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E8F94573-3EE7-431F-B730-4652FEBA9671}"/>
              </a:ext>
            </a:extLst>
          </p:cNvPr>
          <p:cNvSpPr>
            <a:spLocks xmlns:a="http://schemas.openxmlformats.org/drawingml/2006/main" noGrp="1"/>
          </p:cNvSpPr>
          <p:nvPr/>
        </p:nvSpPr>
        <p:spPr>
          <a:xfrm xmlns:a="http://schemas.openxmlformats.org/drawingml/2006/main">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　　縦幅：担うレイヤーの範囲</a:t>
            </a:r>
          </a:p>
        </p:txBody>
      </p:sp>
      <p:sp>
        <p:nvSpPr>
          <p:cNvPr id="6" name="">
            <a:extLst xmlns:a="http://schemas.openxmlformats.org/drawingml/2006/main">
              <a:ext uri="{FF2B5EF4-FFF2-40B4-BE49-F238E27FC236}">
                <a16:creationId xmlns:a16="http://schemas.microsoft.com/office/drawing/2014/main" id="{4D89E6D9-5F32-4318-9EAD-72E5492F12E0}"/>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68BBAE-46A7-44F0-88DF-1432441113B4}"/>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8A161A-A30E-4F55-8B92-367378B5D7E1}"/>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9692A9A-1781-49D7-B1EB-80811994BF31}"/>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1B0BDB94-061A-4CD6-A5BA-36287D01522A}"/>
              </a:ext>
            </a:extLst>
          </p:cNvPr>
          <p:cNvSpPr>
            <a:spLocks xmlns:a="http://schemas.openxmlformats.org/drawingml/2006/main" noGrp="1"/>
          </p:cNvSpPr>
          <p:nvPr/>
        </p:nvSpPr>
        <p:spPr>
          <a:xfrm xmlns:a="http://schemas.openxmlformats.org/drawingml/2006/main">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FB497A68-F415-4342-965D-ADCAE93EE059}"/>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1025B37A-0728-4EA8-AE18-CB0DD2F79D3D}"/>
              </a:ext>
            </a:extLst>
          </p:cNvPr>
          <p:cNvSpPr>
            <a:spLocks xmlns:a="http://schemas.openxmlformats.org/drawingml/2006/main" noGrp="1"/>
          </p:cNvSpPr>
          <p:nvPr/>
        </p:nvSpPr>
        <p:spPr>
          <a:xfrm xmlns:a="http://schemas.openxmlformats.org/drawingml/2006/main">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8591C7EA-B339-4215-8366-CA7153D3C89D}"/>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0FCA4498-0E0A-430B-AA06-CC72C9B35DD8}"/>
              </a:ext>
            </a:extLst>
          </p:cNvPr>
          <p:cNvSpPr>
            <a:spLocks xmlns:a="http://schemas.openxmlformats.org/drawingml/2006/main" noGrp="1"/>
          </p:cNvSpPr>
          <p:nvPr/>
        </p:nvSpPr>
        <p:spPr>
          <a:xfrm xmlns:a="http://schemas.openxmlformats.org/drawingml/2006/main">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9CF1C5C8-8E99-4C43-B336-FCC919C9227C}"/>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94740D6F-2FA3-4E2A-B01E-AD91866208B5}"/>
              </a:ext>
            </a:extLst>
          </p:cNvPr>
          <p:cNvSpPr>
            <a:spLocks xmlns:a="http://schemas.openxmlformats.org/drawingml/2006/main" noGrp="1"/>
          </p:cNvSpPr>
          <p:nvPr/>
        </p:nvSpPr>
        <p:spPr>
          <a:xfrm xmlns:a="http://schemas.openxmlformats.org/drawingml/2006/main">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6BC02EBD-AFA6-40A8-8B68-C67AD20698AD}"/>
              </a:ext>
            </a:extLst>
          </p:cNvPr>
          <p:cNvSpPr>
            <a:spLocks xmlns:a="http://schemas.openxmlformats.org/drawingml/2006/main" noGrp="1"/>
          </p:cNvSpPr>
          <p:nvPr/>
        </p:nvSpPr>
        <p:spPr>
          <a:xfrm xmlns:a="http://schemas.openxmlformats.org/drawingml/2006/main">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5239DF68-2E0C-449F-8F20-0B87E346EB88}"/>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0832788-1A81-430B-BDB7-5241F4E06C43}"/>
              </a:ext>
            </a:extLst>
          </p:cNvPr>
          <p:cNvSpPr>
            <a:spLocks xmlns:a="http://schemas.openxmlformats.org/drawingml/2006/main" noGrp="1"/>
          </p:cNvSpPr>
          <p:nvPr/>
        </p:nvSpPr>
        <p:spPr>
          <a:xfrm xmlns:a="http://schemas.openxmlformats.org/drawingml/2006/main">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0" name="">
            <a:extLst xmlns:a="http://schemas.openxmlformats.org/drawingml/2006/main">
              <a:ext uri="{FF2B5EF4-FFF2-40B4-BE49-F238E27FC236}">
                <a16:creationId xmlns:a16="http://schemas.microsoft.com/office/drawing/2014/main" id="{38551FC4-B912-4F30-BED6-88984E92AAB0}"/>
              </a:ext>
            </a:extLst>
          </p:cNvPr>
          <p:cNvSpPr>
            <a:spLocks xmlns:a="http://schemas.openxmlformats.org/drawingml/2006/main" noGrp="1"/>
          </p:cNvSpPr>
          <p:nvPr/>
        </p:nvSpPr>
        <p:spPr>
          <a:xfrm xmlns:a="http://schemas.openxmlformats.org/drawingml/2006/main">
            <a:off x="2990850" y="2990850"/>
            <a:ext cx="2047875"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8AD6A62F-3EB4-488A-8F4D-11EEC2390247}"/>
              </a:ext>
            </a:extLst>
          </p:cNvPr>
          <p:cNvSpPr>
            <a:spLocks xmlns:a="http://schemas.openxmlformats.org/drawingml/2006/main" noGrp="1"/>
          </p:cNvSpPr>
          <p:nvPr/>
        </p:nvSpPr>
        <p:spPr>
          <a:xfrm xmlns:a="http://schemas.openxmlformats.org/drawingml/2006/main">
            <a:off x="3162300" y="31432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22" name="">
            <a:extLst xmlns:a="http://schemas.openxmlformats.org/drawingml/2006/main">
              <a:ext uri="{FF2B5EF4-FFF2-40B4-BE49-F238E27FC236}">
                <a16:creationId xmlns:a16="http://schemas.microsoft.com/office/drawing/2014/main" id="{341798E6-5670-4884-B58D-691A1B10670A}"/>
              </a:ext>
            </a:extLst>
          </p:cNvPr>
          <p:cNvSpPr>
            <a:spLocks xmlns:a="http://schemas.openxmlformats.org/drawingml/2006/main" noGrp="1"/>
          </p:cNvSpPr>
          <p:nvPr/>
        </p:nvSpPr>
        <p:spPr>
          <a:xfrm xmlns:a="http://schemas.openxmlformats.org/drawingml/2006/main">
            <a:off x="3162300" y="3581400"/>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23" name="">
            <a:extLst xmlns:a="http://schemas.openxmlformats.org/drawingml/2006/main">
              <a:ext uri="{FF2B5EF4-FFF2-40B4-BE49-F238E27FC236}">
                <a16:creationId xmlns:a16="http://schemas.microsoft.com/office/drawing/2014/main" id="{06811C2A-4141-411F-93B8-0B7C47FEE286}"/>
              </a:ext>
            </a:extLst>
          </p:cNvPr>
          <p:cNvSpPr>
            <a:spLocks xmlns:a="http://schemas.openxmlformats.org/drawingml/2006/main" noGrp="1"/>
          </p:cNvSpPr>
          <p:nvPr/>
        </p:nvSpPr>
        <p:spPr>
          <a:xfrm xmlns:a="http://schemas.openxmlformats.org/drawingml/2006/main">
            <a:off x="3067050" y="4514850"/>
            <a:ext cx="18954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58646A"/>
                </a:solidFill>
                <a:latin typeface="Hiragino Sans"/>
                <a:ea typeface="Hiragino Sans"/>
                <a:cs typeface="Hiragino Sans"/>
              </a:defRPr>
            </a:pPr>
            <a:r>
              <a:rPr sz="900" b="1">
                <a:solidFill>
                  <a:srgbClr val="58646A"/>
                </a:solidFill>
                <a:latin typeface="Hiragino Sans"/>
                <a:ea typeface="Hiragino Sans"/>
                <a:cs typeface="Hiragino Sans"/>
              </a:rPr>
              <a:t>1X / Sunday Robotics</a:t>
            </a:r>
          </a:p>
        </p:txBody>
      </p:sp>
      <p:sp>
        <p:nvSpPr>
          <p:cNvPr id="24" name="">
            <a:extLst xmlns:a="http://schemas.openxmlformats.org/drawingml/2006/main">
              <a:ext uri="{FF2B5EF4-FFF2-40B4-BE49-F238E27FC236}">
                <a16:creationId xmlns:a16="http://schemas.microsoft.com/office/drawing/2014/main" id="{BDB6C83D-9E7A-4F4F-B0E8-FB930171DFCB}"/>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5232546E-CD6A-424B-9DA6-0D9B842FB61F}"/>
              </a:ext>
            </a:extLst>
          </p:cNvPr>
          <p:cNvSpPr>
            <a:spLocks xmlns:a="http://schemas.openxmlformats.org/drawingml/2006/main" noGrp="1"/>
          </p:cNvSpPr>
          <p:nvPr/>
        </p:nvSpPr>
        <p:spPr>
          <a:xfrm xmlns:a="http://schemas.openxmlformats.org/drawingml/2006/main">
            <a:off x="3162300" y="2447925"/>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水平統合型　　一つのレイヤーで、多数の現場を占める</a:t>
            </a:r>
          </a:p>
        </p:txBody>
      </p:sp>
    </p:spTree>
    <p:extLst>
      <p:ext uri="{BB962C8B-B14F-4D97-AF65-F5344CB8AC3E}">
        <p14:creationId xmlns:p14="http://schemas.microsoft.com/office/powerpoint/2010/main" val="95027135"/>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AF758E5-66BB-45E1-9115-EF2800EE57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098082-111E-4EE6-8D7F-DA0F3A2D08EA}"/>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FDD46ACC-FEF0-47C0-884E-50456778168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3457CED-BEE4-470A-88BE-48E4F8213B27}"/>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0B0E9B65-CAF4-4971-A2DD-4DDFE7115726}"/>
              </a:ext>
            </a:extLst>
          </p:cNvPr>
          <p:cNvSpPr>
            <a:spLocks xmlns:a="http://schemas.openxmlformats.org/drawingml/2006/main" noGrp="1"/>
          </p:cNvSpPr>
          <p:nvPr/>
        </p:nvSpPr>
        <p:spPr>
          <a:xfrm xmlns:a="http://schemas.openxmlformats.org/drawingml/2006/main">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4A8861C1-AA99-4228-8D2F-18F7787CBE29}"/>
              </a:ext>
            </a:extLst>
          </p:cNvPr>
          <p:cNvSpPr>
            <a:spLocks xmlns:a="http://schemas.openxmlformats.org/drawingml/2006/main" noGrp="1"/>
          </p:cNvSpPr>
          <p:nvPr/>
        </p:nvSpPr>
        <p:spPr>
          <a:xfrm xmlns:a="http://schemas.openxmlformats.org/drawingml/2006/main">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43267A74-5150-40FF-AD5C-4AA190111CFF}"/>
              </a:ext>
            </a:extLst>
          </p:cNvPr>
          <p:cNvSpPr>
            <a:spLocks xmlns:a="http://schemas.openxmlformats.org/drawingml/2006/main" noGrp="1"/>
          </p:cNvSpPr>
          <p:nvPr/>
        </p:nvSpPr>
        <p:spPr>
          <a:xfrm xmlns:a="http://schemas.openxmlformats.org/drawingml/2006/main">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0CF44A8F-D3DE-4FF2-8270-D1CA1191C728}"/>
              </a:ext>
            </a:extLst>
          </p:cNvPr>
          <p:cNvSpPr>
            <a:spLocks xmlns:a="http://schemas.openxmlformats.org/drawingml/2006/main" noGrp="1"/>
          </p:cNvSpPr>
          <p:nvPr/>
        </p:nvSpPr>
        <p:spPr>
          <a:xfrm xmlns:a="http://schemas.openxmlformats.org/drawingml/2006/main">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9EC506C0-B342-43CF-A570-B13A2B271CE6}"/>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A85360D-19A2-475D-B445-71DA90DDB7BA}"/>
              </a:ext>
            </a:extLst>
          </p:cNvPr>
          <p:cNvSpPr>
            <a:spLocks xmlns:a="http://schemas.openxmlformats.org/drawingml/2006/main" noGrp="1"/>
          </p:cNvSpPr>
          <p:nvPr/>
        </p:nvSpPr>
        <p:spPr>
          <a:xfrm xmlns:a="http://schemas.openxmlformats.org/drawingml/2006/main">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CB88E421-04D5-4BFB-9D89-BCFF3CD432B3}"/>
              </a:ext>
            </a:extLst>
          </p:cNvPr>
          <p:cNvSpPr>
            <a:spLocks xmlns:a="http://schemas.openxmlformats.org/drawingml/2006/main" noGrp="1"/>
          </p:cNvSpPr>
          <p:nvPr/>
        </p:nvSpPr>
        <p:spPr>
          <a:xfrm xmlns:a="http://schemas.openxmlformats.org/drawingml/2006/main">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3325971A-86F3-4AEC-B4D0-9D94681E7675}"/>
              </a:ext>
            </a:extLst>
          </p:cNvPr>
          <p:cNvSpPr>
            <a:spLocks xmlns:a="http://schemas.openxmlformats.org/drawingml/2006/main" noGrp="1"/>
          </p:cNvSpPr>
          <p:nvPr/>
        </p:nvSpPr>
        <p:spPr>
          <a:xfrm xmlns:a="http://schemas.openxmlformats.org/drawingml/2006/main">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127943892"/>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9158B77-29EB-4FAD-941A-52851E89552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46E079A-836F-4949-BD2A-5BD2F0319CC9}"/>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65AF7EC4-1D2F-467A-8663-1F15E12463C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A54E754-71D4-4202-98FA-112073F0476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DC47F8F4-24C4-47C1-925C-D8F6C1B23D01}"/>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C5730FC6-3074-4C76-95E5-613C68B61FC4}"/>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BFDC4BD8-9A11-471F-B361-34B96F9F2B6A}"/>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5D89FD5-359E-4873-B6D4-A7CE81EC632D}"/>
              </a:ext>
            </a:extLst>
          </p:cNvPr>
          <p:cNvSpPr>
            <a:spLocks xmlns:a="http://schemas.openxmlformats.org/drawingml/2006/main" noGrp="1"/>
          </p:cNvSpPr>
          <p:nvPr/>
        </p:nvSpPr>
        <p:spPr>
          <a:xfrm xmlns:a="http://schemas.openxmlformats.org/drawingml/2006/main">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DA0DF9C5-0CDC-49D6-94A0-7ADB07D60BE4}"/>
              </a:ext>
            </a:extLst>
          </p:cNvPr>
          <p:cNvSpPr>
            <a:spLocks xmlns:a="http://schemas.openxmlformats.org/drawingml/2006/main" noGrp="1"/>
          </p:cNvSpPr>
          <p:nvPr/>
        </p:nvSpPr>
        <p:spPr>
          <a:xfrm xmlns:a="http://schemas.openxmlformats.org/drawingml/2006/main">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28B357D9-9305-43EF-BCE3-6C291B08D12D}"/>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18C6A24-F65A-43A5-9E2F-AC215D0BC25E}"/>
              </a:ext>
            </a:extLst>
          </p:cNvPr>
          <p:cNvSpPr>
            <a:spLocks xmlns:a="http://schemas.openxmlformats.org/drawingml/2006/main" noGrp="1"/>
          </p:cNvSpPr>
          <p:nvPr/>
        </p:nvSpPr>
        <p:spPr>
          <a:xfrm xmlns:a="http://schemas.openxmlformats.org/drawingml/2006/main">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5324B5ED-F901-46C4-9204-DC268DB58382}"/>
              </a:ext>
            </a:extLst>
          </p:cNvPr>
          <p:cNvSpPr>
            <a:spLocks xmlns:a="http://schemas.openxmlformats.org/drawingml/2006/main" noGrp="1"/>
          </p:cNvSpPr>
          <p:nvPr/>
        </p:nvSpPr>
        <p:spPr>
          <a:xfrm xmlns:a="http://schemas.openxmlformats.org/drawingml/2006/main">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792C31C6-AF9C-47C4-A5FB-753A3DF28CBA}"/>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D86BF85-AB4B-4D17-8207-E00A8423127F}"/>
              </a:ext>
            </a:extLst>
          </p:cNvPr>
          <p:cNvSpPr>
            <a:spLocks xmlns:a="http://schemas.openxmlformats.org/drawingml/2006/main" noGrp="1"/>
          </p:cNvSpPr>
          <p:nvPr/>
        </p:nvSpPr>
        <p:spPr>
          <a:xfrm xmlns:a="http://schemas.openxmlformats.org/drawingml/2006/main">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8DEC73BE-A327-4560-A897-9A205FECBD27}"/>
              </a:ext>
            </a:extLst>
          </p:cNvPr>
          <p:cNvSpPr>
            <a:spLocks xmlns:a="http://schemas.openxmlformats.org/drawingml/2006/main" noGrp="1"/>
          </p:cNvSpPr>
          <p:nvPr/>
        </p:nvSpPr>
        <p:spPr>
          <a:xfrm xmlns:a="http://schemas.openxmlformats.org/drawingml/2006/main">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592584770"/>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117C5FD-918A-4374-A25D-009FCE4C19D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37970D-E2BB-4937-A9CC-AD6E5051123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31E87CCC-681A-4286-90ED-3034A5CF248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9EB486-4E01-4D52-94B3-FE4055357BD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32D2AF12-83F6-47E7-A746-F1F8DDE76231}"/>
              </a:ext>
            </a:extLst>
          </p:cNvPr>
          <p:cNvSpPr>
            <a:spLocks xmlns:a="http://schemas.openxmlformats.org/drawingml/2006/main" noGrp="1"/>
          </p:cNvSpPr>
          <p:nvPr/>
        </p:nvSpPr>
        <p:spPr>
          <a:xfrm xmlns:a="http://schemas.openxmlformats.org/drawingml/2006/main">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　　縦幅：担うレイヤーの範囲</a:t>
            </a:r>
          </a:p>
        </p:txBody>
      </p:sp>
      <p:sp>
        <p:nvSpPr>
          <p:cNvPr id="6" name="">
            <a:extLst xmlns:a="http://schemas.openxmlformats.org/drawingml/2006/main">
              <a:ext uri="{FF2B5EF4-FFF2-40B4-BE49-F238E27FC236}">
                <a16:creationId xmlns:a16="http://schemas.microsoft.com/office/drawing/2014/main" id="{287B37F1-F2D3-49EE-AA26-9186548F4C96}"/>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A7B1D66-78CB-434D-8637-050628E321D8}"/>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4D84159-B5AE-4C70-9E3B-946A31922715}"/>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D0E1E50-3684-40CA-93B4-59ADD4A86CEB}"/>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27BC1F46-0E3E-4339-BF46-17E354630A30}"/>
              </a:ext>
            </a:extLst>
          </p:cNvPr>
          <p:cNvSpPr>
            <a:spLocks xmlns:a="http://schemas.openxmlformats.org/drawingml/2006/main" noGrp="1"/>
          </p:cNvSpPr>
          <p:nvPr/>
        </p:nvSpPr>
        <p:spPr>
          <a:xfrm xmlns:a="http://schemas.openxmlformats.org/drawingml/2006/main">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CE0F1D72-A673-4A13-82E1-6AFBB6583C6C}"/>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950A4A53-1ABC-4B04-BCAE-E8AA6F210B8B}"/>
              </a:ext>
            </a:extLst>
          </p:cNvPr>
          <p:cNvSpPr>
            <a:spLocks xmlns:a="http://schemas.openxmlformats.org/drawingml/2006/main" noGrp="1"/>
          </p:cNvSpPr>
          <p:nvPr/>
        </p:nvSpPr>
        <p:spPr>
          <a:xfrm xmlns:a="http://schemas.openxmlformats.org/drawingml/2006/main">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2583B891-E25F-4BB9-84E0-4295D7F70934}"/>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3B0E75DD-0436-4470-8C24-150FB42AAF5D}"/>
              </a:ext>
            </a:extLst>
          </p:cNvPr>
          <p:cNvSpPr>
            <a:spLocks xmlns:a="http://schemas.openxmlformats.org/drawingml/2006/main" noGrp="1"/>
          </p:cNvSpPr>
          <p:nvPr/>
        </p:nvSpPr>
        <p:spPr>
          <a:xfrm xmlns:a="http://schemas.openxmlformats.org/drawingml/2006/main">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EDAB4A80-4B7E-404A-8758-ED60DB168CDE}"/>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4F80C309-36C5-4F53-B6AB-B376372B0219}"/>
              </a:ext>
            </a:extLst>
          </p:cNvPr>
          <p:cNvSpPr>
            <a:spLocks xmlns:a="http://schemas.openxmlformats.org/drawingml/2006/main" noGrp="1"/>
          </p:cNvSpPr>
          <p:nvPr/>
        </p:nvSpPr>
        <p:spPr>
          <a:xfrm xmlns:a="http://schemas.openxmlformats.org/drawingml/2006/main">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6889A521-D712-4B9E-B128-F6217F595E2E}"/>
              </a:ext>
            </a:extLst>
          </p:cNvPr>
          <p:cNvSpPr>
            <a:spLocks xmlns:a="http://schemas.openxmlformats.org/drawingml/2006/main" noGrp="1"/>
          </p:cNvSpPr>
          <p:nvPr/>
        </p:nvSpPr>
        <p:spPr>
          <a:xfrm xmlns:a="http://schemas.openxmlformats.org/drawingml/2006/main">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18" name="">
            <a:extLst xmlns:a="http://schemas.openxmlformats.org/drawingml/2006/main">
              <a:ext uri="{FF2B5EF4-FFF2-40B4-BE49-F238E27FC236}">
                <a16:creationId xmlns:a16="http://schemas.microsoft.com/office/drawing/2014/main" id="{75C3D9B4-B1B5-4B86-B2E4-22AA469D985E}"/>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2992D43-CD8C-41E0-9F22-9F6BC8E87FBF}"/>
              </a:ext>
            </a:extLst>
          </p:cNvPr>
          <p:cNvSpPr>
            <a:spLocks xmlns:a="http://schemas.openxmlformats.org/drawingml/2006/main" noGrp="1"/>
          </p:cNvSpPr>
          <p:nvPr/>
        </p:nvSpPr>
        <p:spPr>
          <a:xfrm xmlns:a="http://schemas.openxmlformats.org/drawingml/2006/main">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0" name="">
            <a:extLst xmlns:a="http://schemas.openxmlformats.org/drawingml/2006/main">
              <a:ext uri="{FF2B5EF4-FFF2-40B4-BE49-F238E27FC236}">
                <a16:creationId xmlns:a16="http://schemas.microsoft.com/office/drawing/2014/main" id="{13DAB002-78E2-43AF-8400-265E3DD9B275}"/>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1" name="">
            <a:extLst xmlns:a="http://schemas.openxmlformats.org/drawingml/2006/main">
              <a:ext uri="{FF2B5EF4-FFF2-40B4-BE49-F238E27FC236}">
                <a16:creationId xmlns:a16="http://schemas.microsoft.com/office/drawing/2014/main" id="{E3C94C99-F4BB-4916-8DBB-53FE9CE43985}"/>
              </a:ext>
            </a:extLst>
          </p:cNvPr>
          <p:cNvSpPr>
            <a:spLocks xmlns:a="http://schemas.openxmlformats.org/drawingml/2006/main" noGrp="1"/>
          </p:cNvSpPr>
          <p:nvPr/>
        </p:nvSpPr>
        <p:spPr>
          <a:xfrm xmlns:a="http://schemas.openxmlformats.org/drawingml/2006/main">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22" name="">
            <a:extLst xmlns:a="http://schemas.openxmlformats.org/drawingml/2006/main">
              <a:ext uri="{FF2B5EF4-FFF2-40B4-BE49-F238E27FC236}">
                <a16:creationId xmlns:a16="http://schemas.microsoft.com/office/drawing/2014/main" id="{BAD0A7F4-DE2E-4D9B-8AFF-B938FC64DF21}"/>
              </a:ext>
            </a:extLst>
          </p:cNvPr>
          <p:cNvSpPr>
            <a:spLocks xmlns:a="http://schemas.openxmlformats.org/drawingml/2006/main" noGrp="1"/>
          </p:cNvSpPr>
          <p:nvPr/>
        </p:nvSpPr>
        <p:spPr>
          <a:xfrm xmlns:a="http://schemas.openxmlformats.org/drawingml/2006/main">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23" name="">
            <a:extLst xmlns:a="http://schemas.openxmlformats.org/drawingml/2006/main">
              <a:ext uri="{FF2B5EF4-FFF2-40B4-BE49-F238E27FC236}">
                <a16:creationId xmlns:a16="http://schemas.microsoft.com/office/drawing/2014/main" id="{3F2AC6CA-3440-45C1-8804-C38236FDFE09}"/>
              </a:ext>
            </a:extLst>
          </p:cNvPr>
          <p:cNvSpPr>
            <a:spLocks xmlns:a="http://schemas.openxmlformats.org/drawingml/2006/main" noGrp="1"/>
          </p:cNvSpPr>
          <p:nvPr/>
        </p:nvSpPr>
        <p:spPr>
          <a:xfrm xmlns:a="http://schemas.openxmlformats.org/drawingml/2006/main">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24" name="">
            <a:extLst xmlns:a="http://schemas.openxmlformats.org/drawingml/2006/main">
              <a:ext uri="{FF2B5EF4-FFF2-40B4-BE49-F238E27FC236}">
                <a16:creationId xmlns:a16="http://schemas.microsoft.com/office/drawing/2014/main" id="{4A5E871D-2C0B-48B0-8971-F4C1D3BB3868}"/>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97FF0ED-252E-4409-9CCC-5F94FDCA94BF}"/>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EABBD93-D178-4EE4-A573-CC5D02846C91}"/>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7E2DD40-FE65-4462-A9FD-F994EBEA7272}"/>
              </a:ext>
            </a:extLst>
          </p:cNvPr>
          <p:cNvSpPr>
            <a:spLocks xmlns:a="http://schemas.openxmlformats.org/drawingml/2006/main" noGrp="1"/>
          </p:cNvSpPr>
          <p:nvPr/>
        </p:nvSpPr>
        <p:spPr>
          <a:xfrm xmlns:a="http://schemas.openxmlformats.org/drawingml/2006/main">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28" name="">
            <a:extLst xmlns:a="http://schemas.openxmlformats.org/drawingml/2006/main">
              <a:ext uri="{FF2B5EF4-FFF2-40B4-BE49-F238E27FC236}">
                <a16:creationId xmlns:a16="http://schemas.microsoft.com/office/drawing/2014/main" id="{FFBEF888-DE89-4F9B-9BC1-08B8FCF14BB2}"/>
              </a:ext>
            </a:extLst>
          </p:cNvPr>
          <p:cNvSpPr>
            <a:spLocks xmlns:a="http://schemas.openxmlformats.org/drawingml/2006/main" noGrp="1"/>
          </p:cNvSpPr>
          <p:nvPr/>
        </p:nvSpPr>
        <p:spPr>
          <a:xfrm xmlns:a="http://schemas.openxmlformats.org/drawingml/2006/main">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903199521"/>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CABCE8-93CA-404C-B897-7A196638C72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F953A8-CCFA-49F4-9A85-222AA9A4247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D8B86B3D-4BE2-4340-91B1-5F0A94841B6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99B26F-B7D8-4AD2-B598-B4E39776A8F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50B6F4C2-CA2D-477D-98D5-B1C0F8972FFC}"/>
              </a:ext>
            </a:extLst>
          </p:cNvPr>
          <p:cNvSpPr>
            <a:spLocks xmlns:a="http://schemas.openxmlformats.org/drawingml/2006/main" noGrp="1"/>
          </p:cNvSpPr>
          <p:nvPr/>
        </p:nvSpPr>
        <p:spPr>
          <a:xfrm xmlns:a="http://schemas.openxmlformats.org/drawingml/2006/main">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806506BB-1C33-4015-B472-011B5C7A933F}"/>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800265B-40CD-4289-9AD8-2DE4888E6349}"/>
              </a:ext>
            </a:extLst>
          </p:cNvPr>
          <p:cNvSpPr>
            <a:spLocks xmlns:a="http://schemas.openxmlformats.org/drawingml/2006/main" noGrp="1"/>
          </p:cNvSpPr>
          <p:nvPr/>
        </p:nvSpPr>
        <p:spPr>
          <a:xfrm xmlns:a="http://schemas.openxmlformats.org/drawingml/2006/main">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368D3085-87E1-4CE6-9B2D-E9251C626D4B}"/>
              </a:ext>
            </a:extLst>
          </p:cNvPr>
          <p:cNvSpPr>
            <a:spLocks xmlns:a="http://schemas.openxmlformats.org/drawingml/2006/main" noGrp="1"/>
          </p:cNvSpPr>
          <p:nvPr/>
        </p:nvSpPr>
        <p:spPr>
          <a:xfrm xmlns:a="http://schemas.openxmlformats.org/drawingml/2006/main">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265009970"/>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9EE040-5F65-449A-9EA5-B8ABF89E540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B283A8E-8D86-40AF-B73F-8218FABD392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6E42B70A-FF36-4B33-BF7A-1C9D79719A1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7A3209-115E-4FBF-B85D-5D16C78F5B7B}"/>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B88DFA05-103A-40C1-9E27-1E733D3B4CBE}"/>
              </a:ext>
            </a:extLst>
          </p:cNvPr>
          <p:cNvSpPr>
            <a:spLocks xmlns:a="http://schemas.openxmlformats.org/drawingml/2006/main" noGrp="1"/>
          </p:cNvSpPr>
          <p:nvPr/>
        </p:nvSpPr>
        <p:spPr>
          <a:xfrm xmlns:a="http://schemas.openxmlformats.org/drawingml/2006/main">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独立したデータレイヤーが将来消滅するなら、データ収集企業に未来はないように聞こえるかもしれない。</a:t>
            </a:r>
          </a:p>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E70AA27D-BFD0-4C3F-BA3B-321D185E3C6E}"/>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8FFF40A-C4D3-401D-A721-672FE5E97417}"/>
              </a:ext>
            </a:extLst>
          </p:cNvPr>
          <p:cNvSpPr>
            <a:spLocks xmlns:a="http://schemas.openxmlformats.org/drawingml/2006/main" noGrp="1"/>
          </p:cNvSpPr>
          <p:nvPr/>
        </p:nvSpPr>
        <p:spPr>
          <a:xfrm xmlns:a="http://schemas.openxmlformats.org/drawingml/2006/main">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15D0E1F0-CBD2-42EE-A697-B0D5ABEEC8FF}"/>
              </a:ext>
            </a:extLst>
          </p:cNvPr>
          <p:cNvSpPr>
            <a:spLocks xmlns:a="http://schemas.openxmlformats.org/drawingml/2006/main" noGrp="1"/>
          </p:cNvSpPr>
          <p:nvPr/>
        </p:nvSpPr>
        <p:spPr>
          <a:xfrm xmlns:a="http://schemas.openxmlformats.org/drawingml/2006/main">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1855032232"/>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C983AD-E4C5-4463-BE42-880A01BD7D9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694907-A322-40C6-9DAE-4C6F8FC962F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3E2FDF5D-B7C5-4F7A-9EC8-C0A23B108AA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4A0693-29B0-4184-9FA1-A52033E28F0A}"/>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3FA4D9D8-8C26-4FCE-9131-F078AB5B0369}"/>
              </a:ext>
            </a:extLst>
          </p:cNvPr>
          <p:cNvSpPr>
            <a:spLocks xmlns:a="http://schemas.openxmlformats.org/drawingml/2006/main" noGrp="1"/>
          </p:cNvSpPr>
          <p:nvPr/>
        </p:nvSpPr>
        <p:spPr>
          <a:xfrm xmlns:a="http://schemas.openxmlformats.org/drawingml/2006/main">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53BF59FE-5778-49C0-AE31-8D3C75511BDD}"/>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F99532D-2981-45F1-B721-7B107168A898}"/>
              </a:ext>
            </a:extLst>
          </p:cNvPr>
          <p:cNvSpPr>
            <a:spLocks xmlns:a="http://schemas.openxmlformats.org/drawingml/2006/main" noGrp="1"/>
          </p:cNvSpPr>
          <p:nvPr/>
        </p:nvSpPr>
        <p:spPr>
          <a:xfrm xmlns:a="http://schemas.openxmlformats.org/drawingml/2006/main">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1036978104"/>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AF3B0D-ED08-479D-88DF-866FF43AFC4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17BF41-32CD-4B0B-9BFC-52CE3CFA613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501E3612-442F-4E45-B2CC-DF65BAEE8267}"/>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85E9FE-1134-48DC-9740-135FA871457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8CA71141-EEBB-474C-9FB6-A6500365350D}"/>
              </a:ext>
            </a:extLst>
          </p:cNvPr>
          <p:cNvSpPr>
            <a:spLocks xmlns:a="http://schemas.openxmlformats.org/drawingml/2006/main" noGrp="1"/>
          </p:cNvSpPr>
          <p:nvPr/>
        </p:nvSpPr>
        <p:spPr>
          <a:xfrm xmlns:a="http://schemas.openxmlformats.org/drawingml/2006/main">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9A244DD0-8C2A-49EA-BF25-55071EBA32FA}"/>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7C30941-FC5B-4E95-8C5D-1CFD0E45D4C9}"/>
              </a:ext>
            </a:extLst>
          </p:cNvPr>
          <p:cNvSpPr>
            <a:spLocks xmlns:a="http://schemas.openxmlformats.org/drawingml/2006/main" noGrp="1"/>
          </p:cNvSpPr>
          <p:nvPr/>
        </p:nvSpPr>
        <p:spPr>
          <a:xfrm xmlns:a="http://schemas.openxmlformats.org/drawingml/2006/main">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38D06F66-E665-48F4-9A49-1C68BC53F205}"/>
              </a:ext>
            </a:extLst>
          </p:cNvPr>
          <p:cNvSpPr>
            <a:spLocks xmlns:a="http://schemas.openxmlformats.org/drawingml/2006/main" noGrp="1"/>
          </p:cNvSpPr>
          <p:nvPr/>
        </p:nvSpPr>
        <p:spPr>
          <a:xfrm xmlns:a="http://schemas.openxmlformats.org/drawingml/2006/main">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1658828898"/>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F8813D-6F44-46AC-A45F-782509B16E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0E98EB-602A-493A-A5C1-212F8A7CFFC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9FA233B6-29CB-4794-B482-3E11F2F6EBA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7D5752-0B25-4FD1-A4E2-9F863A8E0E3E}"/>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E06DE0C4-8D69-4271-9C9C-EC2D71FBF211}"/>
              </a:ext>
            </a:extLst>
          </p:cNvPr>
          <p:cNvSpPr>
            <a:spLocks xmlns:a="http://schemas.openxmlformats.org/drawingml/2006/main" noGrp="1"/>
          </p:cNvSpPr>
          <p:nvPr/>
        </p:nvSpPr>
        <p:spPr>
          <a:xfrm xmlns:a="http://schemas.openxmlformats.org/drawingml/2006/main">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A23E68EE-D093-4B97-90EF-736C43AD1812}"/>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33069C5-E1FC-40AD-8B3D-DB322BDCBCC1}"/>
              </a:ext>
            </a:extLst>
          </p:cNvPr>
          <p:cNvSpPr>
            <a:spLocks xmlns:a="http://schemas.openxmlformats.org/drawingml/2006/main" noGrp="1"/>
          </p:cNvSpPr>
          <p:nvPr/>
        </p:nvSpPr>
        <p:spPr>
          <a:xfrm xmlns:a="http://schemas.openxmlformats.org/drawingml/2006/main">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BA6DD124-C515-4F1C-A1AA-EC2F1B7B8346}"/>
              </a:ext>
            </a:extLst>
          </p:cNvPr>
          <p:cNvSpPr>
            <a:spLocks xmlns:a="http://schemas.openxmlformats.org/drawingml/2006/main" noGrp="1"/>
          </p:cNvSpPr>
          <p:nvPr/>
        </p:nvSpPr>
        <p:spPr>
          <a:xfrm xmlns:a="http://schemas.openxmlformats.org/drawingml/2006/main">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87764916"/>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3E6A71-397B-42D7-AD14-5BDA2213E7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CC47F3-8A06-44BC-B00D-103D52F60946}"/>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5625B300-29CD-4F41-8B2E-583CDD2C87D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4A5B12D-E563-4D68-B0CD-28E3C965F17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02FEF493-8090-4357-A6A7-394057481FFA}"/>
              </a:ext>
            </a:extLst>
          </p:cNvPr>
          <p:cNvSpPr>
            <a:spLocks xmlns:a="http://schemas.openxmlformats.org/drawingml/2006/main" noGrp="1"/>
          </p:cNvSpPr>
          <p:nvPr/>
        </p:nvSpPr>
        <p:spPr>
          <a:xfrm xmlns:a="http://schemas.openxmlformats.org/drawingml/2006/main">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5FEBE1E7-F862-49E9-A636-0D8DC6E34B5D}"/>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DFD4CCC-2984-48B8-8C27-81A632BB0BE9}"/>
              </a:ext>
            </a:extLst>
          </p:cNvPr>
          <p:cNvSpPr>
            <a:spLocks xmlns:a="http://schemas.openxmlformats.org/drawingml/2006/main" noGrp="1"/>
          </p:cNvSpPr>
          <p:nvPr/>
        </p:nvSpPr>
        <p:spPr>
          <a:xfrm xmlns:a="http://schemas.openxmlformats.org/drawingml/2006/main">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D7EBBC76-66F2-4B17-B532-67426CCB67CD}"/>
              </a:ext>
            </a:extLst>
          </p:cNvPr>
          <p:cNvSpPr>
            <a:spLocks xmlns:a="http://schemas.openxmlformats.org/drawingml/2006/main" noGrp="1"/>
          </p:cNvSpPr>
          <p:nvPr/>
        </p:nvSpPr>
        <p:spPr>
          <a:xfrm xmlns:a="http://schemas.openxmlformats.org/drawingml/2006/main">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293464813"/>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FB0763-1C4F-4790-929B-E678C74BFD3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F0719B-435B-4529-BCC4-67DD1B87CF75}"/>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234519C2-6ABC-4D1F-90AC-F0322E68E49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5DE629-CF52-4E39-A6D1-6907077CE650}"/>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AC9F7FC2-0539-49FB-93AC-DB378E21A7C9}"/>
              </a:ext>
            </a:extLst>
          </p:cNvPr>
          <p:cNvSpPr>
            <a:spLocks xmlns:a="http://schemas.openxmlformats.org/drawingml/2006/main" noGrp="1"/>
          </p:cNvSpPr>
          <p:nvPr/>
        </p:nvSpPr>
        <p:spPr>
          <a:xfrm xmlns:a="http://schemas.openxmlformats.org/drawingml/2006/main">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FB24573D-8605-4E94-93C0-640457256C73}"/>
              </a:ext>
            </a:extLst>
          </p:cNvPr>
          <p:cNvSpPr>
            <a:spLocks xmlns:a="http://schemas.openxmlformats.org/drawingml/2006/main" noGrp="1"/>
          </p:cNvSpPr>
          <p:nvPr/>
        </p:nvSpPr>
        <p:spPr>
          <a:xfrm xmlns:a="http://schemas.openxmlformats.org/drawingml/2006/main">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A3101D43-D66D-4E80-B264-9E6A2E457164}"/>
              </a:ext>
            </a:extLst>
          </p:cNvPr>
          <p:cNvSpPr>
            <a:spLocks xmlns:a="http://schemas.openxmlformats.org/drawingml/2006/main" noGrp="1"/>
          </p:cNvSpPr>
          <p:nvPr/>
        </p:nvSpPr>
        <p:spPr>
          <a:xfrm xmlns:a="http://schemas.openxmlformats.org/drawingml/2006/main">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632378DA-C304-40FC-B096-7608EE698BDB}"/>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BA2CD9-0538-46D5-938E-5FB432C99E75}"/>
              </a:ext>
            </a:extLst>
          </p:cNvPr>
          <p:cNvSpPr>
            <a:spLocks xmlns:a="http://schemas.openxmlformats.org/drawingml/2006/main" noGrp="1"/>
          </p:cNvSpPr>
          <p:nvPr/>
        </p:nvSpPr>
        <p:spPr>
          <a:xfrm xmlns:a="http://schemas.openxmlformats.org/drawingml/2006/main">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D3DE3CDC-6589-4797-8CAC-9DE2A7EBA49A}"/>
              </a:ext>
            </a:extLst>
          </p:cNvPr>
          <p:cNvSpPr>
            <a:spLocks xmlns:a="http://schemas.openxmlformats.org/drawingml/2006/main" noGrp="1"/>
          </p:cNvSpPr>
          <p:nvPr/>
        </p:nvSpPr>
        <p:spPr>
          <a:xfrm xmlns:a="http://schemas.openxmlformats.org/drawingml/2006/main">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83B73E17-C730-4800-8963-B40727F7D586}"/>
              </a:ext>
            </a:extLst>
          </p:cNvPr>
          <p:cNvSpPr>
            <a:spLocks xmlns:a="http://schemas.openxmlformats.org/drawingml/2006/main" noGrp="1"/>
          </p:cNvSpPr>
          <p:nvPr/>
        </p:nvSpPr>
        <p:spPr>
          <a:xfrm xmlns:a="http://schemas.openxmlformats.org/drawingml/2006/main">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FA577782-C6E6-493B-BB9D-22468C6F418C}"/>
              </a:ext>
            </a:extLst>
          </p:cNvPr>
          <p:cNvSpPr>
            <a:spLocks xmlns:a="http://schemas.openxmlformats.org/drawingml/2006/main" noGrp="1"/>
          </p:cNvSpPr>
          <p:nvPr/>
        </p:nvSpPr>
        <p:spPr>
          <a:xfrm xmlns:a="http://schemas.openxmlformats.org/drawingml/2006/main">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1440898178"/>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11EBEC6-3BA2-4639-A31F-C67E48717B1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D31B07-1456-40E5-9AA2-A71F99C8715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695E08E9-94A2-4B5B-8A95-88BD214E7D0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272F8B-E01D-43D8-84A9-8A6428110FB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166220D3-9ED7-452D-ADD1-7A88EA740E13}"/>
              </a:ext>
            </a:extLst>
          </p:cNvPr>
          <p:cNvSpPr>
            <a:spLocks xmlns:a="http://schemas.openxmlformats.org/drawingml/2006/main" noGrp="1"/>
          </p:cNvSpPr>
          <p:nvPr/>
        </p:nvSpPr>
        <p:spPr>
          <a:xfrm xmlns:a="http://schemas.openxmlformats.org/drawingml/2006/main">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18E1EC24-BD14-4E8D-9C6C-864C9FBAF35F}"/>
              </a:ext>
            </a:extLst>
          </p:cNvPr>
          <p:cNvSpPr>
            <a:spLocks xmlns:a="http://schemas.openxmlformats.org/drawingml/2006/main" noGrp="1"/>
          </p:cNvSpPr>
          <p:nvPr/>
        </p:nvSpPr>
        <p:spPr>
          <a:xfrm xmlns:a="http://schemas.openxmlformats.org/drawingml/2006/main">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B293BA46-718B-49FB-AB02-1872BF535884}"/>
              </a:ext>
            </a:extLst>
          </p:cNvPr>
          <p:cNvSpPr>
            <a:spLocks xmlns:a="http://schemas.openxmlformats.org/drawingml/2006/main" noGrp="1"/>
          </p:cNvSpPr>
          <p:nvPr/>
        </p:nvSpPr>
        <p:spPr>
          <a:xfrm xmlns:a="http://schemas.openxmlformats.org/drawingml/2006/main">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F9B433BE-B832-4BEE-B7DE-1A37A7C24845}"/>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FF36B39C-C609-49CB-BA11-7DCB755BEDCF}"/>
              </a:ext>
            </a:extLst>
          </p:cNvPr>
          <p:cNvSpPr>
            <a:spLocks xmlns:a="http://schemas.openxmlformats.org/drawingml/2006/main" noGrp="1"/>
          </p:cNvSpPr>
          <p:nvPr/>
        </p:nvSpPr>
        <p:spPr>
          <a:xfrm xmlns:a="http://schemas.openxmlformats.org/drawingml/2006/main">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1BB559F9-1FC2-4F76-A508-F599DF499355}"/>
              </a:ext>
            </a:extLst>
          </p:cNvPr>
          <p:cNvSpPr>
            <a:spLocks xmlns:a="http://schemas.openxmlformats.org/drawingml/2006/main" noGrp="1"/>
          </p:cNvSpPr>
          <p:nvPr/>
        </p:nvSpPr>
        <p:spPr>
          <a:xfrm xmlns:a="http://schemas.openxmlformats.org/drawingml/2006/main">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FC7853E8-9964-4D14-855C-AAD94A5F5040}"/>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F1FF1AB-3248-4B63-A8B0-E3B00E7E21B0}"/>
              </a:ext>
            </a:extLst>
          </p:cNvPr>
          <p:cNvSpPr>
            <a:spLocks xmlns:a="http://schemas.openxmlformats.org/drawingml/2006/main" noGrp="1"/>
          </p:cNvSpPr>
          <p:nvPr/>
        </p:nvSpPr>
        <p:spPr>
          <a:xfrm xmlns:a="http://schemas.openxmlformats.org/drawingml/2006/main">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E8E2517C-303B-43C7-AD48-AE16EA629C53}"/>
              </a:ext>
            </a:extLst>
          </p:cNvPr>
          <p:cNvSpPr>
            <a:spLocks xmlns:a="http://schemas.openxmlformats.org/drawingml/2006/main" noGrp="1"/>
          </p:cNvSpPr>
          <p:nvPr/>
        </p:nvSpPr>
        <p:spPr>
          <a:xfrm xmlns:a="http://schemas.openxmlformats.org/drawingml/2006/main">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FFEAED80-6F26-4FF6-80AF-93CFE0E9F2E6}"/>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31315FAC-7660-4396-9CB5-5F5D28B8668E}"/>
              </a:ext>
            </a:extLst>
          </p:cNvPr>
          <p:cNvSpPr>
            <a:spLocks xmlns:a="http://schemas.openxmlformats.org/drawingml/2006/main" noGrp="1"/>
          </p:cNvSpPr>
          <p:nvPr/>
        </p:nvSpPr>
        <p:spPr>
          <a:xfrm xmlns:a="http://schemas.openxmlformats.org/drawingml/2006/main">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FF1FFFDF-C858-43C6-A93C-08EE54D05AA4}"/>
              </a:ext>
            </a:extLst>
          </p:cNvPr>
          <p:cNvSpPr>
            <a:spLocks xmlns:a="http://schemas.openxmlformats.org/drawingml/2006/main" noGrp="1"/>
          </p:cNvSpPr>
          <p:nvPr/>
        </p:nvSpPr>
        <p:spPr>
          <a:xfrm xmlns:a="http://schemas.openxmlformats.org/drawingml/2006/main">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2FDAA2E3-93BC-4433-AF3E-8B08DC6B9A94}"/>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84AAC42-EED5-40FC-B0ED-1244628AD78B}"/>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AC4C235-5484-4254-98BE-F94D8CF738F1}"/>
              </a:ext>
            </a:extLst>
          </p:cNvPr>
          <p:cNvSpPr>
            <a:spLocks xmlns:a="http://schemas.openxmlformats.org/drawingml/2006/main" noGrp="1"/>
          </p:cNvSpPr>
          <p:nvPr/>
        </p:nvSpPr>
        <p:spPr>
          <a:xfrm xmlns:a="http://schemas.openxmlformats.org/drawingml/2006/main">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B3421233-31B6-4264-BCA4-4CB8E3770901}"/>
              </a:ext>
            </a:extLst>
          </p:cNvPr>
          <p:cNvSpPr>
            <a:spLocks xmlns:a="http://schemas.openxmlformats.org/drawingml/2006/main" noGrp="1"/>
          </p:cNvSpPr>
          <p:nvPr/>
        </p:nvSpPr>
        <p:spPr>
          <a:xfrm xmlns:a="http://schemas.openxmlformats.org/drawingml/2006/main">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A7AD586C-DA68-4762-8A84-CB6ABA7BBAEC}"/>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CA76F3D-1726-4CE4-9C8D-CDC97C541B28}"/>
              </a:ext>
            </a:extLst>
          </p:cNvPr>
          <p:cNvSpPr>
            <a:spLocks xmlns:a="http://schemas.openxmlformats.org/drawingml/2006/main" noGrp="1"/>
          </p:cNvSpPr>
          <p:nvPr/>
        </p:nvSpPr>
        <p:spPr>
          <a:xfrm xmlns:a="http://schemas.openxmlformats.org/drawingml/2006/main">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366931874"/>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6CB8E6E-31FC-4B7D-A4DC-13AACB725E3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A00F58-66C4-4296-870D-2C032630DF7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0796F0F4-A6EC-4E72-A129-CEBA68F500A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0A71CCB-8FFA-45F9-AD41-65B9D50E5A6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A8E665FA-FC2A-415A-9C6C-E5D7EC85F37D}"/>
              </a:ext>
            </a:extLst>
          </p:cNvPr>
          <p:cNvSpPr>
            <a:spLocks xmlns:a="http://schemas.openxmlformats.org/drawingml/2006/main" noGrp="1"/>
          </p:cNvSpPr>
          <p:nvPr/>
        </p:nvSpPr>
        <p:spPr>
          <a:xfrm xmlns:a="http://schemas.openxmlformats.org/drawingml/2006/main">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飛び込み営業</a:t>
            </a:r>
          </a:p>
        </p:txBody>
      </p:sp>
      <p:sp>
        <p:nvSpPr>
          <p:cNvPr id="6" name="">
            <a:extLst xmlns:a="http://schemas.openxmlformats.org/drawingml/2006/main">
              <a:ext uri="{FF2B5EF4-FFF2-40B4-BE49-F238E27FC236}">
                <a16:creationId xmlns:a16="http://schemas.microsoft.com/office/drawing/2014/main" id="{5C7AB1E1-6847-4FA0-99BB-75D53385C351}"/>
              </a:ext>
            </a:extLst>
          </p:cNvPr>
          <p:cNvSpPr>
            <a:spLocks xmlns:a="http://schemas.openxmlformats.org/drawingml/2006/main" noGrp="1"/>
          </p:cNvSpPr>
          <p:nvPr/>
        </p:nvSpPr>
        <p:spPr>
          <a:xfrm xmlns:a="http://schemas.openxmlformats.org/drawingml/2006/main">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35E44DD2-B208-463B-AA7E-42BED2130B51}"/>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BB945AC-2F00-429B-B3A1-47DE2B3728EF}"/>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a:t>
            </a:r>
          </a:p>
        </p:txBody>
      </p:sp>
      <p:sp>
        <p:nvSpPr>
          <p:cNvPr id="9" name="">
            <a:extLst xmlns:a="http://schemas.openxmlformats.org/drawingml/2006/main">
              <a:ext uri="{FF2B5EF4-FFF2-40B4-BE49-F238E27FC236}">
                <a16:creationId xmlns:a16="http://schemas.microsoft.com/office/drawing/2014/main" id="{27313082-4792-4262-A237-30D5E3AF4757}"/>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1FB76ABE-583D-4AE0-A34D-A6AA1908AD1D}"/>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1FCF45-E0E2-402C-9630-7042293931FA}"/>
              </a:ext>
            </a:extLst>
          </p:cNvPr>
          <p:cNvSpPr>
            <a:spLocks xmlns:a="http://schemas.openxmlformats.org/drawingml/2006/main" noGrp="1"/>
          </p:cNvSpPr>
          <p:nvPr/>
        </p:nvSpPr>
        <p:spPr>
          <a:xfrm xmlns:a="http://schemas.openxmlformats.org/drawingml/2006/main">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カフェチェーン</a:t>
            </a:r>
          </a:p>
        </p:txBody>
      </p:sp>
      <p:sp>
        <p:nvSpPr>
          <p:cNvPr id="12" name="">
            <a:extLst xmlns:a="http://schemas.openxmlformats.org/drawingml/2006/main">
              <a:ext uri="{FF2B5EF4-FFF2-40B4-BE49-F238E27FC236}">
                <a16:creationId xmlns:a16="http://schemas.microsoft.com/office/drawing/2014/main" id="{3DA14CB0-7B31-4267-8697-04EE8B9A5557}"/>
              </a:ext>
            </a:extLst>
          </p:cNvPr>
          <p:cNvSpPr>
            <a:spLocks xmlns:a="http://schemas.openxmlformats.org/drawingml/2006/main" noGrp="1"/>
          </p:cNvSpPr>
          <p:nvPr/>
        </p:nvSpPr>
        <p:spPr>
          <a:xfrm xmlns:a="http://schemas.openxmlformats.org/drawingml/2006/main">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0FE7197E-F31A-4545-A5CC-91460B419CE8}"/>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0A7380-7999-4167-A39E-EB6C27C00C1A}"/>
              </a:ext>
            </a:extLst>
          </p:cNvPr>
          <p:cNvSpPr>
            <a:spLocks xmlns:a="http://schemas.openxmlformats.org/drawingml/2006/main" noGrp="1"/>
          </p:cNvSpPr>
          <p:nvPr/>
        </p:nvSpPr>
        <p:spPr>
          <a:xfrm xmlns:a="http://schemas.openxmlformats.org/drawingml/2006/main">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スーパーマーケット</a:t>
            </a:r>
          </a:p>
        </p:txBody>
      </p:sp>
      <p:sp>
        <p:nvSpPr>
          <p:cNvPr id="15" name="">
            <a:extLst xmlns:a="http://schemas.openxmlformats.org/drawingml/2006/main">
              <a:ext uri="{FF2B5EF4-FFF2-40B4-BE49-F238E27FC236}">
                <a16:creationId xmlns:a16="http://schemas.microsoft.com/office/drawing/2014/main" id="{7ADD957D-5FBF-42BA-A992-8250484D3C12}"/>
              </a:ext>
            </a:extLst>
          </p:cNvPr>
          <p:cNvSpPr>
            <a:spLocks xmlns:a="http://schemas.openxmlformats.org/drawingml/2006/main" noGrp="1"/>
          </p:cNvSpPr>
          <p:nvPr/>
        </p:nvSpPr>
        <p:spPr>
          <a:xfrm xmlns:a="http://schemas.openxmlformats.org/drawingml/2006/main">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8A649AA7-BFC4-4F5D-82CB-0FC9CB68C862}"/>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2F03B7E-CD9C-40FB-AB77-F971D8ABFB6F}"/>
              </a:ext>
            </a:extLst>
          </p:cNvPr>
          <p:cNvSpPr>
            <a:spLocks xmlns:a="http://schemas.openxmlformats.org/drawingml/2006/main" noGrp="1"/>
          </p:cNvSpPr>
          <p:nvPr/>
        </p:nvSpPr>
        <p:spPr>
          <a:xfrm xmlns:a="http://schemas.openxmlformats.org/drawingml/2006/main">
            <a:off x="723900" y="55721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直近の動き</a:t>
            </a:r>
          </a:p>
        </p:txBody>
      </p:sp>
      <p:sp>
        <p:nvSpPr>
          <p:cNvPr id="18" name="">
            <a:extLst xmlns:a="http://schemas.openxmlformats.org/drawingml/2006/main">
              <a:ext uri="{FF2B5EF4-FFF2-40B4-BE49-F238E27FC236}">
                <a16:creationId xmlns:a16="http://schemas.microsoft.com/office/drawing/2014/main" id="{D43017CA-FEE5-4C6D-9D96-98E5E8FEF310}"/>
              </a:ext>
            </a:extLst>
          </p:cNvPr>
          <p:cNvSpPr>
            <a:spLocks xmlns:a="http://schemas.openxmlformats.org/drawingml/2006/main" noGrp="1"/>
          </p:cNvSpPr>
          <p:nvPr/>
        </p:nvSpPr>
        <p:spPr>
          <a:xfrm xmlns:a="http://schemas.openxmlformats.org/drawingml/2006/main">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283418135"/>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AB276B1-C34A-4EB4-99BB-9E88CB687D5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3521D8-571E-4CB4-9C1A-8400D3CF22A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4F3F20FB-EF90-464C-A242-53F93BA6D13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DAE7B7-6B07-4A37-BC54-81DA1927C1D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5156D382-B2BA-4C46-90BC-76D0D6964364}"/>
              </a:ext>
            </a:extLst>
          </p:cNvPr>
          <p:cNvSpPr>
            <a:spLocks xmlns:a="http://schemas.openxmlformats.org/drawingml/2006/main" noGrp="1"/>
          </p:cNvSpPr>
          <p:nvPr/>
        </p:nvSpPr>
        <p:spPr>
          <a:xfrm xmlns:a="http://schemas.openxmlformats.org/drawingml/2006/main">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09A61772-9941-4624-9D8D-066771A418EE}"/>
              </a:ext>
            </a:extLst>
          </p:cNvPr>
          <p:cNvSpPr>
            <a:spLocks xmlns:a="http://schemas.openxmlformats.org/drawingml/2006/main" noGrp="1"/>
          </p:cNvSpPr>
          <p:nvPr/>
        </p:nvSpPr>
        <p:spPr>
          <a:xfrm xmlns:a="http://schemas.openxmlformats.org/drawingml/2006/main">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4BB1E483-14FC-48F5-B354-83DA2FAF895B}"/>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EB29AD8-6F03-41A6-8FB6-2BE8BAE0B950}"/>
              </a:ext>
            </a:extLst>
          </p:cNvPr>
          <p:cNvSpPr>
            <a:spLocks xmlns:a="http://schemas.openxmlformats.org/drawingml/2006/main" noGrp="1"/>
          </p:cNvSpPr>
          <p:nvPr/>
        </p:nvSpPr>
        <p:spPr>
          <a:xfrm xmlns:a="http://schemas.openxmlformats.org/drawingml/2006/main">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AA4C9C8A-AF91-44AB-A8D8-A44EF2B49569}"/>
              </a:ext>
            </a:extLst>
          </p:cNvPr>
          <p:cNvSpPr>
            <a:spLocks xmlns:a="http://schemas.openxmlformats.org/drawingml/2006/main" noGrp="1"/>
          </p:cNvSpPr>
          <p:nvPr/>
        </p:nvSpPr>
        <p:spPr>
          <a:xfrm xmlns:a="http://schemas.openxmlformats.org/drawingml/2006/main">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42C3EABA-7E46-4915-A60F-9D035C8E7651}"/>
              </a:ext>
            </a:extLst>
          </p:cNvPr>
          <p:cNvSpPr>
            <a:spLocks xmlns:a="http://schemas.openxmlformats.org/drawingml/2006/main" noGrp="1"/>
          </p:cNvSpPr>
          <p:nvPr/>
        </p:nvSpPr>
        <p:spPr>
          <a:xfrm xmlns:a="http://schemas.openxmlformats.org/drawingml/2006/main">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121534653"/>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4C401CD-B64B-4CC6-8E12-BD00D502179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8C502D-4E6B-4E7A-A937-B23387BFDF74}"/>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CDDC9B71-983F-4D33-A100-C08AE398F8F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8C87A9-53F7-4367-AC03-29F166B5DD96}"/>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5A925345-AEE8-4A0B-9DFC-54C5C09CA896}"/>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F3B700D1-0368-40B2-891A-4F92CAC9687E}"/>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B54DC009-9E08-47F0-A10D-8EC4A6B0CBA2}"/>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71EDA05-E263-4BEA-97DD-DA84872216D5}"/>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5788DBD8-E018-495E-B4E6-00C95084A0D6}"/>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48188E9D-477B-47B7-91E6-3A7BAED70A99}"/>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12F3C5C-C79D-4A19-B40D-341525B76366}"/>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A0DFC4E8-270A-4FB3-B09B-E52CA47D1B09}"/>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13B9CC5E-F939-47D3-8A0D-0DF3D1035833}"/>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938C8A5-08BF-4E2F-86BD-A9099BA1B256}"/>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CE1C6C20-9BF4-4C3C-8421-D5C14D2D7191}"/>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907452514"/>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7DADFE1-8DC0-4570-A92C-8492A5A2FD5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C4E3D4-74B2-4599-9F23-1DB915FA47D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3342919F-2114-4007-BAA9-311ED6AC53A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6D205A-3A6B-4B90-BDBC-58BBE2F81B6D}"/>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21279669d2d4f69"/>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D85167D-FE87-4AFE-B596-DFD33900971D}"/>
              </a:ext>
            </a:extLst>
          </p:cNvPr>
          <p:cNvSpPr>
            <a:spLocks xmlns:a="http://schemas.openxmlformats.org/drawingml/2006/main" noGrp="1"/>
          </p:cNvSpPr>
          <p:nvPr/>
        </p:nvSpPr>
        <p:spPr>
          <a:xfrm xmlns:a="http://schemas.openxmlformats.org/drawingml/2006/main">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2B7E87A6-B347-45B8-89C0-143D11D03849}"/>
              </a:ext>
            </a:extLst>
          </p:cNvPr>
          <p:cNvSpPr>
            <a:spLocks xmlns:a="http://schemas.openxmlformats.org/drawingml/2006/main" noGrp="1"/>
          </p:cNvSpPr>
          <p:nvPr/>
        </p:nvSpPr>
        <p:spPr>
          <a:xfrm xmlns:a="http://schemas.openxmlformats.org/drawingml/2006/main">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3DE3F01C-18EE-43E5-BAED-952083AA915B}"/>
              </a:ext>
            </a:extLst>
          </p:cNvPr>
          <p:cNvSpPr>
            <a:spLocks xmlns:a="http://schemas.openxmlformats.org/drawingml/2006/main" noGrp="1"/>
          </p:cNvSpPr>
          <p:nvPr/>
        </p:nvSpPr>
        <p:spPr>
          <a:xfrm xmlns:a="http://schemas.openxmlformats.org/drawingml/2006/main">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35055b36f954029"/>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CA56175-6A88-4B4E-9705-E33685A63C33}"/>
              </a:ext>
            </a:extLst>
          </p:cNvPr>
          <p:cNvSpPr>
            <a:spLocks xmlns:a="http://schemas.openxmlformats.org/drawingml/2006/main" noGrp="1"/>
          </p:cNvSpPr>
          <p:nvPr/>
        </p:nvSpPr>
        <p:spPr>
          <a:xfrm xmlns:a="http://schemas.openxmlformats.org/drawingml/2006/main">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A4F64BC3-3029-4D18-A4D9-F1FD7EEEE3FB}"/>
              </a:ext>
            </a:extLst>
          </p:cNvPr>
          <p:cNvSpPr>
            <a:spLocks xmlns:a="http://schemas.openxmlformats.org/drawingml/2006/main" noGrp="1"/>
          </p:cNvSpPr>
          <p:nvPr/>
        </p:nvSpPr>
        <p:spPr>
          <a:xfrm xmlns:a="http://schemas.openxmlformats.org/drawingml/2006/main">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3BA42F15-D881-4618-B7D6-CA845656E150}"/>
              </a:ext>
            </a:extLst>
          </p:cNvPr>
          <p:cNvSpPr>
            <a:spLocks xmlns:a="http://schemas.openxmlformats.org/drawingml/2006/main" noGrp="1"/>
          </p:cNvSpPr>
          <p:nvPr/>
        </p:nvSpPr>
        <p:spPr>
          <a:xfrm xmlns:a="http://schemas.openxmlformats.org/drawingml/2006/main">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df5763f74624482"/>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6B01EE1-3618-412D-8EE8-7C7E78B5FA52}"/>
              </a:ext>
            </a:extLst>
          </p:cNvPr>
          <p:cNvSpPr>
            <a:spLocks xmlns:a="http://schemas.openxmlformats.org/drawingml/2006/main" noGrp="1"/>
          </p:cNvSpPr>
          <p:nvPr/>
        </p:nvSpPr>
        <p:spPr>
          <a:xfrm xmlns:a="http://schemas.openxmlformats.org/drawingml/2006/main">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73DE2B21-5A93-46FF-8E14-B63AEEF353CD}"/>
              </a:ext>
            </a:extLst>
          </p:cNvPr>
          <p:cNvSpPr>
            <a:spLocks xmlns:a="http://schemas.openxmlformats.org/drawingml/2006/main" noGrp="1"/>
          </p:cNvSpPr>
          <p:nvPr/>
        </p:nvSpPr>
        <p:spPr>
          <a:xfrm xmlns:a="http://schemas.openxmlformats.org/drawingml/2006/main">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64CCAF96-4BC7-4B4E-B5D7-CE4CA23DA5F1}"/>
              </a:ext>
            </a:extLst>
          </p:cNvPr>
          <p:cNvSpPr>
            <a:spLocks xmlns:a="http://schemas.openxmlformats.org/drawingml/2006/main" noGrp="1"/>
          </p:cNvSpPr>
          <p:nvPr/>
        </p:nvSpPr>
        <p:spPr>
          <a:xfrm xmlns:a="http://schemas.openxmlformats.org/drawingml/2006/main">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7736EC21-F6D5-45D5-877E-6A6671B680B5}"/>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75842AD-80E7-4E1C-9774-19060C6A5ED1}"/>
              </a:ext>
            </a:extLst>
          </p:cNvPr>
          <p:cNvSpPr>
            <a:spLocks xmlns:a="http://schemas.openxmlformats.org/drawingml/2006/main" noGrp="1"/>
          </p:cNvSpPr>
          <p:nvPr/>
        </p:nvSpPr>
        <p:spPr>
          <a:xfrm xmlns:a="http://schemas.openxmlformats.org/drawingml/2006/main">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2142715618"/>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BC9AEE-DC44-44C5-A349-BC6C95DF360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E8D479-7822-4ECB-9CC9-BAF6CBA913F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8EA70554-5D15-4E99-944E-0470175BB89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D051CB-1964-40DA-9D80-44749053EDA5}"/>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CE5042D4-32DC-44B8-BA70-AEDCAE21F7C4}"/>
              </a:ext>
            </a:extLst>
          </p:cNvPr>
          <p:cNvSpPr>
            <a:spLocks xmlns:a="http://schemas.openxmlformats.org/drawingml/2006/main" noGrp="1"/>
          </p:cNvSpPr>
          <p:nvPr/>
        </p:nvSpPr>
        <p:spPr>
          <a:xfrm xmlns:a="http://schemas.openxmlformats.org/drawingml/2006/main">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5631CEB9-990F-4053-93AE-5F6A4F505CB6}"/>
              </a:ext>
            </a:extLst>
          </p:cNvPr>
          <p:cNvSpPr>
            <a:spLocks xmlns:a="http://schemas.openxmlformats.org/drawingml/2006/main" noGrp="1"/>
          </p:cNvSpPr>
          <p:nvPr/>
        </p:nvSpPr>
        <p:spPr>
          <a:xfrm xmlns:a="http://schemas.openxmlformats.org/drawingml/2006/main">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660533469"/>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C09C0E-3E9D-4795-9C85-29A3910F4A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CC237F-56F7-489A-B2C8-468A5F93383E}"/>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1CFC9631-6DE0-4C46-B82C-3CFCA110CD05}"/>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B27D4C-B247-4F96-BE88-9951A8853844}"/>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E9CA187-1A84-47D5-B1F6-D566FDE80D96}"/>
              </a:ext>
            </a:extLst>
          </p:cNvPr>
          <p:cNvSpPr>
            <a:spLocks xmlns:a="http://schemas.openxmlformats.org/drawingml/2006/main" noGrp="1"/>
          </p:cNvSpPr>
          <p:nvPr/>
        </p:nvSpPr>
        <p:spPr>
          <a:xfrm xmlns:a="http://schemas.openxmlformats.org/drawingml/2006/main">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F78BBA65-2FA3-48AF-BD31-5165B3965EED}"/>
              </a:ext>
            </a:extLst>
          </p:cNvPr>
          <p:cNvSpPr>
            <a:spLocks xmlns:a="http://schemas.openxmlformats.org/drawingml/2006/main" noGrp="1"/>
          </p:cNvSpPr>
          <p:nvPr/>
        </p:nvSpPr>
        <p:spPr>
          <a:xfrm xmlns:a="http://schemas.openxmlformats.org/drawingml/2006/main">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991339207"/>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F06B52-33E6-422E-B7A4-9ADEC70E6B9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5FF1FD-3670-412D-BB6C-FD7D549DB71B}"/>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00C438DF-209C-443E-85D3-C523A59370A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33B260-A389-4A99-8F9C-E7910AD10EF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51D3302D-EF1A-4E89-8F9F-0C519AE7752C}"/>
              </a:ext>
            </a:extLst>
          </p:cNvPr>
          <p:cNvSpPr>
            <a:spLocks xmlns:a="http://schemas.openxmlformats.org/drawingml/2006/main" noGrp="1"/>
          </p:cNvSpPr>
          <p:nvPr/>
        </p:nvSpPr>
        <p:spPr>
          <a:xfrm xmlns:a="http://schemas.openxmlformats.org/drawingml/2006/main">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EDB3E70-5BDD-4607-8721-806BE3F02BB0}"/>
              </a:ext>
            </a:extLst>
          </p:cNvPr>
          <p:cNvSpPr>
            <a:spLocks xmlns:a="http://schemas.openxmlformats.org/drawingml/2006/main" noGrp="1"/>
          </p:cNvSpPr>
          <p:nvPr/>
        </p:nvSpPr>
        <p:spPr>
          <a:xfrm xmlns:a="http://schemas.openxmlformats.org/drawingml/2006/main">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1050668613"/>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B7AFE8D-80EB-4F69-8D99-271202C266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B9C3AB-A681-4277-BDD5-B52C671745E0}"/>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DA73684E-BE3A-427D-9784-41995A2EE21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1993666-C035-455B-B706-9302D6BFC541}"/>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91196989-F074-45B3-834C-260B9CA8570B}"/>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030BFC06-1D1D-4AC7-A536-A127AE6A27B5}"/>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92D699A0-2DE9-4C5A-821A-965D51E287A4}"/>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CCCAC2-F657-425E-BD9A-5BD0B9A119CC}"/>
              </a:ext>
            </a:extLst>
          </p:cNvPr>
          <p:cNvSpPr>
            <a:spLocks xmlns:a="http://schemas.openxmlformats.org/drawingml/2006/main" noGrp="1"/>
          </p:cNvSpPr>
          <p:nvPr/>
        </p:nvSpPr>
        <p:spPr>
          <a:xfrm xmlns:a="http://schemas.openxmlformats.org/drawingml/2006/main">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2D0C6432-407E-460E-AA6D-2C26572E4971}"/>
              </a:ext>
            </a:extLst>
          </p:cNvPr>
          <p:cNvSpPr>
            <a:spLocks xmlns:a="http://schemas.openxmlformats.org/drawingml/2006/main" noGrp="1"/>
          </p:cNvSpPr>
          <p:nvPr/>
        </p:nvSpPr>
        <p:spPr>
          <a:xfrm xmlns:a="http://schemas.openxmlformats.org/drawingml/2006/main">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ABE70C12-66F2-4D9A-B821-8B4373B1FC11}"/>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EAD830E-C63E-419C-AD9C-E4D0330962CE}"/>
              </a:ext>
            </a:extLst>
          </p:cNvPr>
          <p:cNvSpPr>
            <a:spLocks xmlns:a="http://schemas.openxmlformats.org/drawingml/2006/main" noGrp="1"/>
          </p:cNvSpPr>
          <p:nvPr/>
        </p:nvSpPr>
        <p:spPr>
          <a:xfrm xmlns:a="http://schemas.openxmlformats.org/drawingml/2006/main">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77DDDA44-C90A-4766-9528-DC398B366279}"/>
              </a:ext>
            </a:extLst>
          </p:cNvPr>
          <p:cNvSpPr>
            <a:spLocks xmlns:a="http://schemas.openxmlformats.org/drawingml/2006/main" noGrp="1"/>
          </p:cNvSpPr>
          <p:nvPr/>
        </p:nvSpPr>
        <p:spPr>
          <a:xfrm xmlns:a="http://schemas.openxmlformats.org/drawingml/2006/main">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3F7C9E11-80BB-4ABF-8936-7CFA8F8CDB23}"/>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D6A9C16-25BD-4965-99D2-8EFFD70D82FD}"/>
              </a:ext>
            </a:extLst>
          </p:cNvPr>
          <p:cNvSpPr>
            <a:spLocks xmlns:a="http://schemas.openxmlformats.org/drawingml/2006/main" noGrp="1"/>
          </p:cNvSpPr>
          <p:nvPr/>
        </p:nvSpPr>
        <p:spPr>
          <a:xfrm xmlns:a="http://schemas.openxmlformats.org/drawingml/2006/main">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3F891E25-AFB4-4A5B-99C1-B8858865FD36}"/>
              </a:ext>
            </a:extLst>
          </p:cNvPr>
          <p:cNvSpPr>
            <a:spLocks xmlns:a="http://schemas.openxmlformats.org/drawingml/2006/main" noGrp="1"/>
          </p:cNvSpPr>
          <p:nvPr/>
        </p:nvSpPr>
        <p:spPr>
          <a:xfrm xmlns:a="http://schemas.openxmlformats.org/drawingml/2006/main">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396522276"/>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566C973-4162-47BC-B8EB-FF38C2729CB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5B1EFD-1BAF-4EDE-BF2C-322B0B1ED9D8}"/>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DAFFE89A-86A2-42A3-957B-56F35715D470}"/>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5F1C0C-E22F-4AFC-B6CB-40657B85947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16CF5088-FA28-42BD-AE2C-EC87024DDC23}"/>
              </a:ext>
            </a:extLst>
          </p:cNvPr>
          <p:cNvSpPr>
            <a:spLocks xmlns:a="http://schemas.openxmlformats.org/drawingml/2006/main" noGrp="1"/>
          </p:cNvSpPr>
          <p:nvPr/>
        </p:nvSpPr>
        <p:spPr>
          <a:xfrm xmlns:a="http://schemas.openxmlformats.org/drawingml/2006/main">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63ED55F6-05FB-447B-9CD4-6061F61608CA}"/>
              </a:ext>
            </a:extLst>
          </p:cNvPr>
          <p:cNvSpPr>
            <a:spLocks xmlns:a="http://schemas.openxmlformats.org/drawingml/2006/main" noGrp="1"/>
          </p:cNvSpPr>
          <p:nvPr/>
        </p:nvSpPr>
        <p:spPr>
          <a:xfrm xmlns:a="http://schemas.openxmlformats.org/drawingml/2006/main">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A549B1D6-1820-4FB4-A378-36D35B38F07A}"/>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FB8A08A-0369-498F-A03D-FA55A9C6CD80}"/>
              </a:ext>
            </a:extLst>
          </p:cNvPr>
          <p:cNvSpPr>
            <a:spLocks xmlns:a="http://schemas.openxmlformats.org/drawingml/2006/main" noGrp="1"/>
          </p:cNvSpPr>
          <p:nvPr/>
        </p:nvSpPr>
        <p:spPr>
          <a:xfrm xmlns:a="http://schemas.openxmlformats.org/drawingml/2006/main">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B41EBE3E-05B2-47CE-A4AF-B9C3E55BDCBE}"/>
              </a:ext>
            </a:extLst>
          </p:cNvPr>
          <p:cNvSpPr>
            <a:spLocks xmlns:a="http://schemas.openxmlformats.org/drawingml/2006/main" noGrp="1"/>
          </p:cNvSpPr>
          <p:nvPr/>
        </p:nvSpPr>
        <p:spPr>
          <a:xfrm xmlns:a="http://schemas.openxmlformats.org/drawingml/2006/main">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E2A81410-9198-46CF-9FEB-17E259B0C5FA}"/>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B0B8A75-5512-4C50-A177-A8FB9C1D0D88}"/>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74516F58-A6EB-400C-9DF3-27867C594B86}"/>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FEE40CB1-3A49-4932-89E3-C01AC1358AEB}"/>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815560242"/>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DE4A04B-3BFC-4320-8238-C0B6E82CC1F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810A32-658B-4C96-B3AD-47A5F19E4CC7}"/>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6AA01493-A697-43EF-9956-5299F1123D78}"/>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72A490-04C9-495F-85E1-71EE7CD025A9}"/>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25932B53-2D16-4110-9360-085ECB7D1285}"/>
              </a:ext>
            </a:extLst>
          </p:cNvPr>
          <p:cNvSpPr>
            <a:spLocks xmlns:a="http://schemas.openxmlformats.org/drawingml/2006/main" noGrp="1"/>
          </p:cNvSpPr>
          <p:nvPr/>
        </p:nvSpPr>
        <p:spPr>
          <a:xfrm xmlns:a="http://schemas.openxmlformats.org/drawingml/2006/main">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A339AD37-21AC-44A5-853E-86326DEBEF5D}"/>
              </a:ext>
            </a:extLst>
          </p:cNvPr>
          <p:cNvSpPr>
            <a:spLocks xmlns:a="http://schemas.openxmlformats.org/drawingml/2006/main" noGrp="1"/>
          </p:cNvSpPr>
          <p:nvPr/>
        </p:nvSpPr>
        <p:spPr>
          <a:xfrm xmlns:a="http://schemas.openxmlformats.org/drawingml/2006/main">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AA8A9427-419D-4ABD-AF1A-FDAFAB24539F}"/>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1B71D5-9E7C-4EEC-BCAF-CD3F379606C9}"/>
              </a:ext>
            </a:extLst>
          </p:cNvPr>
          <p:cNvSpPr>
            <a:spLocks xmlns:a="http://schemas.openxmlformats.org/drawingml/2006/main" noGrp="1"/>
          </p:cNvSpPr>
          <p:nvPr/>
        </p:nvSpPr>
        <p:spPr>
          <a:xfrm xmlns:a="http://schemas.openxmlformats.org/drawingml/2006/main">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1C5A176A-0A90-428E-897E-9A9F442250C7}"/>
              </a:ext>
            </a:extLst>
          </p:cNvPr>
          <p:cNvSpPr>
            <a:spLocks xmlns:a="http://schemas.openxmlformats.org/drawingml/2006/main" noGrp="1"/>
          </p:cNvSpPr>
          <p:nvPr/>
        </p:nvSpPr>
        <p:spPr>
          <a:xfrm xmlns:a="http://schemas.openxmlformats.org/drawingml/2006/main">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EF6F6FDA-DB59-4AF1-B80B-6961280CF625}"/>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DF21521-8D2F-4EFA-9C94-3873BBB68C1E}"/>
              </a:ext>
            </a:extLst>
          </p:cNvPr>
          <p:cNvSpPr>
            <a:spLocks xmlns:a="http://schemas.openxmlformats.org/drawingml/2006/main" noGrp="1"/>
          </p:cNvSpPr>
          <p:nvPr/>
        </p:nvSpPr>
        <p:spPr>
          <a:xfrm xmlns:a="http://schemas.openxmlformats.org/drawingml/2006/main">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562CD231-7F62-4585-8665-739C581872E4}"/>
              </a:ext>
            </a:extLst>
          </p:cNvPr>
          <p:cNvSpPr>
            <a:spLocks xmlns:a="http://schemas.openxmlformats.org/drawingml/2006/main" noGrp="1"/>
          </p:cNvSpPr>
          <p:nvPr/>
        </p:nvSpPr>
        <p:spPr>
          <a:xfrm xmlns:a="http://schemas.openxmlformats.org/drawingml/2006/main">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FBF536E5-492E-487E-8C6E-052C8123D55D}"/>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399159784"/>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1ACB68E-A086-4E39-9D8E-EA1AA47AA6A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138092-1102-4F62-B23A-97C2F774C662}"/>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42097B60-799C-4461-8C41-51339F8D8B1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F381C6-2773-44AE-A0AD-FF24D011231F}"/>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BEF81596-A7CD-44AD-9EDC-95AE911BDB5A}"/>
              </a:ext>
            </a:extLst>
          </p:cNvPr>
          <p:cNvSpPr>
            <a:spLocks xmlns:a="http://schemas.openxmlformats.org/drawingml/2006/main" noGrp="1"/>
          </p:cNvSpPr>
          <p:nvPr/>
        </p:nvSpPr>
        <p:spPr>
          <a:xfrm xmlns:a="http://schemas.openxmlformats.org/drawingml/2006/main">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FCF75B70-EC68-4FA4-A24E-BAD769060F47}"/>
              </a:ext>
            </a:extLst>
          </p:cNvPr>
          <p:cNvSpPr>
            <a:spLocks xmlns:a="http://schemas.openxmlformats.org/drawingml/2006/main" noGrp="1"/>
          </p:cNvSpPr>
          <p:nvPr/>
        </p:nvSpPr>
        <p:spPr>
          <a:xfrm xmlns:a="http://schemas.openxmlformats.org/drawingml/2006/main">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CE700395-4294-4643-9754-3E5C72B585F6}"/>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81E9C1-9272-40C5-9384-2A87A627067A}"/>
              </a:ext>
            </a:extLst>
          </p:cNvPr>
          <p:cNvSpPr>
            <a:spLocks xmlns:a="http://schemas.openxmlformats.org/drawingml/2006/main" noGrp="1"/>
          </p:cNvSpPr>
          <p:nvPr/>
        </p:nvSpPr>
        <p:spPr>
          <a:xfrm xmlns:a="http://schemas.openxmlformats.org/drawingml/2006/main">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7861639D-4FC6-45B7-9076-EC45D47253D9}"/>
              </a:ext>
            </a:extLst>
          </p:cNvPr>
          <p:cNvSpPr>
            <a:spLocks xmlns:a="http://schemas.openxmlformats.org/drawingml/2006/main" noGrp="1"/>
          </p:cNvSpPr>
          <p:nvPr/>
        </p:nvSpPr>
        <p:spPr>
          <a:xfrm xmlns:a="http://schemas.openxmlformats.org/drawingml/2006/main">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38C5758A-237A-4C84-AD79-C79EB3723B3A}"/>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93A5C31-A8C4-4C34-AD10-18FC5766CF08}"/>
              </a:ext>
            </a:extLst>
          </p:cNvPr>
          <p:cNvSpPr>
            <a:spLocks xmlns:a="http://schemas.openxmlformats.org/drawingml/2006/main" noGrp="1"/>
          </p:cNvSpPr>
          <p:nvPr/>
        </p:nvSpPr>
        <p:spPr>
          <a:xfrm xmlns:a="http://schemas.openxmlformats.org/drawingml/2006/main">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F475AB01-9C81-40C3-A987-6A2E34723696}"/>
              </a:ext>
            </a:extLst>
          </p:cNvPr>
          <p:cNvSpPr>
            <a:spLocks xmlns:a="http://schemas.openxmlformats.org/drawingml/2006/main" noGrp="1"/>
          </p:cNvSpPr>
          <p:nvPr/>
        </p:nvSpPr>
        <p:spPr>
          <a:xfrm xmlns:a="http://schemas.openxmlformats.org/drawingml/2006/main">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5EEB5C29-ADA6-49DF-9C34-37B0E5E34190}"/>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0CEEDBD-8E33-41AC-8B01-7822DD982B07}"/>
              </a:ext>
            </a:extLst>
          </p:cNvPr>
          <p:cNvSpPr>
            <a:spLocks xmlns:a="http://schemas.openxmlformats.org/drawingml/2006/main" noGrp="1"/>
          </p:cNvSpPr>
          <p:nvPr/>
        </p:nvSpPr>
        <p:spPr>
          <a:xfrm xmlns:a="http://schemas.openxmlformats.org/drawingml/2006/main">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21CB4773-6CFA-4F10-96F3-906D0EC2B199}"/>
              </a:ext>
            </a:extLst>
          </p:cNvPr>
          <p:cNvSpPr>
            <a:spLocks xmlns:a="http://schemas.openxmlformats.org/drawingml/2006/main" noGrp="1"/>
          </p:cNvSpPr>
          <p:nvPr/>
        </p:nvSpPr>
        <p:spPr>
          <a:xfrm xmlns:a="http://schemas.openxmlformats.org/drawingml/2006/main">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1617685766"/>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19A35A-1F1F-41B1-BFEB-2713CA76E3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044DC4-5BE4-4905-8835-55F5BAB1F2E1}"/>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1643EFD4-04EF-4EC9-A67D-9E1C3D6248A4}"/>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00DF55-87A8-4BF0-B2FF-E04E50B61FE3}"/>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8A28583C-8680-4ABB-9B96-8C4C4CE92C70}"/>
              </a:ext>
            </a:extLst>
          </p:cNvPr>
          <p:cNvSpPr>
            <a:spLocks xmlns:a="http://schemas.openxmlformats.org/drawingml/2006/main" noGrp="1"/>
          </p:cNvSpPr>
          <p:nvPr/>
        </p:nvSpPr>
        <p:spPr>
          <a:xfrm xmlns:a="http://schemas.openxmlformats.org/drawingml/2006/main">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1B32D458-94B9-4811-938F-907B519E44D6}"/>
              </a:ext>
            </a:extLst>
          </p:cNvPr>
          <p:cNvSpPr>
            <a:spLocks xmlns:a="http://schemas.openxmlformats.org/drawingml/2006/main" noGrp="1"/>
          </p:cNvSpPr>
          <p:nvPr/>
        </p:nvSpPr>
        <p:spPr>
          <a:xfrm xmlns:a="http://schemas.openxmlformats.org/drawingml/2006/main">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CE754048-CC10-404C-9864-5FBFE63DC11A}"/>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88C9746-CFE9-4906-B152-98139B8113E3}"/>
              </a:ext>
            </a:extLst>
          </p:cNvPr>
          <p:cNvSpPr>
            <a:spLocks xmlns:a="http://schemas.openxmlformats.org/drawingml/2006/main" noGrp="1"/>
          </p:cNvSpPr>
          <p:nvPr/>
        </p:nvSpPr>
        <p:spPr>
          <a:xfrm xmlns:a="http://schemas.openxmlformats.org/drawingml/2006/main">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BAE6C6FB-4DC3-4B9D-91BB-1FC7313E3B64}"/>
              </a:ext>
            </a:extLst>
          </p:cNvPr>
          <p:cNvSpPr>
            <a:spLocks xmlns:a="http://schemas.openxmlformats.org/drawingml/2006/main" noGrp="1"/>
          </p:cNvSpPr>
          <p:nvPr/>
        </p:nvSpPr>
        <p:spPr>
          <a:xfrm xmlns:a="http://schemas.openxmlformats.org/drawingml/2006/main">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FE34344F-5F49-41F2-A4C7-DD52AC49922F}"/>
              </a:ext>
            </a:extLst>
          </p:cNvPr>
          <p:cNvSpPr>
            <a:spLocks xmlns:a="http://schemas.openxmlformats.org/drawingml/2006/main" noGrp="1"/>
          </p:cNvSpPr>
          <p:nvPr/>
        </p:nvSpPr>
        <p:spPr>
          <a:xfrm xmlns:a="http://schemas.openxmlformats.org/drawingml/2006/main">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1859179194"/>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49B91E-C549-41C6-B6D6-49498FF995D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2828FA-8127-4CCF-88CC-0C2C08310E4F}"/>
              </a:ext>
            </a:extLst>
          </p:cNvPr>
          <p:cNvSpPr>
            <a:spLocks xmlns:a="http://schemas.openxmlformats.org/drawingml/2006/main" noGrp="1"/>
          </p:cNvSpPr>
          <p:nvPr/>
        </p:nvSpPr>
        <p:spPr>
          <a:xfrm xmlns:a="http://schemas.openxmlformats.org/drawingml/2006/main">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1C1FDB13-2D13-40F1-849B-E5918EB3969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54C9DC-6144-4542-A2D5-739D349F6F68}"/>
              </a:ext>
            </a:extLst>
          </p:cNvPr>
          <p:cNvSpPr>
            <a:spLocks xmlns:a="http://schemas.openxmlformats.org/drawingml/2006/main" noGrp="1"/>
          </p:cNvSpPr>
          <p:nvPr/>
        </p:nvSpPr>
        <p:spPr>
          <a:xfrm xmlns:a="http://schemas.openxmlformats.org/drawingml/2006/main">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D929A560-4BED-44A7-880F-A73F5147E645}"/>
              </a:ext>
            </a:extLst>
          </p:cNvPr>
          <p:cNvSpPr>
            <a:spLocks xmlns:a="http://schemas.openxmlformats.org/drawingml/2006/main" noGrp="1"/>
          </p:cNvSpPr>
          <p:nvPr/>
        </p:nvSpPr>
        <p:spPr>
          <a:xfrm xmlns:a="http://schemas.openxmlformats.org/drawingml/2006/main">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C15C1F87-901F-4BE4-8C65-AA67D67864F2}"/>
              </a:ext>
            </a:extLst>
          </p:cNvPr>
          <p:cNvSpPr>
            <a:spLocks xmlns:a="http://schemas.openxmlformats.org/drawingml/2006/main" noGrp="1"/>
          </p:cNvSpPr>
          <p:nvPr/>
        </p:nvSpPr>
        <p:spPr>
          <a:xfrm xmlns:a="http://schemas.openxmlformats.org/drawingml/2006/main">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69EE2EAC-E6A3-496D-85E6-C4C851CDBAC0}"/>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9DCEAF5-FD26-4B28-9349-B6559AE89C10}"/>
              </a:ext>
            </a:extLst>
          </p:cNvPr>
          <p:cNvSpPr>
            <a:spLocks xmlns:a="http://schemas.openxmlformats.org/drawingml/2006/main" noGrp="1"/>
          </p:cNvSpPr>
          <p:nvPr/>
        </p:nvSpPr>
        <p:spPr>
          <a:xfrm xmlns:a="http://schemas.openxmlformats.org/drawingml/2006/main">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CBEDC020-46C4-4933-A594-88768B77DBCE}"/>
              </a:ext>
            </a:extLst>
          </p:cNvPr>
          <p:cNvSpPr>
            <a:spLocks xmlns:a="http://schemas.openxmlformats.org/drawingml/2006/main" noGrp="1"/>
          </p:cNvSpPr>
          <p:nvPr/>
        </p:nvSpPr>
        <p:spPr>
          <a:xfrm xmlns:a="http://schemas.openxmlformats.org/drawingml/2006/main">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19042757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2026-09-14T22:07:05.4150000Z</dcterms:created>
  <dcterms:modified xsi:type="dcterms:W3CDTF">2026-09-14T22:07:05.4150000Z</dcterms:modified>
</coreProperties>
</file>