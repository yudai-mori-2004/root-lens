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73c324bbb24e22" /><Relationship Type="http://schemas.openxmlformats.org/officeDocument/2006/relationships/extended-properties" Target="/docProps/app.xml" Id="R292a49f5a8a346ea" /><Relationship Type="http://schemas.openxmlformats.org/officeDocument/2006/relationships/officeDocument" Target="/ppt/presentation.xml" Id="Re7811c11dbc64351" /></Relationships>
</file>

<file path=ppt/presentation.xml><?xml version="1.0" encoding="utf-8"?>
<p:presentation xmlns:p="http://schemas.openxmlformats.org/presentationml/2006/main">
  <p:sldMasterIdLst>
    <p:sldMasterId xmlns:r="http://schemas.openxmlformats.org/officeDocument/2006/relationships" id="2147483648" r:id="R025625c5db3e4bcc"/>
  </p:sldMasterIdLst>
  <p:notesMasterIdLst>
    <p:notesMasterId xmlns:r="http://schemas.openxmlformats.org/officeDocument/2006/relationships" r:id="Rbc503ec142314fd9"/>
  </p:notesMasterIdLst>
  <p:sldIdLst>
    <p:sldId xmlns:r="http://schemas.openxmlformats.org/officeDocument/2006/relationships" id="256" r:id="Rce04460602e14798"/>
    <p:sldId xmlns:r="http://schemas.openxmlformats.org/officeDocument/2006/relationships" id="257" r:id="R17d5f97e786c4895"/>
    <p:sldId xmlns:r="http://schemas.openxmlformats.org/officeDocument/2006/relationships" id="258" r:id="R03633937df1142d0"/>
    <p:sldId xmlns:r="http://schemas.openxmlformats.org/officeDocument/2006/relationships" id="259" r:id="Rf3621bb9fc714fde"/>
    <p:sldId xmlns:r="http://schemas.openxmlformats.org/officeDocument/2006/relationships" id="260" r:id="R2a970802d9f340b0"/>
    <p:sldId xmlns:r="http://schemas.openxmlformats.org/officeDocument/2006/relationships" id="261" r:id="R211f3b4375634786"/>
    <p:sldId xmlns:r="http://schemas.openxmlformats.org/officeDocument/2006/relationships" id="262" r:id="Ra7a1ef914e0c4c5e"/>
    <p:sldId xmlns:r="http://schemas.openxmlformats.org/officeDocument/2006/relationships" id="263" r:id="R4305c62b16ce445b"/>
    <p:sldId xmlns:r="http://schemas.openxmlformats.org/officeDocument/2006/relationships" id="264" r:id="R9aecbc313e3f42d7"/>
    <p:sldId xmlns:r="http://schemas.openxmlformats.org/officeDocument/2006/relationships" id="265" r:id="R46dcec11c2104801"/>
    <p:sldId xmlns:r="http://schemas.openxmlformats.org/officeDocument/2006/relationships" id="266" r:id="Rc082ffddfbc94e9a"/>
    <p:sldId xmlns:r="http://schemas.openxmlformats.org/officeDocument/2006/relationships" id="267" r:id="R7f621ea455d940d2"/>
    <p:sldId xmlns:r="http://schemas.openxmlformats.org/officeDocument/2006/relationships" id="268" r:id="R9b0195fbcde54713"/>
    <p:sldId xmlns:r="http://schemas.openxmlformats.org/officeDocument/2006/relationships" id="269" r:id="R8c9dbc4125e947d4"/>
    <p:sldId xmlns:r="http://schemas.openxmlformats.org/officeDocument/2006/relationships" id="270" r:id="Ra79364aeb4004ae0"/>
    <p:sldId xmlns:r="http://schemas.openxmlformats.org/officeDocument/2006/relationships" id="271" r:id="R8eeb6dd4d6f245d9"/>
    <p:sldId xmlns:r="http://schemas.openxmlformats.org/officeDocument/2006/relationships" id="272" r:id="R5d1af3428f5240aa"/>
    <p:sldId xmlns:r="http://schemas.openxmlformats.org/officeDocument/2006/relationships" id="273" r:id="Rf25fa67ae45d434a"/>
    <p:sldId xmlns:r="http://schemas.openxmlformats.org/officeDocument/2006/relationships" id="274" r:id="R68850261209c4e5e"/>
    <p:sldId xmlns:r="http://schemas.openxmlformats.org/officeDocument/2006/relationships" id="275" r:id="Rd8ee6d063a1c4bef"/>
    <p:sldId xmlns:r="http://schemas.openxmlformats.org/officeDocument/2006/relationships" id="276" r:id="R096a2da2a80b4203"/>
    <p:sldId xmlns:r="http://schemas.openxmlformats.org/officeDocument/2006/relationships" id="277" r:id="Rb26aa4276d90428e"/>
    <p:sldId xmlns:r="http://schemas.openxmlformats.org/officeDocument/2006/relationships" id="278" r:id="R7bc1c209e9af421a"/>
    <p:sldId xmlns:r="http://schemas.openxmlformats.org/officeDocument/2006/relationships" id="279" r:id="Rb2119c76991845bc"/>
    <p:sldId xmlns:r="http://schemas.openxmlformats.org/officeDocument/2006/relationships" id="280" r:id="R5c2285fe54894c3f"/>
    <p:sldId xmlns:r="http://schemas.openxmlformats.org/officeDocument/2006/relationships" id="281" r:id="R3eeade4e380148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b0273224aa4156" /><Relationship Type="http://schemas.openxmlformats.org/officeDocument/2006/relationships/slideMaster" Target="/ppt/slideMasters/slideMaster1.xml" Id="R025625c5db3e4bcc" /><Relationship Type="http://schemas.openxmlformats.org/officeDocument/2006/relationships/notesMaster" Target="/ppt/notesMasters/notesMaster1.xml" Id="Rbc503ec142314fd9" /><Relationship Type="http://schemas.openxmlformats.org/officeDocument/2006/relationships/presProps" Target="/ppt/presProps.xml" Id="Rd4770306d717421b" /><Relationship Type="http://schemas.openxmlformats.org/officeDocument/2006/relationships/tableStyles" Target="/ppt/tableStyles.xml" Id="Rf4c6fc3f617641de" /><Relationship Type="http://schemas.openxmlformats.org/officeDocument/2006/relationships/slide" Target="/ppt/slides/slide1.xml" Id="Rce04460602e14798" /><Relationship Type="http://schemas.openxmlformats.org/officeDocument/2006/relationships/slide" Target="/ppt/slides/slide2.xml" Id="R17d5f97e786c4895" /><Relationship Type="http://schemas.openxmlformats.org/officeDocument/2006/relationships/slide" Target="/ppt/slides/slide3.xml" Id="R03633937df1142d0" /><Relationship Type="http://schemas.openxmlformats.org/officeDocument/2006/relationships/slide" Target="/ppt/slides/slide4.xml" Id="Rf3621bb9fc714fde" /><Relationship Type="http://schemas.openxmlformats.org/officeDocument/2006/relationships/slide" Target="/ppt/slides/slide5.xml" Id="R2a970802d9f340b0" /><Relationship Type="http://schemas.openxmlformats.org/officeDocument/2006/relationships/slide" Target="/ppt/slides/slide6.xml" Id="R211f3b4375634786" /><Relationship Type="http://schemas.openxmlformats.org/officeDocument/2006/relationships/slide" Target="/ppt/slides/slide7.xml" Id="Ra7a1ef914e0c4c5e" /><Relationship Type="http://schemas.openxmlformats.org/officeDocument/2006/relationships/slide" Target="/ppt/slides/slide8.xml" Id="R4305c62b16ce445b" /><Relationship Type="http://schemas.openxmlformats.org/officeDocument/2006/relationships/slide" Target="/ppt/slides/slide9.xml" Id="R9aecbc313e3f42d7" /><Relationship Type="http://schemas.openxmlformats.org/officeDocument/2006/relationships/slide" Target="/ppt/slides/slide10.xml" Id="R46dcec11c2104801" /><Relationship Type="http://schemas.openxmlformats.org/officeDocument/2006/relationships/slide" Target="/ppt/slides/slide11.xml" Id="Rc082ffddfbc94e9a" /><Relationship Type="http://schemas.openxmlformats.org/officeDocument/2006/relationships/slide" Target="/ppt/slides/slide12.xml" Id="R7f621ea455d940d2" /><Relationship Type="http://schemas.openxmlformats.org/officeDocument/2006/relationships/slide" Target="/ppt/slides/slide13.xml" Id="R9b0195fbcde54713" /><Relationship Type="http://schemas.openxmlformats.org/officeDocument/2006/relationships/slide" Target="/ppt/slides/slide14.xml" Id="R8c9dbc4125e947d4" /><Relationship Type="http://schemas.openxmlformats.org/officeDocument/2006/relationships/slide" Target="/ppt/slides/slide15.xml" Id="Ra79364aeb4004ae0" /><Relationship Type="http://schemas.openxmlformats.org/officeDocument/2006/relationships/slide" Target="/ppt/slides/slide16.xml" Id="R8eeb6dd4d6f245d9" /><Relationship Type="http://schemas.openxmlformats.org/officeDocument/2006/relationships/slide" Target="/ppt/slides/slide17.xml" Id="R5d1af3428f5240aa" /><Relationship Type="http://schemas.openxmlformats.org/officeDocument/2006/relationships/slide" Target="/ppt/slides/slide18.xml" Id="Rf25fa67ae45d434a" /><Relationship Type="http://schemas.openxmlformats.org/officeDocument/2006/relationships/slide" Target="/ppt/slides/slide19.xml" Id="R68850261209c4e5e" /><Relationship Type="http://schemas.openxmlformats.org/officeDocument/2006/relationships/slide" Target="/ppt/slides/slide20.xml" Id="Rd8ee6d063a1c4bef" /><Relationship Type="http://schemas.openxmlformats.org/officeDocument/2006/relationships/slide" Target="/ppt/slides/slide21.xml" Id="R096a2da2a80b4203" /><Relationship Type="http://schemas.openxmlformats.org/officeDocument/2006/relationships/slide" Target="/ppt/slides/slide22.xml" Id="Rb26aa4276d90428e" /><Relationship Type="http://schemas.openxmlformats.org/officeDocument/2006/relationships/slide" Target="/ppt/slides/slide23.xml" Id="R7bc1c209e9af421a" /><Relationship Type="http://schemas.openxmlformats.org/officeDocument/2006/relationships/slide" Target="/ppt/slides/slide24.xml" Id="Rb2119c76991845bc" /><Relationship Type="http://schemas.openxmlformats.org/officeDocument/2006/relationships/slide" Target="/ppt/slides/slide25.xml" Id="R5c2285fe54894c3f" /><Relationship Type="http://schemas.openxmlformats.org/officeDocument/2006/relationships/slide" Target="/ppt/slides/slide26.xml" Id="R3eeade4e380148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d3b110ca5f4e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095e63124f4803" /><Relationship Type="http://schemas.openxmlformats.org/officeDocument/2006/relationships/notesMaster" Target="/ppt/notesMasters/notesMaster1.xml" Id="R4d16e62d6b054d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59dbd906ea4818" /><Relationship Type="http://schemas.openxmlformats.org/officeDocument/2006/relationships/notesMaster" Target="/ppt/notesMasters/notesMaster1.xml" Id="R9273011178d642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90d86b172b4451" /><Relationship Type="http://schemas.openxmlformats.org/officeDocument/2006/relationships/notesMaster" Target="/ppt/notesMasters/notesMaster1.xml" Id="R1e4e0d760eda47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bf1a5d303b439d" /><Relationship Type="http://schemas.openxmlformats.org/officeDocument/2006/relationships/notesMaster" Target="/ppt/notesMasters/notesMaster1.xml" Id="Rf69a5ae4abba4a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ac734a307441e9" /><Relationship Type="http://schemas.openxmlformats.org/officeDocument/2006/relationships/notesMaster" Target="/ppt/notesMasters/notesMaster1.xml" Id="Rb01d58969b1940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7c731efa7a4927" /><Relationship Type="http://schemas.openxmlformats.org/officeDocument/2006/relationships/notesMaster" Target="/ppt/notesMasters/notesMaster1.xml" Id="Rcf0be34fa0d840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3156c33fee4588" /><Relationship Type="http://schemas.openxmlformats.org/officeDocument/2006/relationships/notesMaster" Target="/ppt/notesMasters/notesMaster1.xml" Id="Rd2d1d333e9f145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39d8cf8c5c4252" /><Relationship Type="http://schemas.openxmlformats.org/officeDocument/2006/relationships/notesMaster" Target="/ppt/notesMasters/notesMaster1.xml" Id="R4be51893ea8049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2fd2eb81f0458f" /><Relationship Type="http://schemas.openxmlformats.org/officeDocument/2006/relationships/notesMaster" Target="/ppt/notesMasters/notesMaster1.xml" Id="Rbe19325eed6745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f60fa036da4a99" /><Relationship Type="http://schemas.openxmlformats.org/officeDocument/2006/relationships/notesMaster" Target="/ppt/notesMasters/notesMaster1.xml" Id="Rca111dbcade74a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dead25cf7543e5" /><Relationship Type="http://schemas.openxmlformats.org/officeDocument/2006/relationships/notesMaster" Target="/ppt/notesMasters/notesMaster1.xml" Id="Ra1dded4c508644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9a5f6b0df345ad" /><Relationship Type="http://schemas.openxmlformats.org/officeDocument/2006/relationships/notesMaster" Target="/ppt/notesMasters/notesMaster1.xml" Id="R71b3d8f1102c45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dbac3b32a44bbc" /><Relationship Type="http://schemas.openxmlformats.org/officeDocument/2006/relationships/notesMaster" Target="/ppt/notesMasters/notesMaster1.xml" Id="R9d3c6530c1784f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392583d9024397" /><Relationship Type="http://schemas.openxmlformats.org/officeDocument/2006/relationships/notesMaster" Target="/ppt/notesMasters/notesMaster1.xml" Id="R13956e998fe64b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9767e609ac4e99" /><Relationship Type="http://schemas.openxmlformats.org/officeDocument/2006/relationships/notesMaster" Target="/ppt/notesMasters/notesMaster1.xml" Id="R3708e4a7e5c34b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0fa4e1c96f495b" /><Relationship Type="http://schemas.openxmlformats.org/officeDocument/2006/relationships/notesMaster" Target="/ppt/notesMasters/notesMaster1.xml" Id="R49aab0715e1047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74340015044ef6" /><Relationship Type="http://schemas.openxmlformats.org/officeDocument/2006/relationships/notesMaster" Target="/ppt/notesMasters/notesMaster1.xml" Id="Ra908fb1627d9447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f693226f3448e5" /><Relationship Type="http://schemas.openxmlformats.org/officeDocument/2006/relationships/notesMaster" Target="/ppt/notesMasters/notesMaster1.xml" Id="Rf2e2a3684fb146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f5cbb1929f14c62" /><Relationship Type="http://schemas.openxmlformats.org/officeDocument/2006/relationships/notesMaster" Target="/ppt/notesMasters/notesMaster1.xml" Id="Rb70a702f59a34f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75dfbd2e4b4972" /><Relationship Type="http://schemas.openxmlformats.org/officeDocument/2006/relationships/notesMaster" Target="/ppt/notesMasters/notesMaster1.xml" Id="Ra9b23d017d4043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7767a0cff4481f" /><Relationship Type="http://schemas.openxmlformats.org/officeDocument/2006/relationships/notesMaster" Target="/ppt/notesMasters/notesMaster1.xml" Id="R800bdf4a71dd4e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4bcd5da2f245f5" /><Relationship Type="http://schemas.openxmlformats.org/officeDocument/2006/relationships/notesMaster" Target="/ppt/notesMasters/notesMaster1.xml" Id="R7dfd33c01f7847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3f2db0b813645e4" /><Relationship Type="http://schemas.openxmlformats.org/officeDocument/2006/relationships/notesMaster" Target="/ppt/notesMasters/notesMaster1.xml" Id="R35d3fe0295c8413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474340b6bb4c65" /><Relationship Type="http://schemas.openxmlformats.org/officeDocument/2006/relationships/notesMaster" Target="/ppt/notesMasters/notesMaster1.xml" Id="R5d50c3b5690249a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f9363b49a24580" /><Relationship Type="http://schemas.openxmlformats.org/officeDocument/2006/relationships/notesMaster" Target="/ppt/notesMasters/notesMaster1.xml" Id="R5cf409b5a7b049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3addc71fd8439e" /><Relationship Type="http://schemas.openxmlformats.org/officeDocument/2006/relationships/notesMaster" Target="/ppt/notesMasters/notesMaster1.xml" Id="R062b7857098842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7e916319d344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976604b56c4868" /><Relationship Type="http://schemas.openxmlformats.org/officeDocument/2006/relationships/slideLayout" Target="/ppt/slideLayouts/slideLayout1.xml" Id="R6cb24e9c9cd249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b24e9c9cd249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f999f86ff9485e" /><Relationship Type="http://schemas.openxmlformats.org/officeDocument/2006/relationships/notesSlide" Target="/ppt/notesSlides/notesSlide1.xml" Id="R733b66feaf8148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a0c68f635d44d5" /><Relationship Type="http://schemas.openxmlformats.org/officeDocument/2006/relationships/notesSlide" Target="/ppt/notesSlides/notesSlide2.xml" Id="Rdea207479a0d49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081261f859463f" /><Relationship Type="http://schemas.openxmlformats.org/officeDocument/2006/relationships/notesSlide" Target="/ppt/notesSlides/notesSlide3.xml" Id="Rb80523d50bdd4d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2b6f7a06cc4677" /><Relationship Type="http://schemas.openxmlformats.org/officeDocument/2006/relationships/notesSlide" Target="/ppt/notesSlides/notesSlide4.xml" Id="R05768b5cb24b40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9f2d29f0234457" /><Relationship Type="http://schemas.openxmlformats.org/officeDocument/2006/relationships/notesSlide" Target="/ppt/notesSlides/notesSlide5.xml" Id="Rf846a3decd9648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7ac03112dc471b" /><Relationship Type="http://schemas.openxmlformats.org/officeDocument/2006/relationships/notesSlide" Target="/ppt/notesSlides/notesSlide6.xml" Id="R1219baf365a74c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61b5d55e1245a0" /><Relationship Type="http://schemas.openxmlformats.org/officeDocument/2006/relationships/notesSlide" Target="/ppt/notesSlides/notesSlide7.xml" Id="Ra0e0f0a1cc344c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bb9fe8ebd74f09" /><Relationship Type="http://schemas.openxmlformats.org/officeDocument/2006/relationships/notesSlide" Target="/ppt/notesSlides/notesSlide8.xml" Id="R18b924c6a7ab4c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24a0fca3b74117" /><Relationship Type="http://schemas.openxmlformats.org/officeDocument/2006/relationships/notesSlide" Target="/ppt/notesSlides/notesSlide9.xml" Id="R4e44dcc890d44a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f0d4f819f23409b" /><Relationship Type="http://schemas.openxmlformats.org/officeDocument/2006/relationships/notesSlide" Target="/ppt/notesSlides/notesSlide10.xml" Id="Re7b0ce3ee61b47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3282d821124d93" /><Relationship Type="http://schemas.openxmlformats.org/officeDocument/2006/relationships/notesSlide" Target="/ppt/notesSlides/notesSlide11.xml" Id="Ref1d351dae284c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a443d633b947ba" /><Relationship Type="http://schemas.openxmlformats.org/officeDocument/2006/relationships/notesSlide" Target="/ppt/notesSlides/notesSlide12.xml" Id="R43be41c3007440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a35b190130462c" /><Relationship Type="http://schemas.openxmlformats.org/officeDocument/2006/relationships/notesSlide" Target="/ppt/notesSlides/notesSlide13.xml" Id="R7acc89b4e7d14f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538e6dd2c744c8c" /><Relationship Type="http://schemas.openxmlformats.org/officeDocument/2006/relationships/notesSlide" Target="/ppt/notesSlides/notesSlide14.xml" Id="R7f2afa94c25d4c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3d3d65c6604d7b" /><Relationship Type="http://schemas.openxmlformats.org/officeDocument/2006/relationships/notesSlide" Target="/ppt/notesSlides/notesSlide15.xml" Id="R8c662a0ee4be44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0cfd101e4d4cf1" /><Relationship Type="http://schemas.openxmlformats.org/officeDocument/2006/relationships/notesSlide" Target="/ppt/notesSlides/notesSlide16.xml" Id="R959aa5ec123d4b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5d6963b8d0464a" /><Relationship Type="http://schemas.openxmlformats.org/officeDocument/2006/relationships/image" Target="/ppt/media/image.jpeg" Id="R4e8e7184c1824538" /><Relationship Type="http://schemas.openxmlformats.org/officeDocument/2006/relationships/image" Target="/ppt/media/image2.jpeg" Id="Rd54055624f0e4e77" /><Relationship Type="http://schemas.openxmlformats.org/officeDocument/2006/relationships/image" Target="/ppt/media/image3.jpeg" Id="R10c1f2ade75c48ae" /><Relationship Type="http://schemas.openxmlformats.org/officeDocument/2006/relationships/notesSlide" Target="/ppt/notesSlides/notesSlide17.xml" Id="R86e3f39484e541f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a590fe71b2047c1" /><Relationship Type="http://schemas.openxmlformats.org/officeDocument/2006/relationships/notesSlide" Target="/ppt/notesSlides/notesSlide18.xml" Id="R17fa7aff071342f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6c6c2f63b434a4c" /><Relationship Type="http://schemas.openxmlformats.org/officeDocument/2006/relationships/notesSlide" Target="/ppt/notesSlides/notesSlide19.xml" Id="R461b1f411e5d48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53967e51a8c4dd4" /><Relationship Type="http://schemas.openxmlformats.org/officeDocument/2006/relationships/notesSlide" Target="/ppt/notesSlides/notesSlide20.xml" Id="Rfd67007b0e0a48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d6445617bf64203" /><Relationship Type="http://schemas.openxmlformats.org/officeDocument/2006/relationships/notesSlide" Target="/ppt/notesSlides/notesSlide21.xml" Id="R397511e150334d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941de35574e43f9" /><Relationship Type="http://schemas.openxmlformats.org/officeDocument/2006/relationships/notesSlide" Target="/ppt/notesSlides/notesSlide22.xml" Id="R58c6d0466c4846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e8ea357054a4b0e" /><Relationship Type="http://schemas.openxmlformats.org/officeDocument/2006/relationships/notesSlide" Target="/ppt/notesSlides/notesSlide23.xml" Id="R7ed8f50ec892477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78fc516e0d4d2c" /><Relationship Type="http://schemas.openxmlformats.org/officeDocument/2006/relationships/notesSlide" Target="/ppt/notesSlides/notesSlide24.xml" Id="R2868e848cb83445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e625c90a6454859" /><Relationship Type="http://schemas.openxmlformats.org/officeDocument/2006/relationships/notesSlide" Target="/ppt/notesSlides/notesSlide25.xml" Id="R1efcc35620e64d9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081812e97814866" /><Relationship Type="http://schemas.openxmlformats.org/officeDocument/2006/relationships/notesSlide" Target="/ppt/notesSlides/notesSlide26.xml" Id="R5738d7e3ae0a4c08"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FED8FA-4ACF-4A64-A5E2-55E86B51C5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72F82A-630A-4961-8E85-F9EB5142005F}"/>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501A2DF6-5D96-4499-B9E4-C48AE5A10116}"/>
              </a:ext>
            </a:extLst>
          </p:cNvPr>
          <p:cNvSpPr>
            <a:spLocks xmlns:a="http://schemas.openxmlformats.org/drawingml/2006/main" noGrp="1"/>
          </p:cNvSpPr>
          <p:nvPr/>
        </p:nvSpPr>
        <p:spPr>
          <a:xfrm xmlns:a="http://schemas.openxmlformats.org/drawingml/2006/main">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E9267065-5ABE-4BDE-9393-2F09E90C3856}"/>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AFCFEA-547A-43D5-9A71-2ED07F0D478A}"/>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B6DFA24F-566A-4D3A-B9A1-E5F914136EAA}"/>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25349291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19FC64E-F80E-4E0F-9051-E9FC7600E4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2847ED-CA3F-45ED-BD73-79BF8210E00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4DFCB359-9F1D-4973-A3F4-59EA09D5288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261299-A115-4518-A4E8-02DBC300CA3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7D9D1132-2986-4964-AD31-5C2082F475CB}"/>
              </a:ext>
            </a:extLst>
          </p:cNvPr>
          <p:cNvSpPr>
            <a:spLocks xmlns:a="http://schemas.openxmlformats.org/drawingml/2006/main" noGrp="1"/>
          </p:cNvSpPr>
          <p:nvPr/>
        </p:nvSpPr>
        <p:spPr>
          <a:xfrm xmlns:a="http://schemas.openxmlformats.org/drawingml/2006/main">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743C3CC3-14A1-49B4-AF19-1355AE1B5977}"/>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CA9E730-A40D-40BF-A977-2E8A24579872}"/>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08A5D7-4D56-4C60-B80E-85DA7D693571}"/>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1B43946-5CE7-46BC-9986-E60E4D009BCC}"/>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0D167BE3-4C46-4919-87A1-498074A6A647}"/>
              </a:ext>
            </a:extLst>
          </p:cNvPr>
          <p:cNvSpPr>
            <a:spLocks xmlns:a="http://schemas.openxmlformats.org/drawingml/2006/main" noGrp="1"/>
          </p:cNvSpPr>
          <p:nvPr/>
        </p:nvSpPr>
        <p:spPr>
          <a:xfrm xmlns:a="http://schemas.openxmlformats.org/drawingml/2006/main">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61AABE81-7893-43D1-8836-09D02894DB4C}"/>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216F38CC-3B0B-49A3-A329-4507DB54B260}"/>
              </a:ext>
            </a:extLst>
          </p:cNvPr>
          <p:cNvSpPr>
            <a:spLocks xmlns:a="http://schemas.openxmlformats.org/drawingml/2006/main" noGrp="1"/>
          </p:cNvSpPr>
          <p:nvPr/>
        </p:nvSpPr>
        <p:spPr>
          <a:xfrm xmlns:a="http://schemas.openxmlformats.org/drawingml/2006/main">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82E3C055-DE0B-47AC-BB3E-B4497730CF13}"/>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72E99801-7A68-4B3B-85EE-A5D4EB2F6E2C}"/>
              </a:ext>
            </a:extLst>
          </p:cNvPr>
          <p:cNvSpPr>
            <a:spLocks xmlns:a="http://schemas.openxmlformats.org/drawingml/2006/main" noGrp="1"/>
          </p:cNvSpPr>
          <p:nvPr/>
        </p:nvSpPr>
        <p:spPr>
          <a:xfrm xmlns:a="http://schemas.openxmlformats.org/drawingml/2006/main">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86B2E814-9377-4C54-888A-E98F21EAEDEC}"/>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D8CA78E-5FE2-49D3-A6C0-3FDEDAEB55C0}"/>
              </a:ext>
            </a:extLst>
          </p:cNvPr>
          <p:cNvSpPr>
            <a:spLocks xmlns:a="http://schemas.openxmlformats.org/drawingml/2006/main" noGrp="1"/>
          </p:cNvSpPr>
          <p:nvPr/>
        </p:nvSpPr>
        <p:spPr>
          <a:xfrm xmlns:a="http://schemas.openxmlformats.org/drawingml/2006/main">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94DE6A5D-6E38-4D9B-AF05-7D66A2BAEC33}"/>
              </a:ext>
            </a:extLst>
          </p:cNvPr>
          <p:cNvSpPr>
            <a:spLocks xmlns:a="http://schemas.openxmlformats.org/drawingml/2006/main" noGrp="1"/>
          </p:cNvSpPr>
          <p:nvPr/>
        </p:nvSpPr>
        <p:spPr>
          <a:xfrm xmlns:a="http://schemas.openxmlformats.org/drawingml/2006/main">
            <a:off x="11191875"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3425F81-7D0D-42DA-BB31-D3CC4D1436BD}"/>
              </a:ext>
            </a:extLst>
          </p:cNvPr>
          <p:cNvSpPr>
            <a:spLocks xmlns:a="http://schemas.openxmlformats.org/drawingml/2006/main" noGrp="1"/>
          </p:cNvSpPr>
          <p:nvPr/>
        </p:nvSpPr>
        <p:spPr>
          <a:xfrm xmlns:a="http://schemas.openxmlformats.org/drawingml/2006/main">
            <a:off x="11134725"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B86ABE4-53BE-4E99-AA3A-323E082D2656}"/>
              </a:ext>
            </a:extLst>
          </p:cNvPr>
          <p:cNvSpPr>
            <a:spLocks xmlns:a="http://schemas.openxmlformats.org/drawingml/2006/main" noGrp="1"/>
          </p:cNvSpPr>
          <p:nvPr/>
        </p:nvSpPr>
        <p:spPr>
          <a:xfrm xmlns:a="http://schemas.openxmlformats.org/drawingml/2006/main">
            <a:off x="11134725"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2A39893-C432-47B7-A3F6-0A8241DDBD4C}"/>
              </a:ext>
            </a:extLst>
          </p:cNvPr>
          <p:cNvSpPr>
            <a:spLocks xmlns:a="http://schemas.openxmlformats.org/drawingml/2006/main" noGrp="1"/>
          </p:cNvSpPr>
          <p:nvPr/>
        </p:nvSpPr>
        <p:spPr>
          <a:xfrm xmlns:a="http://schemas.openxmlformats.org/drawingml/2006/main">
            <a:off x="11353800" y="31432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縦幅</a:t>
            </a:r>
          </a:p>
        </p:txBody>
      </p:sp>
      <p:sp>
        <p:nvSpPr>
          <p:cNvPr id="21" name="">
            <a:extLst xmlns:a="http://schemas.openxmlformats.org/drawingml/2006/main">
              <a:ext uri="{FF2B5EF4-FFF2-40B4-BE49-F238E27FC236}">
                <a16:creationId xmlns:a16="http://schemas.microsoft.com/office/drawing/2014/main" id="{76843477-35F6-44B0-99CE-E5152862011F}"/>
              </a:ext>
            </a:extLst>
          </p:cNvPr>
          <p:cNvSpPr>
            <a:spLocks xmlns:a="http://schemas.openxmlformats.org/drawingml/2006/main" noGrp="1"/>
          </p:cNvSpPr>
          <p:nvPr/>
        </p:nvSpPr>
        <p:spPr>
          <a:xfrm xmlns:a="http://schemas.openxmlformats.org/drawingml/2006/main">
            <a:off x="11353800" y="3476625"/>
            <a:ext cx="590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担う</a:t>
            </a:r>
          </a:p>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レイヤー</a:t>
            </a:r>
          </a:p>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の範囲</a:t>
            </a:r>
          </a:p>
        </p:txBody>
      </p:sp>
      <p:sp>
        <p:nvSpPr>
          <p:cNvPr id="22" name="">
            <a:extLst xmlns:a="http://schemas.openxmlformats.org/drawingml/2006/main">
              <a:ext uri="{FF2B5EF4-FFF2-40B4-BE49-F238E27FC236}">
                <a16:creationId xmlns:a16="http://schemas.microsoft.com/office/drawing/2014/main" id="{2338EA97-F4A8-422D-968A-E910DE8D9DBF}"/>
              </a:ext>
            </a:extLst>
          </p:cNvPr>
          <p:cNvSpPr>
            <a:spLocks xmlns:a="http://schemas.openxmlformats.org/drawingml/2006/main" noGrp="1"/>
          </p:cNvSpPr>
          <p:nvPr/>
        </p:nvSpPr>
        <p:spPr>
          <a:xfrm xmlns:a="http://schemas.openxmlformats.org/drawingml/2006/main">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3" name="">
            <a:extLst xmlns:a="http://schemas.openxmlformats.org/drawingml/2006/main">
              <a:ext uri="{FF2B5EF4-FFF2-40B4-BE49-F238E27FC236}">
                <a16:creationId xmlns:a16="http://schemas.microsoft.com/office/drawing/2014/main" id="{CCB280F8-FAB1-4AFD-989C-451C9F554E10}"/>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DF63046-BE5F-4A97-82A5-A0C2FDBC27A8}"/>
              </a:ext>
            </a:extLst>
          </p:cNvPr>
          <p:cNvSpPr>
            <a:spLocks xmlns:a="http://schemas.openxmlformats.org/drawingml/2006/main" noGrp="1"/>
          </p:cNvSpPr>
          <p:nvPr/>
        </p:nvSpPr>
        <p:spPr>
          <a:xfrm xmlns:a="http://schemas.openxmlformats.org/drawingml/2006/main">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5" name="">
            <a:extLst xmlns:a="http://schemas.openxmlformats.org/drawingml/2006/main">
              <a:ext uri="{FF2B5EF4-FFF2-40B4-BE49-F238E27FC236}">
                <a16:creationId xmlns:a16="http://schemas.microsoft.com/office/drawing/2014/main" id="{8E19B7DD-5D6D-4C14-A50F-64DA95FEC83D}"/>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50ED237D-EBD3-4877-B18A-FC2418157670}"/>
              </a:ext>
            </a:extLst>
          </p:cNvPr>
          <p:cNvSpPr>
            <a:spLocks xmlns:a="http://schemas.openxmlformats.org/drawingml/2006/main" noGrp="1"/>
          </p:cNvSpPr>
          <p:nvPr/>
        </p:nvSpPr>
        <p:spPr>
          <a:xfrm xmlns:a="http://schemas.openxmlformats.org/drawingml/2006/main">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7" name="">
            <a:extLst xmlns:a="http://schemas.openxmlformats.org/drawingml/2006/main">
              <a:ext uri="{FF2B5EF4-FFF2-40B4-BE49-F238E27FC236}">
                <a16:creationId xmlns:a16="http://schemas.microsoft.com/office/drawing/2014/main" id="{D980CAB2-B9A6-4844-96EF-7A7A6B231C8F}"/>
              </a:ext>
            </a:extLst>
          </p:cNvPr>
          <p:cNvSpPr>
            <a:spLocks xmlns:a="http://schemas.openxmlformats.org/drawingml/2006/main" noGrp="1"/>
          </p:cNvSpPr>
          <p:nvPr/>
        </p:nvSpPr>
        <p:spPr>
          <a:xfrm xmlns:a="http://schemas.openxmlformats.org/drawingml/2006/main">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8" name="">
            <a:extLst xmlns:a="http://schemas.openxmlformats.org/drawingml/2006/main">
              <a:ext uri="{FF2B5EF4-FFF2-40B4-BE49-F238E27FC236}">
                <a16:creationId xmlns:a16="http://schemas.microsoft.com/office/drawing/2014/main" id="{B63808FA-2B07-44F9-9C3A-C4D0131DE24C}"/>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9" name="">
            <a:extLst xmlns:a="http://schemas.openxmlformats.org/drawingml/2006/main">
              <a:ext uri="{FF2B5EF4-FFF2-40B4-BE49-F238E27FC236}">
                <a16:creationId xmlns:a16="http://schemas.microsoft.com/office/drawing/2014/main" id="{39E4086C-7B9E-46E5-A68D-1E3FBD003524}"/>
              </a:ext>
            </a:extLst>
          </p:cNvPr>
          <p:cNvSpPr>
            <a:spLocks xmlns:a="http://schemas.openxmlformats.org/drawingml/2006/main" noGrp="1"/>
          </p:cNvSpPr>
          <p:nvPr/>
        </p:nvSpPr>
        <p:spPr>
          <a:xfrm xmlns:a="http://schemas.openxmlformats.org/drawingml/2006/main">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30" name="">
            <a:extLst xmlns:a="http://schemas.openxmlformats.org/drawingml/2006/main">
              <a:ext uri="{FF2B5EF4-FFF2-40B4-BE49-F238E27FC236}">
                <a16:creationId xmlns:a16="http://schemas.microsoft.com/office/drawing/2014/main" id="{5B2FB225-F285-4380-949A-A071816F7A55}"/>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5B0A44DA-9634-46B0-A341-9975356DFAA5}"/>
              </a:ext>
            </a:extLst>
          </p:cNvPr>
          <p:cNvSpPr>
            <a:spLocks xmlns:a="http://schemas.openxmlformats.org/drawingml/2006/main" noGrp="1"/>
          </p:cNvSpPr>
          <p:nvPr/>
        </p:nvSpPr>
        <p:spPr>
          <a:xfrm xmlns:a="http://schemas.openxmlformats.org/drawingml/2006/main">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2" name="">
            <a:extLst xmlns:a="http://schemas.openxmlformats.org/drawingml/2006/main">
              <a:ext uri="{FF2B5EF4-FFF2-40B4-BE49-F238E27FC236}">
                <a16:creationId xmlns:a16="http://schemas.microsoft.com/office/drawing/2014/main" id="{03642571-65A2-4B17-8C8A-BEC64BD19221}"/>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3" name="">
            <a:extLst xmlns:a="http://schemas.openxmlformats.org/drawingml/2006/main">
              <a:ext uri="{FF2B5EF4-FFF2-40B4-BE49-F238E27FC236}">
                <a16:creationId xmlns:a16="http://schemas.microsoft.com/office/drawing/2014/main" id="{FB0E0202-5AB4-484D-971E-29F22450161A}"/>
              </a:ext>
            </a:extLst>
          </p:cNvPr>
          <p:cNvSpPr>
            <a:spLocks xmlns:a="http://schemas.openxmlformats.org/drawingml/2006/main" noGrp="1"/>
          </p:cNvSpPr>
          <p:nvPr/>
        </p:nvSpPr>
        <p:spPr>
          <a:xfrm xmlns:a="http://schemas.openxmlformats.org/drawingml/2006/main">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4" name="">
            <a:extLst xmlns:a="http://schemas.openxmlformats.org/drawingml/2006/main">
              <a:ext uri="{FF2B5EF4-FFF2-40B4-BE49-F238E27FC236}">
                <a16:creationId xmlns:a16="http://schemas.microsoft.com/office/drawing/2014/main" id="{0E1CC863-A826-49D1-89E1-E42AE923A260}"/>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5" name="">
            <a:extLst xmlns:a="http://schemas.openxmlformats.org/drawingml/2006/main">
              <a:ext uri="{FF2B5EF4-FFF2-40B4-BE49-F238E27FC236}">
                <a16:creationId xmlns:a16="http://schemas.microsoft.com/office/drawing/2014/main" id="{D4359212-C3AE-45E9-8B52-93681E6D259C}"/>
              </a:ext>
            </a:extLst>
          </p:cNvPr>
          <p:cNvSpPr>
            <a:spLocks xmlns:a="http://schemas.openxmlformats.org/drawingml/2006/main" noGrp="1"/>
          </p:cNvSpPr>
          <p:nvPr/>
        </p:nvSpPr>
        <p:spPr>
          <a:xfrm xmlns:a="http://schemas.openxmlformats.org/drawingml/2006/main">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6" name="">
            <a:extLst xmlns:a="http://schemas.openxmlformats.org/drawingml/2006/main">
              <a:ext uri="{FF2B5EF4-FFF2-40B4-BE49-F238E27FC236}">
                <a16:creationId xmlns:a16="http://schemas.microsoft.com/office/drawing/2014/main" id="{B3488888-65D7-49D8-8F4A-8F6136E95014}"/>
              </a:ext>
            </a:extLst>
          </p:cNvPr>
          <p:cNvSpPr>
            <a:spLocks xmlns:a="http://schemas.openxmlformats.org/drawingml/2006/main" noGrp="1"/>
          </p:cNvSpPr>
          <p:nvPr/>
        </p:nvSpPr>
        <p:spPr>
          <a:xfrm xmlns:a="http://schemas.openxmlformats.org/drawingml/2006/main">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7" name="">
            <a:extLst xmlns:a="http://schemas.openxmlformats.org/drawingml/2006/main">
              <a:ext uri="{FF2B5EF4-FFF2-40B4-BE49-F238E27FC236}">
                <a16:creationId xmlns:a16="http://schemas.microsoft.com/office/drawing/2014/main" id="{90172E1E-BE2D-429B-A461-0A3F33323251}"/>
              </a:ext>
            </a:extLst>
          </p:cNvPr>
          <p:cNvSpPr>
            <a:spLocks xmlns:a="http://schemas.openxmlformats.org/drawingml/2006/main" noGrp="1"/>
          </p:cNvSpPr>
          <p:nvPr/>
        </p:nvSpPr>
        <p:spPr>
          <a:xfrm xmlns:a="http://schemas.openxmlformats.org/drawingml/2006/main">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821028790"/>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13F9DE-E6CC-42B3-8BB0-1BF528B949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1CCB78-C3FD-414F-923A-F7B3ECACADD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4F4BF4F7-7AA3-49A5-AFF7-915FA809AF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361AF4-FA75-4E9D-9DA2-70AF7E65AAB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72227E44-A193-4C17-B102-DC80BC1DAA9B}"/>
              </a:ext>
            </a:extLst>
          </p:cNvPr>
          <p:cNvSpPr>
            <a:spLocks xmlns:a="http://schemas.openxmlformats.org/drawingml/2006/main" noGrp="1"/>
          </p:cNvSpPr>
          <p:nvPr/>
        </p:nvSpPr>
        <p:spPr>
          <a:xfrm xmlns:a="http://schemas.openxmlformats.org/drawingml/2006/main">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BE41717C-8B4E-4385-A61A-942A8A819E89}"/>
              </a:ext>
            </a:extLst>
          </p:cNvPr>
          <p:cNvSpPr>
            <a:spLocks xmlns:a="http://schemas.openxmlformats.org/drawingml/2006/main" noGrp="1"/>
          </p:cNvSpPr>
          <p:nvPr/>
        </p:nvSpPr>
        <p:spPr>
          <a:xfrm xmlns:a="http://schemas.openxmlformats.org/drawingml/2006/main">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0ABF8C3C-7848-4AF2-9EEC-B011DFC0D643}"/>
              </a:ext>
            </a:extLst>
          </p:cNvPr>
          <p:cNvSpPr>
            <a:spLocks xmlns:a="http://schemas.openxmlformats.org/drawingml/2006/main" noGrp="1"/>
          </p:cNvSpPr>
          <p:nvPr/>
        </p:nvSpPr>
        <p:spPr>
          <a:xfrm xmlns:a="http://schemas.openxmlformats.org/drawingml/2006/main">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507976BF-C3E4-40A2-B9FD-BC8BBFED856E}"/>
              </a:ext>
            </a:extLst>
          </p:cNvPr>
          <p:cNvSpPr>
            <a:spLocks xmlns:a="http://schemas.openxmlformats.org/drawingml/2006/main" noGrp="1"/>
          </p:cNvSpPr>
          <p:nvPr/>
        </p:nvSpPr>
        <p:spPr>
          <a:xfrm xmlns:a="http://schemas.openxmlformats.org/drawingml/2006/main">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718E6274-360A-4814-8C9D-BE619B8A448B}"/>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AD15E10-332D-407E-8ADE-74E2606435A4}"/>
              </a:ext>
            </a:extLst>
          </p:cNvPr>
          <p:cNvSpPr>
            <a:spLocks xmlns:a="http://schemas.openxmlformats.org/drawingml/2006/main" noGrp="1"/>
          </p:cNvSpPr>
          <p:nvPr/>
        </p:nvSpPr>
        <p:spPr>
          <a:xfrm xmlns:a="http://schemas.openxmlformats.org/drawingml/2006/main">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10BAB69C-E969-42FE-BA8A-32A490B3FEC7}"/>
              </a:ext>
            </a:extLst>
          </p:cNvPr>
          <p:cNvSpPr>
            <a:spLocks xmlns:a="http://schemas.openxmlformats.org/drawingml/2006/main" noGrp="1"/>
          </p:cNvSpPr>
          <p:nvPr/>
        </p:nvSpPr>
        <p:spPr>
          <a:xfrm xmlns:a="http://schemas.openxmlformats.org/drawingml/2006/main">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799EB95A-7FC0-452F-B3F7-D47B97BAD5F5}"/>
              </a:ext>
            </a:extLst>
          </p:cNvPr>
          <p:cNvSpPr>
            <a:spLocks xmlns:a="http://schemas.openxmlformats.org/drawingml/2006/main" noGrp="1"/>
          </p:cNvSpPr>
          <p:nvPr/>
        </p:nvSpPr>
        <p:spPr>
          <a:xfrm xmlns:a="http://schemas.openxmlformats.org/drawingml/2006/main">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187572929"/>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515BB70-250B-4F8D-9F3A-4D653F2DA3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63001B-14A5-40A1-B7CD-305507265A9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BC27A916-CAAC-4FE8-B236-6A7DB472798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B9AA00-A8C5-44D9-9F5D-1D1D619A42C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9CD28B26-A9D1-4DFB-A6B5-3E0E5B890AE3}"/>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54196679-5095-4378-B935-1510FF3F9AD7}"/>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FEF9D49C-4108-4429-910E-F1FEB9AA6581}"/>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F9CE95-A911-4B6E-BB53-F6C79C554383}"/>
              </a:ext>
            </a:extLst>
          </p:cNvPr>
          <p:cNvSpPr>
            <a:spLocks xmlns:a="http://schemas.openxmlformats.org/drawingml/2006/main" noGrp="1"/>
          </p:cNvSpPr>
          <p:nvPr/>
        </p:nvSpPr>
        <p:spPr>
          <a:xfrm xmlns:a="http://schemas.openxmlformats.org/drawingml/2006/main">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3DF931F7-FD28-414E-B8ED-EBFE83699D6C}"/>
              </a:ext>
            </a:extLst>
          </p:cNvPr>
          <p:cNvSpPr>
            <a:spLocks xmlns:a="http://schemas.openxmlformats.org/drawingml/2006/main" noGrp="1"/>
          </p:cNvSpPr>
          <p:nvPr/>
        </p:nvSpPr>
        <p:spPr>
          <a:xfrm xmlns:a="http://schemas.openxmlformats.org/drawingml/2006/main">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A42F666C-9E35-43E4-80B3-0F87AFB3548A}"/>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0FC8B1-94D4-49F8-9F63-E0B66D9714B3}"/>
              </a:ext>
            </a:extLst>
          </p:cNvPr>
          <p:cNvSpPr>
            <a:spLocks xmlns:a="http://schemas.openxmlformats.org/drawingml/2006/main" noGrp="1"/>
          </p:cNvSpPr>
          <p:nvPr/>
        </p:nvSpPr>
        <p:spPr>
          <a:xfrm xmlns:a="http://schemas.openxmlformats.org/drawingml/2006/main">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FA7C0399-FFCB-4290-92B2-E3303922CAD9}"/>
              </a:ext>
            </a:extLst>
          </p:cNvPr>
          <p:cNvSpPr>
            <a:spLocks xmlns:a="http://schemas.openxmlformats.org/drawingml/2006/main" noGrp="1"/>
          </p:cNvSpPr>
          <p:nvPr/>
        </p:nvSpPr>
        <p:spPr>
          <a:xfrm xmlns:a="http://schemas.openxmlformats.org/drawingml/2006/main">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E1E5EF12-0211-489E-8AE2-100F296810F5}"/>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1CDB47-65F4-435F-B160-1472DBFC1998}"/>
              </a:ext>
            </a:extLst>
          </p:cNvPr>
          <p:cNvSpPr>
            <a:spLocks xmlns:a="http://schemas.openxmlformats.org/drawingml/2006/main" noGrp="1"/>
          </p:cNvSpPr>
          <p:nvPr/>
        </p:nvSpPr>
        <p:spPr>
          <a:xfrm xmlns:a="http://schemas.openxmlformats.org/drawingml/2006/main">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9ACE0869-C28E-41A0-B2A0-858B3DE67A7F}"/>
              </a:ext>
            </a:extLst>
          </p:cNvPr>
          <p:cNvSpPr>
            <a:spLocks xmlns:a="http://schemas.openxmlformats.org/drawingml/2006/main" noGrp="1"/>
          </p:cNvSpPr>
          <p:nvPr/>
        </p:nvSpPr>
        <p:spPr>
          <a:xfrm xmlns:a="http://schemas.openxmlformats.org/drawingml/2006/main">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839376270"/>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E2A20EE7-7DBF-4767-AC3A-425C379C449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ECB266-E636-452A-9D31-2CF66B5D1DE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A351AAA0-E84C-415C-AF56-549EACF91EF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DF37CC-7BF5-4BA1-BB21-5AE5451DFAB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02AC675A-C15A-4F55-963A-71EFFF5EB34B}"/>
              </a:ext>
            </a:extLst>
          </p:cNvPr>
          <p:cNvSpPr>
            <a:spLocks xmlns:a="http://schemas.openxmlformats.org/drawingml/2006/main" noGrp="1"/>
          </p:cNvSpPr>
          <p:nvPr/>
        </p:nvSpPr>
        <p:spPr>
          <a:xfrm xmlns:a="http://schemas.openxmlformats.org/drawingml/2006/main">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C4FE5C9E-DFF7-46D2-83DA-30CB73FF6FE7}"/>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B8AC3A-DE97-402C-9B3A-F830908A9F86}"/>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BC6E449-835D-4EF0-A861-2F1A85FF92D8}"/>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58B0CD4-E3C1-4AE2-BB3D-E9008F9A40E8}"/>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5F9F71E6-C159-479A-A5B5-4C869CE27FC9}"/>
              </a:ext>
            </a:extLst>
          </p:cNvPr>
          <p:cNvSpPr>
            <a:spLocks xmlns:a="http://schemas.openxmlformats.org/drawingml/2006/main" noGrp="1"/>
          </p:cNvSpPr>
          <p:nvPr/>
        </p:nvSpPr>
        <p:spPr>
          <a:xfrm xmlns:a="http://schemas.openxmlformats.org/drawingml/2006/main">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4DF1232F-3BAE-4A37-B1A8-36624FA64ED9}"/>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492FCCDC-2D22-4639-A3D6-32E731CDB14C}"/>
              </a:ext>
            </a:extLst>
          </p:cNvPr>
          <p:cNvSpPr>
            <a:spLocks xmlns:a="http://schemas.openxmlformats.org/drawingml/2006/main" noGrp="1"/>
          </p:cNvSpPr>
          <p:nvPr/>
        </p:nvSpPr>
        <p:spPr>
          <a:xfrm xmlns:a="http://schemas.openxmlformats.org/drawingml/2006/main">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CDDB3FAD-7C94-4B17-B286-30997D3548F7}"/>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82AC657C-B3A8-4883-AC9D-7FFC0831B64C}"/>
              </a:ext>
            </a:extLst>
          </p:cNvPr>
          <p:cNvSpPr>
            <a:spLocks xmlns:a="http://schemas.openxmlformats.org/drawingml/2006/main" noGrp="1"/>
          </p:cNvSpPr>
          <p:nvPr/>
        </p:nvSpPr>
        <p:spPr>
          <a:xfrm xmlns:a="http://schemas.openxmlformats.org/drawingml/2006/main">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A7F813A0-9830-4613-94D0-A5061CF4A676}"/>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2898BCC0-454C-46A7-8024-681B60628CEA}"/>
              </a:ext>
            </a:extLst>
          </p:cNvPr>
          <p:cNvSpPr>
            <a:spLocks xmlns:a="http://schemas.openxmlformats.org/drawingml/2006/main" noGrp="1"/>
          </p:cNvSpPr>
          <p:nvPr/>
        </p:nvSpPr>
        <p:spPr>
          <a:xfrm xmlns:a="http://schemas.openxmlformats.org/drawingml/2006/main">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7768253-C46B-4851-988A-D32BCEE36C35}"/>
              </a:ext>
            </a:extLst>
          </p:cNvPr>
          <p:cNvSpPr>
            <a:spLocks xmlns:a="http://schemas.openxmlformats.org/drawingml/2006/main" noGrp="1"/>
          </p:cNvSpPr>
          <p:nvPr/>
        </p:nvSpPr>
        <p:spPr>
          <a:xfrm xmlns:a="http://schemas.openxmlformats.org/drawingml/2006/main">
            <a:off x="11191875"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05B7160-A5B1-4D44-9C56-671888480061}"/>
              </a:ext>
            </a:extLst>
          </p:cNvPr>
          <p:cNvSpPr>
            <a:spLocks xmlns:a="http://schemas.openxmlformats.org/drawingml/2006/main" noGrp="1"/>
          </p:cNvSpPr>
          <p:nvPr/>
        </p:nvSpPr>
        <p:spPr>
          <a:xfrm xmlns:a="http://schemas.openxmlformats.org/drawingml/2006/main">
            <a:off x="11134725"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0E33F67-E1DC-4DCE-A80E-A60062A9DB09}"/>
              </a:ext>
            </a:extLst>
          </p:cNvPr>
          <p:cNvSpPr>
            <a:spLocks xmlns:a="http://schemas.openxmlformats.org/drawingml/2006/main" noGrp="1"/>
          </p:cNvSpPr>
          <p:nvPr/>
        </p:nvSpPr>
        <p:spPr>
          <a:xfrm xmlns:a="http://schemas.openxmlformats.org/drawingml/2006/main">
            <a:off x="11134725"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9DB410A-BAE2-4630-A311-5211D7E604E1}"/>
              </a:ext>
            </a:extLst>
          </p:cNvPr>
          <p:cNvSpPr>
            <a:spLocks xmlns:a="http://schemas.openxmlformats.org/drawingml/2006/main" noGrp="1"/>
          </p:cNvSpPr>
          <p:nvPr/>
        </p:nvSpPr>
        <p:spPr>
          <a:xfrm xmlns:a="http://schemas.openxmlformats.org/drawingml/2006/main">
            <a:off x="11353800" y="314325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縦幅</a:t>
            </a:r>
          </a:p>
        </p:txBody>
      </p:sp>
      <p:sp>
        <p:nvSpPr>
          <p:cNvPr id="21" name="">
            <a:extLst xmlns:a="http://schemas.openxmlformats.org/drawingml/2006/main">
              <a:ext uri="{FF2B5EF4-FFF2-40B4-BE49-F238E27FC236}">
                <a16:creationId xmlns:a16="http://schemas.microsoft.com/office/drawing/2014/main" id="{A9258C29-87A7-443B-ABBE-836B6F22C9C8}"/>
              </a:ext>
            </a:extLst>
          </p:cNvPr>
          <p:cNvSpPr>
            <a:spLocks xmlns:a="http://schemas.openxmlformats.org/drawingml/2006/main" noGrp="1"/>
          </p:cNvSpPr>
          <p:nvPr/>
        </p:nvSpPr>
        <p:spPr>
          <a:xfrm xmlns:a="http://schemas.openxmlformats.org/drawingml/2006/main">
            <a:off x="11353800" y="3476625"/>
            <a:ext cx="590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担う</a:t>
            </a:r>
          </a:p>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レイヤー</a:t>
            </a:r>
          </a:p>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の範囲</a:t>
            </a:r>
          </a:p>
        </p:txBody>
      </p:sp>
      <p:sp>
        <p:nvSpPr>
          <p:cNvPr id="22" name="">
            <a:extLst xmlns:a="http://schemas.openxmlformats.org/drawingml/2006/main">
              <a:ext uri="{FF2B5EF4-FFF2-40B4-BE49-F238E27FC236}">
                <a16:creationId xmlns:a16="http://schemas.microsoft.com/office/drawing/2014/main" id="{1EF710E4-3CFB-4E03-B28E-262786B29154}"/>
              </a:ext>
            </a:extLst>
          </p:cNvPr>
          <p:cNvSpPr>
            <a:spLocks xmlns:a="http://schemas.openxmlformats.org/drawingml/2006/main" noGrp="1"/>
          </p:cNvSpPr>
          <p:nvPr/>
        </p:nvSpPr>
        <p:spPr>
          <a:xfrm xmlns:a="http://schemas.openxmlformats.org/drawingml/2006/main">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3" name="">
            <a:extLst xmlns:a="http://schemas.openxmlformats.org/drawingml/2006/main">
              <a:ext uri="{FF2B5EF4-FFF2-40B4-BE49-F238E27FC236}">
                <a16:creationId xmlns:a16="http://schemas.microsoft.com/office/drawing/2014/main" id="{079ADA76-D413-4902-8CBA-57B90C81FB91}"/>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2A9B357-2AA6-4210-8DF8-0111E845BDDA}"/>
              </a:ext>
            </a:extLst>
          </p:cNvPr>
          <p:cNvSpPr>
            <a:spLocks xmlns:a="http://schemas.openxmlformats.org/drawingml/2006/main" noGrp="1"/>
          </p:cNvSpPr>
          <p:nvPr/>
        </p:nvSpPr>
        <p:spPr>
          <a:xfrm xmlns:a="http://schemas.openxmlformats.org/drawingml/2006/main">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5" name="">
            <a:extLst xmlns:a="http://schemas.openxmlformats.org/drawingml/2006/main">
              <a:ext uri="{FF2B5EF4-FFF2-40B4-BE49-F238E27FC236}">
                <a16:creationId xmlns:a16="http://schemas.microsoft.com/office/drawing/2014/main" id="{3ACAABE6-4985-49FF-94FC-50D99CD01803}"/>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8E05187-6FA7-4344-89DD-DBF8ED5FDEBA}"/>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70FD33D-85F8-4E4E-8E56-9D5981A65F2D}"/>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A993309-0A87-4213-8FCB-2C0B7F4AC38C}"/>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57AA0AF-07E5-418B-9AA3-3E5A43128D90}"/>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CDB33FA-B187-4F71-A927-003457756BDD}"/>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7384E9D-4363-48F2-83A7-0D9DA95CF9AE}"/>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AB601D7-B737-4626-81E5-FAA91D50A73A}"/>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8D6ED04-D357-46AB-BF26-586DCE957814}"/>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466C35C-DAFD-4271-92AD-7261FDC8E897}"/>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30C3B4C-4114-4AE1-A05B-53D92027AB9E}"/>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55A2DBA-7153-443A-A41D-4ECA06270FA5}"/>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4842C8F-9D75-4B25-9B6D-42D49D471766}"/>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075B911-2621-4E74-A87A-19A05A5FC9C6}"/>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0705894-E9E8-4CA0-8D11-4892D79564FF}"/>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77680E3-9368-4E17-ADFC-8994C0BBF0B3}"/>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662FCFD-9D1C-42ED-A7E0-5CC87ECFBBC7}"/>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697C9FC-BBEA-476B-93D0-0F97DDC0C0B4}"/>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E765664-94FC-4FDE-B41D-A4E07CF953D9}"/>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906C3B8-BA1A-4DCD-8425-42D6E3F4A85E}"/>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D0432C4-3986-4FD0-A283-9C193AFF7318}"/>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4DD24E7-1879-4CAB-AEDA-17D7B2F9A0BF}"/>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9146487-C37C-488E-8E6A-771FC3F2CFA9}"/>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D3B5A28-4CF5-4445-BF82-392B26ECB5F7}"/>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221F6E3-3DC2-4A1B-AFFB-67D869557092}"/>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2CAF698-ED92-4D57-AACD-AAB011B26894}"/>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50668007-748E-4DEB-8A5F-277394733993}"/>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253EE1F-BB74-4872-ACDD-B56967854FE3}"/>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602AAEA8-58EF-4375-8EBA-8DD9EA509F18}"/>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A892492A-6E48-4EB8-9C8B-0436AE672D09}"/>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6C53CF8-6A3D-438C-9DF3-0193659D9818}"/>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370E262-F56A-4D19-8FB8-35080BAE2AE2}"/>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15B4C9C2-392F-467F-B576-45E3FE85CF20}"/>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3A929ABF-759F-4FB1-8B40-1115F0713757}"/>
              </a:ext>
            </a:extLst>
          </p:cNvPr>
          <p:cNvSpPr>
            <a:spLocks xmlns:a="http://schemas.openxmlformats.org/drawingml/2006/main" noGrp="1"/>
          </p:cNvSpPr>
          <p:nvPr/>
        </p:nvSpPr>
        <p:spPr>
          <a:xfrm xmlns:a="http://schemas.openxmlformats.org/drawingml/2006/main">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9" name="">
            <a:extLst xmlns:a="http://schemas.openxmlformats.org/drawingml/2006/main">
              <a:ext uri="{FF2B5EF4-FFF2-40B4-BE49-F238E27FC236}">
                <a16:creationId xmlns:a16="http://schemas.microsoft.com/office/drawing/2014/main" id="{BC574D28-C8A9-45FB-B62C-387BB026D42C}"/>
              </a:ext>
            </a:extLst>
          </p:cNvPr>
          <p:cNvSpPr>
            <a:spLocks xmlns:a="http://schemas.openxmlformats.org/drawingml/2006/main" noGrp="1"/>
          </p:cNvSpPr>
          <p:nvPr/>
        </p:nvSpPr>
        <p:spPr>
          <a:xfrm xmlns:a="http://schemas.openxmlformats.org/drawingml/2006/main">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60" name="">
            <a:extLst xmlns:a="http://schemas.openxmlformats.org/drawingml/2006/main">
              <a:ext uri="{FF2B5EF4-FFF2-40B4-BE49-F238E27FC236}">
                <a16:creationId xmlns:a16="http://schemas.microsoft.com/office/drawing/2014/main" id="{52A92803-D688-4115-B85E-41ED4F0E2725}"/>
              </a:ext>
            </a:extLst>
          </p:cNvPr>
          <p:cNvSpPr>
            <a:spLocks xmlns:a="http://schemas.openxmlformats.org/drawingml/2006/main" noGrp="1"/>
          </p:cNvSpPr>
          <p:nvPr/>
        </p:nvSpPr>
        <p:spPr>
          <a:xfrm xmlns:a="http://schemas.openxmlformats.org/drawingml/2006/main">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1" name="">
            <a:extLst xmlns:a="http://schemas.openxmlformats.org/drawingml/2006/main">
              <a:ext uri="{FF2B5EF4-FFF2-40B4-BE49-F238E27FC236}">
                <a16:creationId xmlns:a16="http://schemas.microsoft.com/office/drawing/2014/main" id="{3EE14DD9-9968-4EEA-AF1A-2853FD215322}"/>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7AB9D5CC-B6B7-4FAE-8D9F-F4ED7150F8CE}"/>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EC6A1BDB-84DE-43FD-8138-2949A35F2A7C}"/>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7697C438-AABB-47A9-B794-F52F2CDCBC2C}"/>
              </a:ext>
            </a:extLst>
          </p:cNvPr>
          <p:cNvSpPr>
            <a:spLocks xmlns:a="http://schemas.openxmlformats.org/drawingml/2006/main" noGrp="1"/>
          </p:cNvSpPr>
          <p:nvPr/>
        </p:nvSpPr>
        <p:spPr>
          <a:xfrm xmlns:a="http://schemas.openxmlformats.org/drawingml/2006/main">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5" name="">
            <a:extLst xmlns:a="http://schemas.openxmlformats.org/drawingml/2006/main">
              <a:ext uri="{FF2B5EF4-FFF2-40B4-BE49-F238E27FC236}">
                <a16:creationId xmlns:a16="http://schemas.microsoft.com/office/drawing/2014/main" id="{63C9A4D9-BCA9-4715-A544-F41BDAFFD213}"/>
              </a:ext>
            </a:extLst>
          </p:cNvPr>
          <p:cNvSpPr>
            <a:spLocks xmlns:a="http://schemas.openxmlformats.org/drawingml/2006/main" noGrp="1"/>
          </p:cNvSpPr>
          <p:nvPr/>
        </p:nvSpPr>
        <p:spPr>
          <a:xfrm xmlns:a="http://schemas.openxmlformats.org/drawingml/2006/main">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710589186"/>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E2CB4A-6B4D-45C3-8C72-01BC0C8921C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39B5A8-38E8-495C-B736-9FAC4D21E04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3AB2531F-4685-45F0-AF63-212CA4E2EE6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0D3F2E-16D1-455E-9CC6-1F41DD3D33F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969AD956-3259-4241-B978-72FA76984DE1}"/>
              </a:ext>
            </a:extLst>
          </p:cNvPr>
          <p:cNvSpPr>
            <a:spLocks xmlns:a="http://schemas.openxmlformats.org/drawingml/2006/main" noGrp="1"/>
          </p:cNvSpPr>
          <p:nvPr/>
        </p:nvSpPr>
        <p:spPr>
          <a:xfrm xmlns:a="http://schemas.openxmlformats.org/drawingml/2006/main">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B59429A5-B03F-4E17-A7F0-0E685F5535F0}"/>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E41834-82A6-46E4-9E85-E746360A1CD5}"/>
              </a:ext>
            </a:extLst>
          </p:cNvPr>
          <p:cNvSpPr>
            <a:spLocks xmlns:a="http://schemas.openxmlformats.org/drawingml/2006/main" noGrp="1"/>
          </p:cNvSpPr>
          <p:nvPr/>
        </p:nvSpPr>
        <p:spPr>
          <a:xfrm xmlns:a="http://schemas.openxmlformats.org/drawingml/2006/main">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09416467-082B-4648-9CFC-2C47DAE47693}"/>
              </a:ext>
            </a:extLst>
          </p:cNvPr>
          <p:cNvSpPr>
            <a:spLocks xmlns:a="http://schemas.openxmlformats.org/drawingml/2006/main" noGrp="1"/>
          </p:cNvSpPr>
          <p:nvPr/>
        </p:nvSpPr>
        <p:spPr>
          <a:xfrm xmlns:a="http://schemas.openxmlformats.org/drawingml/2006/main">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982293754"/>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C68BF3-DD0B-4B0A-BF20-F12FC57C5AF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7D0E51-010B-4F41-9941-73024D7863E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2B838CB8-54F3-470D-8832-08E643B5BD2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312816-231A-4589-9AD5-4B113A41DFD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A5DFAC71-C38B-4A38-9DA5-4AD7377575BD}"/>
              </a:ext>
            </a:extLst>
          </p:cNvPr>
          <p:cNvSpPr>
            <a:spLocks xmlns:a="http://schemas.openxmlformats.org/drawingml/2006/main" noGrp="1"/>
          </p:cNvSpPr>
          <p:nvPr/>
        </p:nvSpPr>
        <p:spPr>
          <a:xfrm xmlns:a="http://schemas.openxmlformats.org/drawingml/2006/main">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7F60D09E-E832-4C71-97E1-88811C87E3DA}"/>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550367-61B4-4CAA-8492-1F5436FAC179}"/>
              </a:ext>
            </a:extLst>
          </p:cNvPr>
          <p:cNvSpPr>
            <a:spLocks xmlns:a="http://schemas.openxmlformats.org/drawingml/2006/main" noGrp="1"/>
          </p:cNvSpPr>
          <p:nvPr/>
        </p:nvSpPr>
        <p:spPr>
          <a:xfrm xmlns:a="http://schemas.openxmlformats.org/drawingml/2006/main">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A7BF6FC3-E19B-4EFB-9BC6-920FAA10736F}"/>
              </a:ext>
            </a:extLst>
          </p:cNvPr>
          <p:cNvSpPr>
            <a:spLocks xmlns:a="http://schemas.openxmlformats.org/drawingml/2006/main" noGrp="1"/>
          </p:cNvSpPr>
          <p:nvPr/>
        </p:nvSpPr>
        <p:spPr>
          <a:xfrm xmlns:a="http://schemas.openxmlformats.org/drawingml/2006/main">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126713134"/>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3ED132-5F6C-43B9-B21A-8A1544A319B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C38F98-715C-4F6D-BDE2-AD054C57479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E1726C0D-8741-4D87-8E35-E51E555FD29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5AA48C-D2A7-4E9E-99F1-98F9D49EC2B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140D1555-7FC3-41E3-BBF3-A284EAF177D7}"/>
              </a:ext>
            </a:extLst>
          </p:cNvPr>
          <p:cNvSpPr>
            <a:spLocks xmlns:a="http://schemas.openxmlformats.org/drawingml/2006/main" noGrp="1"/>
          </p:cNvSpPr>
          <p:nvPr/>
        </p:nvSpPr>
        <p:spPr>
          <a:xfrm xmlns:a="http://schemas.openxmlformats.org/drawingml/2006/main">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05524B00-CBD3-455A-9F3C-AA4D987A2252}"/>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2342E6-E1DD-4680-A7E4-149EE22DC160}"/>
              </a:ext>
            </a:extLst>
          </p:cNvPr>
          <p:cNvSpPr>
            <a:spLocks xmlns:a="http://schemas.openxmlformats.org/drawingml/2006/main" noGrp="1"/>
          </p:cNvSpPr>
          <p:nvPr/>
        </p:nvSpPr>
        <p:spPr>
          <a:xfrm xmlns:a="http://schemas.openxmlformats.org/drawingml/2006/main">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946989713"/>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72CEBF-1261-4BEA-AAAD-D0EA5E6EE3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ADF851-D55B-4341-8E88-EBCAFA68B33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44935155-DCFC-4C7D-9348-8C8FEB358F3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E220B0-08DB-4539-ABFF-9B1A39C6E5C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E86AB67D-8DB4-4C50-8904-8A0752AD5B70}"/>
              </a:ext>
            </a:extLst>
          </p:cNvPr>
          <p:cNvSpPr>
            <a:spLocks xmlns:a="http://schemas.openxmlformats.org/drawingml/2006/main" noGrp="1"/>
          </p:cNvSpPr>
          <p:nvPr/>
        </p:nvSpPr>
        <p:spPr>
          <a:xfrm xmlns:a="http://schemas.openxmlformats.org/drawingml/2006/main">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F2C32CF0-1EAD-42E2-BA35-1B18B28933BD}"/>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4D5109-0B18-402F-8019-F2B304A1966C}"/>
              </a:ext>
            </a:extLst>
          </p:cNvPr>
          <p:cNvSpPr>
            <a:spLocks xmlns:a="http://schemas.openxmlformats.org/drawingml/2006/main" noGrp="1"/>
          </p:cNvSpPr>
          <p:nvPr/>
        </p:nvSpPr>
        <p:spPr>
          <a:xfrm xmlns:a="http://schemas.openxmlformats.org/drawingml/2006/main">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F32FB08F-C4EF-4DD0-81A0-69672BB05893}"/>
              </a:ext>
            </a:extLst>
          </p:cNvPr>
          <p:cNvSpPr>
            <a:spLocks xmlns:a="http://schemas.openxmlformats.org/drawingml/2006/main" noGrp="1"/>
          </p:cNvSpPr>
          <p:nvPr/>
        </p:nvSpPr>
        <p:spPr>
          <a:xfrm xmlns:a="http://schemas.openxmlformats.org/drawingml/2006/main">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445089745"/>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240F31-3FD6-42CB-BD27-6DA81CE2459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F1D54E-0EF0-4BF0-8A71-E45762B92D5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ED87F239-49D4-41E0-A549-4E566EF9265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79BF25-C2E0-4537-9589-B57DA2BA9A8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0D6223CB-3EBD-4134-A284-C714CEA63543}"/>
              </a:ext>
            </a:extLst>
          </p:cNvPr>
          <p:cNvSpPr>
            <a:spLocks xmlns:a="http://schemas.openxmlformats.org/drawingml/2006/main" noGrp="1"/>
          </p:cNvSpPr>
          <p:nvPr/>
        </p:nvSpPr>
        <p:spPr>
          <a:xfrm xmlns:a="http://schemas.openxmlformats.org/drawingml/2006/main">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031F83CB-953C-4390-9D89-B28A37882AC8}"/>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C15996-6A25-4B3F-82B5-7241A6CE6FDC}"/>
              </a:ext>
            </a:extLst>
          </p:cNvPr>
          <p:cNvSpPr>
            <a:spLocks xmlns:a="http://schemas.openxmlformats.org/drawingml/2006/main" noGrp="1"/>
          </p:cNvSpPr>
          <p:nvPr/>
        </p:nvSpPr>
        <p:spPr>
          <a:xfrm xmlns:a="http://schemas.openxmlformats.org/drawingml/2006/main">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12C40E8C-ABFA-4475-A74C-141A3C73CB8E}"/>
              </a:ext>
            </a:extLst>
          </p:cNvPr>
          <p:cNvSpPr>
            <a:spLocks xmlns:a="http://schemas.openxmlformats.org/drawingml/2006/main" noGrp="1"/>
          </p:cNvSpPr>
          <p:nvPr/>
        </p:nvSpPr>
        <p:spPr>
          <a:xfrm xmlns:a="http://schemas.openxmlformats.org/drawingml/2006/main">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1317218367"/>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348D27-A234-4547-9482-78D4B236FF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076DB6-F5D4-467D-BF03-0FCBB87ECBD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1C4394FC-0E4B-4E89-889C-9D253A27885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DAFDAF-9623-4EC7-8A38-A83AFB51ECA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D41147C3-5836-4C56-B147-E2300D164F0D}"/>
              </a:ext>
            </a:extLst>
          </p:cNvPr>
          <p:cNvSpPr>
            <a:spLocks xmlns:a="http://schemas.openxmlformats.org/drawingml/2006/main" noGrp="1"/>
          </p:cNvSpPr>
          <p:nvPr/>
        </p:nvSpPr>
        <p:spPr>
          <a:xfrm xmlns:a="http://schemas.openxmlformats.org/drawingml/2006/main">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D906AE0B-CF46-44FC-840C-6E177EF70651}"/>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40C55C-839D-45C9-8743-BE816695190F}"/>
              </a:ext>
            </a:extLst>
          </p:cNvPr>
          <p:cNvSpPr>
            <a:spLocks xmlns:a="http://schemas.openxmlformats.org/drawingml/2006/main" noGrp="1"/>
          </p:cNvSpPr>
          <p:nvPr/>
        </p:nvSpPr>
        <p:spPr>
          <a:xfrm xmlns:a="http://schemas.openxmlformats.org/drawingml/2006/main">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25FB023B-CA90-4AD2-8E4A-672D1A575363}"/>
              </a:ext>
            </a:extLst>
          </p:cNvPr>
          <p:cNvSpPr>
            <a:spLocks xmlns:a="http://schemas.openxmlformats.org/drawingml/2006/main" noGrp="1"/>
          </p:cNvSpPr>
          <p:nvPr/>
        </p:nvSpPr>
        <p:spPr>
          <a:xfrm xmlns:a="http://schemas.openxmlformats.org/drawingml/2006/main">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370301828"/>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A7F53D-3540-47D7-94F8-1F72E78206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7DE739-FEF7-4BDB-B150-027BB3B5111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944F2CF7-F1E9-4883-93A0-E2650AF959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8BD43C-F2B2-4C12-ACF9-CB5FF72470F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F712B8A5-714C-4CE7-BFDB-F9DCF9F61AAB}"/>
              </a:ext>
            </a:extLst>
          </p:cNvPr>
          <p:cNvSpPr>
            <a:spLocks xmlns:a="http://schemas.openxmlformats.org/drawingml/2006/main" noGrp="1"/>
          </p:cNvSpPr>
          <p:nvPr/>
        </p:nvSpPr>
        <p:spPr>
          <a:xfrm xmlns:a="http://schemas.openxmlformats.org/drawingml/2006/main">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6CE72AFF-0D98-4189-A3F1-895C1C6354D8}"/>
              </a:ext>
            </a:extLst>
          </p:cNvPr>
          <p:cNvSpPr>
            <a:spLocks xmlns:a="http://schemas.openxmlformats.org/drawingml/2006/main" noGrp="1"/>
          </p:cNvSpPr>
          <p:nvPr/>
        </p:nvSpPr>
        <p:spPr>
          <a:xfrm xmlns:a="http://schemas.openxmlformats.org/drawingml/2006/main">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7CE7B53C-86B4-4301-BF99-2B6F3F67F7B2}"/>
              </a:ext>
            </a:extLst>
          </p:cNvPr>
          <p:cNvSpPr>
            <a:spLocks xmlns:a="http://schemas.openxmlformats.org/drawingml/2006/main" noGrp="1"/>
          </p:cNvSpPr>
          <p:nvPr/>
        </p:nvSpPr>
        <p:spPr>
          <a:xfrm xmlns:a="http://schemas.openxmlformats.org/drawingml/2006/main">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B251C709-E98B-4966-90A4-092F1387E7E4}"/>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798B9A-A9C5-439F-9D59-B446F6D7AD31}"/>
              </a:ext>
            </a:extLst>
          </p:cNvPr>
          <p:cNvSpPr>
            <a:spLocks xmlns:a="http://schemas.openxmlformats.org/drawingml/2006/main" noGrp="1"/>
          </p:cNvSpPr>
          <p:nvPr/>
        </p:nvSpPr>
        <p:spPr>
          <a:xfrm xmlns:a="http://schemas.openxmlformats.org/drawingml/2006/main">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8CDE7524-699C-469C-B890-F01336464F1F}"/>
              </a:ext>
            </a:extLst>
          </p:cNvPr>
          <p:cNvSpPr>
            <a:spLocks xmlns:a="http://schemas.openxmlformats.org/drawingml/2006/main" noGrp="1"/>
          </p:cNvSpPr>
          <p:nvPr/>
        </p:nvSpPr>
        <p:spPr>
          <a:xfrm xmlns:a="http://schemas.openxmlformats.org/drawingml/2006/main">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78CAB2FF-2A58-4154-ACCE-9174F081865C}"/>
              </a:ext>
            </a:extLst>
          </p:cNvPr>
          <p:cNvSpPr>
            <a:spLocks xmlns:a="http://schemas.openxmlformats.org/drawingml/2006/main" noGrp="1"/>
          </p:cNvSpPr>
          <p:nvPr/>
        </p:nvSpPr>
        <p:spPr>
          <a:xfrm xmlns:a="http://schemas.openxmlformats.org/drawingml/2006/main">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3186333C-0513-4B87-A241-99158BC700AF}"/>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620061944"/>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AEE7053-E94E-4758-93D7-89BA46B520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F2E4D6-6FBA-4FA1-8A4D-C763BFC25DD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FFF5788D-457C-46C4-B408-7326B3EE11D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5280BB-5809-4EC4-97F8-3881F6816E1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E0843A0C-0693-44A9-BDC1-0BC3DE8EA04B}"/>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18550809-0B74-4074-9275-86EF91C23366}"/>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BBC81E06-6A49-4ADC-A3C6-94CDFB236AE6}"/>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AE7C7A5F-1BF9-4318-A540-D9F7248BA4D1}"/>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69052512-5A75-45C7-8EC6-54B44231ABA7}"/>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895ECAC8-54A4-4CC5-AB7A-37B6108B66BB}"/>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3C9870C6-28D9-4374-A03B-0339C44EEF0F}"/>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C1FB6FF-8057-4A5F-A81F-DF5A6FA45FA1}"/>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ED36EC02-978A-4212-8987-EE8E79CB00E3}"/>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BD829679-3F6F-48F3-AB39-774BB808A3AB}"/>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99E04C12-41BA-4968-B51D-100BB17F64B3}"/>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8167C668-06E1-4935-9263-AC18FEC5C1DC}"/>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C53D03F3-DECF-4514-B08B-5A2D37D5BEFF}"/>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4EF71FB-07E7-4449-94BE-114CA9F6FD9F}"/>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722B182-A60C-491C-9355-638BBFAAA2DC}"/>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3C625E09-BC9D-4D1F-ACD0-2A5C1E2D173E}"/>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A6CAE744-EA79-473B-B6A5-66446C9DD293}"/>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E9BA54E-B753-480A-947E-F212EA15C390}"/>
              </a:ext>
            </a:extLst>
          </p:cNvPr>
          <p:cNvSpPr>
            <a:spLocks xmlns:a="http://schemas.openxmlformats.org/drawingml/2006/main" noGrp="1"/>
          </p:cNvSpPr>
          <p:nvPr/>
        </p:nvSpPr>
        <p:spPr>
          <a:xfrm xmlns:a="http://schemas.openxmlformats.org/drawingml/2006/main">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205164157"/>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60CCE6E-C5EF-408F-A3B0-46AF9399D6C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D652C7-57BF-4158-B97D-E040C15F1AC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78962D7A-0D25-4F64-A3B2-E03DDE4826E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9BC5B5-47BF-4FEE-8246-C561E40E19F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F9C639F2-CC77-4696-9D69-5CF360F534B8}"/>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AF6F3B69-B296-4CA1-B9BE-145C61A2A56B}"/>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06231031-2663-4072-B132-8112926DE37B}"/>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06E344C-73D1-4280-8B56-2FC94446557B}"/>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414B53D8-2504-4A13-8EFA-42D5E82693E0}"/>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A53F9B97-C8A3-4C25-B0C3-523D5A2CD0D2}"/>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66A00E8-E820-4C96-A9C3-74623BF96737}"/>
              </a:ext>
            </a:extLst>
          </p:cNvPr>
          <p:cNvSpPr>
            <a:spLocks xmlns:a="http://schemas.openxmlformats.org/drawingml/2006/main" noGrp="1"/>
          </p:cNvSpPr>
          <p:nvPr/>
        </p:nvSpPr>
        <p:spPr>
          <a:xfrm xmlns:a="http://schemas.openxmlformats.org/drawingml/2006/main">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358B4DED-A46A-4D7E-A675-8AADE5F15438}"/>
              </a:ext>
            </a:extLst>
          </p:cNvPr>
          <p:cNvSpPr>
            <a:spLocks xmlns:a="http://schemas.openxmlformats.org/drawingml/2006/main" noGrp="1"/>
          </p:cNvSpPr>
          <p:nvPr/>
        </p:nvSpPr>
        <p:spPr>
          <a:xfrm xmlns:a="http://schemas.openxmlformats.org/drawingml/2006/main">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39CDF52E-7681-478A-A3AA-FFDA4EAB32A9}"/>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EF1B25-8DE4-4890-887F-80C1168E4D0D}"/>
              </a:ext>
            </a:extLst>
          </p:cNvPr>
          <p:cNvSpPr>
            <a:spLocks xmlns:a="http://schemas.openxmlformats.org/drawingml/2006/main" noGrp="1"/>
          </p:cNvSpPr>
          <p:nvPr/>
        </p:nvSpPr>
        <p:spPr>
          <a:xfrm xmlns:a="http://schemas.openxmlformats.org/drawingml/2006/main">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0B85E2AA-AA74-4184-9DEB-DCF7FBF0B2E7}"/>
              </a:ext>
            </a:extLst>
          </p:cNvPr>
          <p:cNvSpPr>
            <a:spLocks xmlns:a="http://schemas.openxmlformats.org/drawingml/2006/main" noGrp="1"/>
          </p:cNvSpPr>
          <p:nvPr/>
        </p:nvSpPr>
        <p:spPr>
          <a:xfrm xmlns:a="http://schemas.openxmlformats.org/drawingml/2006/main">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DB5A4F57-85DC-4B36-86FD-F6CA3FED0D04}"/>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E9254E-2663-436C-8435-E79D105FC9A9}"/>
              </a:ext>
            </a:extLst>
          </p:cNvPr>
          <p:cNvSpPr>
            <a:spLocks xmlns:a="http://schemas.openxmlformats.org/drawingml/2006/main" noGrp="1"/>
          </p:cNvSpPr>
          <p:nvPr/>
        </p:nvSpPr>
        <p:spPr>
          <a:xfrm xmlns:a="http://schemas.openxmlformats.org/drawingml/2006/main">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2F4863AE-F68D-4DC1-9E21-4F0132CC2971}"/>
              </a:ext>
            </a:extLst>
          </p:cNvPr>
          <p:cNvSpPr>
            <a:spLocks xmlns:a="http://schemas.openxmlformats.org/drawingml/2006/main" noGrp="1"/>
          </p:cNvSpPr>
          <p:nvPr/>
        </p:nvSpPr>
        <p:spPr>
          <a:xfrm xmlns:a="http://schemas.openxmlformats.org/drawingml/2006/main">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78029636"/>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AC1489-D7C3-4E1F-994E-C0C0E9CAC6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45513C-34EC-4190-A4D2-4329E839344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0BA9EC98-2709-414E-9E00-7782B29F4BB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90B036-421F-48DA-B6A2-3AE7FB5356C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0BF07890-EB96-4E8D-A443-01FF0F069671}"/>
              </a:ext>
            </a:extLst>
          </p:cNvPr>
          <p:cNvSpPr>
            <a:spLocks xmlns:a="http://schemas.openxmlformats.org/drawingml/2006/main" noGrp="1"/>
          </p:cNvSpPr>
          <p:nvPr/>
        </p:nvSpPr>
        <p:spPr>
          <a:xfrm xmlns:a="http://schemas.openxmlformats.org/drawingml/2006/main">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02F4B41B-5F96-43C0-A2F0-A245980D5C7C}"/>
              </a:ext>
            </a:extLst>
          </p:cNvPr>
          <p:cNvSpPr>
            <a:spLocks xmlns:a="http://schemas.openxmlformats.org/drawingml/2006/main" noGrp="1"/>
          </p:cNvSpPr>
          <p:nvPr/>
        </p:nvSpPr>
        <p:spPr>
          <a:xfrm xmlns:a="http://schemas.openxmlformats.org/drawingml/2006/main">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21F4BBCD-2163-49A3-A0F1-E9155EBCFCCD}"/>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9DB153-448A-4205-9A15-ABA2DC6951AC}"/>
              </a:ext>
            </a:extLst>
          </p:cNvPr>
          <p:cNvSpPr>
            <a:spLocks xmlns:a="http://schemas.openxmlformats.org/drawingml/2006/main" noGrp="1"/>
          </p:cNvSpPr>
          <p:nvPr/>
        </p:nvSpPr>
        <p:spPr>
          <a:xfrm xmlns:a="http://schemas.openxmlformats.org/drawingml/2006/main">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81520E22-9835-4EDF-96AA-A04CCBE6819B}"/>
              </a:ext>
            </a:extLst>
          </p:cNvPr>
          <p:cNvSpPr>
            <a:spLocks xmlns:a="http://schemas.openxmlformats.org/drawingml/2006/main" noGrp="1"/>
          </p:cNvSpPr>
          <p:nvPr/>
        </p:nvSpPr>
        <p:spPr>
          <a:xfrm xmlns:a="http://schemas.openxmlformats.org/drawingml/2006/main">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FABAFF7F-00AF-4B55-BDF2-C3D81EB27319}"/>
              </a:ext>
            </a:extLst>
          </p:cNvPr>
          <p:cNvSpPr>
            <a:spLocks xmlns:a="http://schemas.openxmlformats.org/drawingml/2006/main" noGrp="1"/>
          </p:cNvSpPr>
          <p:nvPr/>
        </p:nvSpPr>
        <p:spPr>
          <a:xfrm xmlns:a="http://schemas.openxmlformats.org/drawingml/2006/main">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236917009"/>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4E3E9E-890E-4193-9F6F-EFD7752DEF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7F256A-3F50-4F56-9C33-78AF1C273B3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3700C92B-8882-482B-A10D-456FE94B6CC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C5EE59-0E0B-4A48-A517-5F67DA4420F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98799C13-ADF8-4441-8027-B25555B85192}"/>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3F73AF78-9931-4ED9-93A1-DD568FB61C24}"/>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3F00AAA8-4044-474C-8D97-7142CFC46FC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63D19E-777C-49DD-B3D1-265D88A26849}"/>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4C5DE2AD-31B8-45E9-9A48-D03F48242349}"/>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992E5B5A-00A4-402D-9423-03E22F400BB1}"/>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C103E8-FA02-4343-95F4-3ABC769743D6}"/>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3C26A863-BAE2-4D95-8A71-85F349C04200}"/>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E4B96B51-A0E6-4327-987C-6984BBAA4552}"/>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4AE02C-EAC3-4E79-81E1-050781A1DB82}"/>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218FB398-0F19-45ED-83DF-FBAE619DA3EB}"/>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514076843"/>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6991EF4-A01C-4A38-AE4C-B54D1946D4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BEB5DD-A080-457A-B3C6-C3B4B807F09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A53B1481-C112-4F3D-897D-65F13477F9F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05D5C1-32B4-444F-A04A-FE6B3F52025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e8e7184c1824538"/>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D42F9F-E871-4B22-A1EE-48DB6F8D7D22}"/>
              </a:ext>
            </a:extLst>
          </p:cNvPr>
          <p:cNvSpPr>
            <a:spLocks xmlns:a="http://schemas.openxmlformats.org/drawingml/2006/main" noGrp="1"/>
          </p:cNvSpPr>
          <p:nvPr/>
        </p:nvSpPr>
        <p:spPr>
          <a:xfrm xmlns:a="http://schemas.openxmlformats.org/drawingml/2006/main">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198C7291-E239-4E72-979A-A1210A692B38}"/>
              </a:ext>
            </a:extLst>
          </p:cNvPr>
          <p:cNvSpPr>
            <a:spLocks xmlns:a="http://schemas.openxmlformats.org/drawingml/2006/main" noGrp="1"/>
          </p:cNvSpPr>
          <p:nvPr/>
        </p:nvSpPr>
        <p:spPr>
          <a:xfrm xmlns:a="http://schemas.openxmlformats.org/drawingml/2006/main">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1EE02A29-19E9-4C1B-8E39-D0A0139F4089}"/>
              </a:ext>
            </a:extLst>
          </p:cNvPr>
          <p:cNvSpPr>
            <a:spLocks xmlns:a="http://schemas.openxmlformats.org/drawingml/2006/main" noGrp="1"/>
          </p:cNvSpPr>
          <p:nvPr/>
        </p:nvSpPr>
        <p:spPr>
          <a:xfrm xmlns:a="http://schemas.openxmlformats.org/drawingml/2006/main">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54055624f0e4e77"/>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426FEAE-D2B5-4DB3-9855-E5E7C4EE9984}"/>
              </a:ext>
            </a:extLst>
          </p:cNvPr>
          <p:cNvSpPr>
            <a:spLocks xmlns:a="http://schemas.openxmlformats.org/drawingml/2006/main" noGrp="1"/>
          </p:cNvSpPr>
          <p:nvPr/>
        </p:nvSpPr>
        <p:spPr>
          <a:xfrm xmlns:a="http://schemas.openxmlformats.org/drawingml/2006/main">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8B842724-619A-49A3-84E0-B9104B69EE55}"/>
              </a:ext>
            </a:extLst>
          </p:cNvPr>
          <p:cNvSpPr>
            <a:spLocks xmlns:a="http://schemas.openxmlformats.org/drawingml/2006/main" noGrp="1"/>
          </p:cNvSpPr>
          <p:nvPr/>
        </p:nvSpPr>
        <p:spPr>
          <a:xfrm xmlns:a="http://schemas.openxmlformats.org/drawingml/2006/main">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1FB98EC4-73CE-41EF-8035-1FA3571BBE32}"/>
              </a:ext>
            </a:extLst>
          </p:cNvPr>
          <p:cNvSpPr>
            <a:spLocks xmlns:a="http://schemas.openxmlformats.org/drawingml/2006/main" noGrp="1"/>
          </p:cNvSpPr>
          <p:nvPr/>
        </p:nvSpPr>
        <p:spPr>
          <a:xfrm xmlns:a="http://schemas.openxmlformats.org/drawingml/2006/main">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0c1f2ade75c48ae"/>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306355D-9FD8-4A5F-B1C6-556CDD75C1A4}"/>
              </a:ext>
            </a:extLst>
          </p:cNvPr>
          <p:cNvSpPr>
            <a:spLocks xmlns:a="http://schemas.openxmlformats.org/drawingml/2006/main" noGrp="1"/>
          </p:cNvSpPr>
          <p:nvPr/>
        </p:nvSpPr>
        <p:spPr>
          <a:xfrm xmlns:a="http://schemas.openxmlformats.org/drawingml/2006/main">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90876FE9-65B8-468C-9BE2-7C9F984143AA}"/>
              </a:ext>
            </a:extLst>
          </p:cNvPr>
          <p:cNvSpPr>
            <a:spLocks xmlns:a="http://schemas.openxmlformats.org/drawingml/2006/main" noGrp="1"/>
          </p:cNvSpPr>
          <p:nvPr/>
        </p:nvSpPr>
        <p:spPr>
          <a:xfrm xmlns:a="http://schemas.openxmlformats.org/drawingml/2006/main">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D0FC4D3D-D6AD-4622-B104-82652CC61845}"/>
              </a:ext>
            </a:extLst>
          </p:cNvPr>
          <p:cNvSpPr>
            <a:spLocks xmlns:a="http://schemas.openxmlformats.org/drawingml/2006/main" noGrp="1"/>
          </p:cNvSpPr>
          <p:nvPr/>
        </p:nvSpPr>
        <p:spPr>
          <a:xfrm xmlns:a="http://schemas.openxmlformats.org/drawingml/2006/main">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6BF2C188-D2F7-43F3-B7D2-5A1A270C6585}"/>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F18881-BBBD-4251-813F-3ECE446CE834}"/>
              </a:ext>
            </a:extLst>
          </p:cNvPr>
          <p:cNvSpPr>
            <a:spLocks xmlns:a="http://schemas.openxmlformats.org/drawingml/2006/main" noGrp="1"/>
          </p:cNvSpPr>
          <p:nvPr/>
        </p:nvSpPr>
        <p:spPr>
          <a:xfrm xmlns:a="http://schemas.openxmlformats.org/drawingml/2006/main">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63669059"/>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E8BFCE-1BF6-491C-A173-152A5491A1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4D695E-F1D7-43A2-A113-CFBE95B9074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6B75B482-8777-4AFE-8DC0-A49CB2723BC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FADD0A-0448-4BED-82D7-F7D06200499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CF033E21-DA31-41AB-A572-1E90C5EF2241}"/>
              </a:ext>
            </a:extLst>
          </p:cNvPr>
          <p:cNvSpPr>
            <a:spLocks xmlns:a="http://schemas.openxmlformats.org/drawingml/2006/main" noGrp="1"/>
          </p:cNvSpPr>
          <p:nvPr/>
        </p:nvSpPr>
        <p:spPr>
          <a:xfrm xmlns:a="http://schemas.openxmlformats.org/drawingml/2006/main">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D2FFF0D5-188B-41D7-AB53-88D9BAC94E89}"/>
              </a:ext>
            </a:extLst>
          </p:cNvPr>
          <p:cNvSpPr>
            <a:spLocks xmlns:a="http://schemas.openxmlformats.org/drawingml/2006/main" noGrp="1"/>
          </p:cNvSpPr>
          <p:nvPr/>
        </p:nvSpPr>
        <p:spPr>
          <a:xfrm xmlns:a="http://schemas.openxmlformats.org/drawingml/2006/main">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1969833048"/>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B391FF-0B7B-4430-94A5-75CD5D3B3A7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FDDB13-1080-496E-81FB-D13A08FC204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1BD79A48-0674-4F87-8870-376E243CC60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E1479C-E43E-41B6-BE18-1EF3A7322DC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647B7F0-84ED-4955-9542-658206C7E296}"/>
              </a:ext>
            </a:extLst>
          </p:cNvPr>
          <p:cNvSpPr>
            <a:spLocks xmlns:a="http://schemas.openxmlformats.org/drawingml/2006/main" noGrp="1"/>
          </p:cNvSpPr>
          <p:nvPr/>
        </p:nvSpPr>
        <p:spPr>
          <a:xfrm xmlns:a="http://schemas.openxmlformats.org/drawingml/2006/main">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440E1C55-327F-45C3-85AB-E607A7797822}"/>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1575817813"/>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9EF9D9-76C5-4C17-A2E4-CEF42FD3A2D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39E988-C4BB-48E7-93C4-6587BC60FBE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9EBC7B25-3631-4EB4-A4F0-10A58B284AD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08FB28-E6D8-40CB-A978-C7D855C81B7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C1AEB956-592A-4B34-9B32-FF00F3E555C4}"/>
              </a:ext>
            </a:extLst>
          </p:cNvPr>
          <p:cNvSpPr>
            <a:spLocks xmlns:a="http://schemas.openxmlformats.org/drawingml/2006/main" noGrp="1"/>
          </p:cNvSpPr>
          <p:nvPr/>
        </p:nvSpPr>
        <p:spPr>
          <a:xfrm xmlns:a="http://schemas.openxmlformats.org/drawingml/2006/main">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0C906BC-7CF2-48EE-8D14-2A95EBC3C51D}"/>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499695587"/>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BCEF074-FC0E-4ADC-9C99-10CDA29437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274D00-D874-4625-B47D-D183A92627C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5A430B9F-9889-4528-8569-731B9149982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C3BF56-BACA-4507-8502-B8DC9AA046B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75F5B57F-8086-4410-8B8E-DC5C5A63FDBA}"/>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8B9ACCD1-6C33-44CB-92C1-1AD2726624DB}"/>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5DBFCAA8-2EA6-42E1-BCE3-4745BE959314}"/>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EB16FE1-D90D-4E50-9D4C-8D978A69AB4E}"/>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69795390-B565-4344-ABDB-D74A4F178AF7}"/>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71BEF9A2-CA3C-4707-805B-B6B206187ADC}"/>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DDE08A-4911-4AAB-A69E-F3FD594277F4}"/>
              </a:ext>
            </a:extLst>
          </p:cNvPr>
          <p:cNvSpPr>
            <a:spLocks xmlns:a="http://schemas.openxmlformats.org/drawingml/2006/main" noGrp="1"/>
          </p:cNvSpPr>
          <p:nvPr/>
        </p:nvSpPr>
        <p:spPr>
          <a:xfrm xmlns:a="http://schemas.openxmlformats.org/drawingml/2006/main">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7A71A3A0-A745-418A-B236-44B2447B0466}"/>
              </a:ext>
            </a:extLst>
          </p:cNvPr>
          <p:cNvSpPr>
            <a:spLocks xmlns:a="http://schemas.openxmlformats.org/drawingml/2006/main" noGrp="1"/>
          </p:cNvSpPr>
          <p:nvPr/>
        </p:nvSpPr>
        <p:spPr>
          <a:xfrm xmlns:a="http://schemas.openxmlformats.org/drawingml/2006/main">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4E605F8C-EBA8-4A47-ABE1-BFE20F04813F}"/>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70E53C6-4300-4D34-B676-F0273F5DC2B9}"/>
              </a:ext>
            </a:extLst>
          </p:cNvPr>
          <p:cNvSpPr>
            <a:spLocks xmlns:a="http://schemas.openxmlformats.org/drawingml/2006/main" noGrp="1"/>
          </p:cNvSpPr>
          <p:nvPr/>
        </p:nvSpPr>
        <p:spPr>
          <a:xfrm xmlns:a="http://schemas.openxmlformats.org/drawingml/2006/main">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EA7FF1AB-A231-48C5-A93A-AE4CB7F131E7}"/>
              </a:ext>
            </a:extLst>
          </p:cNvPr>
          <p:cNvSpPr>
            <a:spLocks xmlns:a="http://schemas.openxmlformats.org/drawingml/2006/main" noGrp="1"/>
          </p:cNvSpPr>
          <p:nvPr/>
        </p:nvSpPr>
        <p:spPr>
          <a:xfrm xmlns:a="http://schemas.openxmlformats.org/drawingml/2006/main">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022088304"/>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1E2D340-63DF-4408-B2CB-EF701228BD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E372B1-8C4E-4FC1-BBC4-654C65FD451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1FF8CF53-C7D2-4DEA-89CA-A49CB7EF240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7001BC-6033-47EA-A3A9-D0CDA828EF6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70174C6B-B1FF-4CF8-B7A4-E3BDCE1561AD}"/>
              </a:ext>
            </a:extLst>
          </p:cNvPr>
          <p:cNvSpPr>
            <a:spLocks xmlns:a="http://schemas.openxmlformats.org/drawingml/2006/main" noGrp="1"/>
          </p:cNvSpPr>
          <p:nvPr/>
        </p:nvSpPr>
        <p:spPr>
          <a:xfrm xmlns:a="http://schemas.openxmlformats.org/drawingml/2006/main">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3EAD452F-8F9A-4400-BAB2-65780281FB56}"/>
              </a:ext>
            </a:extLst>
          </p:cNvPr>
          <p:cNvSpPr>
            <a:spLocks xmlns:a="http://schemas.openxmlformats.org/drawingml/2006/main" noGrp="1"/>
          </p:cNvSpPr>
          <p:nvPr/>
        </p:nvSpPr>
        <p:spPr>
          <a:xfrm xmlns:a="http://schemas.openxmlformats.org/drawingml/2006/main">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18078E1E-75D1-4D42-B098-1804858C9018}"/>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75EEF4-4F17-46BB-91DF-75824B8AE67B}"/>
              </a:ext>
            </a:extLst>
          </p:cNvPr>
          <p:cNvSpPr>
            <a:spLocks xmlns:a="http://schemas.openxmlformats.org/drawingml/2006/main" noGrp="1"/>
          </p:cNvSpPr>
          <p:nvPr/>
        </p:nvSpPr>
        <p:spPr>
          <a:xfrm xmlns:a="http://schemas.openxmlformats.org/drawingml/2006/main">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4A100028-A9ED-49CD-95BC-42631D20141B}"/>
              </a:ext>
            </a:extLst>
          </p:cNvPr>
          <p:cNvSpPr>
            <a:spLocks xmlns:a="http://schemas.openxmlformats.org/drawingml/2006/main" noGrp="1"/>
          </p:cNvSpPr>
          <p:nvPr/>
        </p:nvSpPr>
        <p:spPr>
          <a:xfrm xmlns:a="http://schemas.openxmlformats.org/drawingml/2006/main">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0BAEA2CC-0CCC-4D1A-A72E-3A6D0391583A}"/>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C1AC4A6-F216-4FBE-8B82-68FCB4EC8B6A}"/>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F205A8DD-5A3C-4C13-B537-5C0E260A446E}"/>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15CF7791-E403-4EC5-942C-FEEC4989FB51}"/>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424945145"/>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7B17D40-A536-4A83-B7B5-371BF1F09E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6F8C34-068C-4B35-8D44-69116BFEFB7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FF23B7D4-C168-46D8-A142-04E06B96E72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0A5292-79FC-492F-B028-359D7E6DB63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1A7E8403-0F9C-4DE6-8A23-DB21E2271A26}"/>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3B58038F-D78E-480E-ACED-FA6504C609FE}"/>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C23386E6-2C54-478D-BF86-D62A06721F1C}"/>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2228B0C-E23B-44B4-9650-85B9402B9336}"/>
              </a:ext>
            </a:extLst>
          </p:cNvPr>
          <p:cNvSpPr>
            <a:spLocks xmlns:a="http://schemas.openxmlformats.org/drawingml/2006/main" noGrp="1"/>
          </p:cNvSpPr>
          <p:nvPr/>
        </p:nvSpPr>
        <p:spPr>
          <a:xfrm xmlns:a="http://schemas.openxmlformats.org/drawingml/2006/main">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24C2D214-9373-4891-8CC8-354370CA3E22}"/>
              </a:ext>
            </a:extLst>
          </p:cNvPr>
          <p:cNvSpPr>
            <a:spLocks xmlns:a="http://schemas.openxmlformats.org/drawingml/2006/main" noGrp="1"/>
          </p:cNvSpPr>
          <p:nvPr/>
        </p:nvSpPr>
        <p:spPr>
          <a:xfrm xmlns:a="http://schemas.openxmlformats.org/drawingml/2006/main">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D6131DC9-4F4A-4EE2-B49E-D52E45F0E8C2}"/>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79193A-1E36-4E3E-85D5-708ABB930F0E}"/>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6CD341A5-C0F8-4E8E-8232-CF21DB9D51A1}"/>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70A1AF3D-9D68-4DA5-862B-AA9237D89493}"/>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376113902"/>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0AEC012-92F2-45AF-9554-42BCCEAE72B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E6E025-B05F-48CB-AE2E-D7FD8A178C2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C829352E-6A1A-48A9-8D89-DC4E95841E3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B22F9D-D9C3-4B29-82F2-2361BBAE354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3A95E34B-D888-486E-A036-A258097AA930}"/>
              </a:ext>
            </a:extLst>
          </p:cNvPr>
          <p:cNvSpPr>
            <a:spLocks xmlns:a="http://schemas.openxmlformats.org/drawingml/2006/main" noGrp="1"/>
          </p:cNvSpPr>
          <p:nvPr/>
        </p:nvSpPr>
        <p:spPr>
          <a:xfrm xmlns:a="http://schemas.openxmlformats.org/drawingml/2006/main">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7C0A1C8C-E8B0-42AD-B31B-C2A4D1F888E4}"/>
              </a:ext>
            </a:extLst>
          </p:cNvPr>
          <p:cNvSpPr>
            <a:spLocks xmlns:a="http://schemas.openxmlformats.org/drawingml/2006/main" noGrp="1"/>
          </p:cNvSpPr>
          <p:nvPr/>
        </p:nvSpPr>
        <p:spPr>
          <a:xfrm xmlns:a="http://schemas.openxmlformats.org/drawingml/2006/main">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DC9402BD-56B6-44B0-9BF3-5289BC443ACC}"/>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102B39-7D52-481A-8696-C69634D9C50C}"/>
              </a:ext>
            </a:extLst>
          </p:cNvPr>
          <p:cNvSpPr>
            <a:spLocks xmlns:a="http://schemas.openxmlformats.org/drawingml/2006/main" noGrp="1"/>
          </p:cNvSpPr>
          <p:nvPr/>
        </p:nvSpPr>
        <p:spPr>
          <a:xfrm xmlns:a="http://schemas.openxmlformats.org/drawingml/2006/main">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E96FEA44-CE1A-44F7-B0B7-9951C6D2522E}"/>
              </a:ext>
            </a:extLst>
          </p:cNvPr>
          <p:cNvSpPr>
            <a:spLocks xmlns:a="http://schemas.openxmlformats.org/drawingml/2006/main" noGrp="1"/>
          </p:cNvSpPr>
          <p:nvPr/>
        </p:nvSpPr>
        <p:spPr>
          <a:xfrm xmlns:a="http://schemas.openxmlformats.org/drawingml/2006/main">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69477619-A2D8-4757-9C2A-8AF347625789}"/>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2EB428F-029B-42AC-93C0-B16245608E7E}"/>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A0866DD1-4FC1-4565-AF49-E23D94C5DCD2}"/>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CFDE03E8-81BE-40E1-9EB3-600D12F886F0}"/>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822058-00E6-42DD-93E1-81F658911151}"/>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EAA86AB-D9CC-4D7A-9F3C-FA15EA15921D}"/>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85022848"/>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9FD1C1-D0AA-4D4E-A257-AEAB53AE1C1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8BF044-9DA9-4CE5-BA68-A715B77566C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99CFA454-F297-48C5-A6DC-266B20BE4F2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4B0B1A-BFD9-40C5-89F6-22D20C7E94F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D8C6C31C-B859-4B40-9DF1-A38B9438CB60}"/>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86EFCFFC-A414-4534-855D-34B6B35DAC60}"/>
              </a:ext>
            </a:extLst>
          </p:cNvPr>
          <p:cNvSpPr>
            <a:spLocks xmlns:a="http://schemas.openxmlformats.org/drawingml/2006/main" noGrp="1"/>
          </p:cNvSpPr>
          <p:nvPr/>
        </p:nvSpPr>
        <p:spPr>
          <a:xfrm xmlns:a="http://schemas.openxmlformats.org/drawingml/2006/main">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C3847665-9207-4951-B3C7-496F259F8A94}"/>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CBEE38-05E2-4207-A49E-1149C79ECD98}"/>
              </a:ext>
            </a:extLst>
          </p:cNvPr>
          <p:cNvSpPr>
            <a:spLocks xmlns:a="http://schemas.openxmlformats.org/drawingml/2006/main" noGrp="1"/>
          </p:cNvSpPr>
          <p:nvPr/>
        </p:nvSpPr>
        <p:spPr>
          <a:xfrm xmlns:a="http://schemas.openxmlformats.org/drawingml/2006/main">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E58F836A-4F81-4347-B16C-2B8487229EFC}"/>
              </a:ext>
            </a:extLst>
          </p:cNvPr>
          <p:cNvSpPr>
            <a:spLocks xmlns:a="http://schemas.openxmlformats.org/drawingml/2006/main" noGrp="1"/>
          </p:cNvSpPr>
          <p:nvPr/>
        </p:nvSpPr>
        <p:spPr>
          <a:xfrm xmlns:a="http://schemas.openxmlformats.org/drawingml/2006/main">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9CABA94B-D652-42A9-B1C1-1DBF7939C1ED}"/>
              </a:ext>
            </a:extLst>
          </p:cNvPr>
          <p:cNvSpPr>
            <a:spLocks xmlns:a="http://schemas.openxmlformats.org/drawingml/2006/main" noGrp="1"/>
          </p:cNvSpPr>
          <p:nvPr/>
        </p:nvSpPr>
        <p:spPr>
          <a:xfrm xmlns:a="http://schemas.openxmlformats.org/drawingml/2006/main">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928431447"/>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D47143-CFE7-458D-B54B-5A43D688EB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7E5F4F-7D60-4EE4-8532-69A04C2D803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0390BE63-8C2C-4456-BE37-37C36E6383E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A42809-703D-4E86-B366-947D26F43A5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9C672802-0846-47EB-8E53-E96F03043402}"/>
              </a:ext>
            </a:extLst>
          </p:cNvPr>
          <p:cNvSpPr>
            <a:spLocks xmlns:a="http://schemas.openxmlformats.org/drawingml/2006/main" noGrp="1"/>
          </p:cNvSpPr>
          <p:nvPr/>
        </p:nvSpPr>
        <p:spPr>
          <a:xfrm xmlns:a="http://schemas.openxmlformats.org/drawingml/2006/main">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A7651464-9149-4D6F-9FBB-9C0AA39F27B1}"/>
              </a:ext>
            </a:extLst>
          </p:cNvPr>
          <p:cNvSpPr>
            <a:spLocks xmlns:a="http://schemas.openxmlformats.org/drawingml/2006/main" noGrp="1"/>
          </p:cNvSpPr>
          <p:nvPr/>
        </p:nvSpPr>
        <p:spPr>
          <a:xfrm xmlns:a="http://schemas.openxmlformats.org/drawingml/2006/main">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035BA0A5-1323-4FC4-AB9B-3ADFAE8909FF}"/>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C1ACA9-AAD9-4C62-9D84-D4C1BA85623C}"/>
              </a:ext>
            </a:extLst>
          </p:cNvPr>
          <p:cNvSpPr>
            <a:spLocks xmlns:a="http://schemas.openxmlformats.org/drawingml/2006/main" noGrp="1"/>
          </p:cNvSpPr>
          <p:nvPr/>
        </p:nvSpPr>
        <p:spPr>
          <a:xfrm xmlns:a="http://schemas.openxmlformats.org/drawingml/2006/main">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81A853BC-309A-4C02-9E73-631DB6BCE361}"/>
              </a:ext>
            </a:extLst>
          </p:cNvPr>
          <p:cNvSpPr>
            <a:spLocks xmlns:a="http://schemas.openxmlformats.org/drawingml/2006/main" noGrp="1"/>
          </p:cNvSpPr>
          <p:nvPr/>
        </p:nvSpPr>
        <p:spPr>
          <a:xfrm xmlns:a="http://schemas.openxmlformats.org/drawingml/2006/main">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1255945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2026-09-15T03:38:30.8490000Z</dcterms:created>
  <dcterms:modified xsi:type="dcterms:W3CDTF">2026-09-15T03:38:30.8490000Z</dcterms:modified>
</coreProperties>
</file>