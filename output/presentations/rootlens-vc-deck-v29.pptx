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279544ef304b85" /><Relationship Type="http://schemas.openxmlformats.org/officeDocument/2006/relationships/extended-properties" Target="/docProps/app.xml" Id="R38830bbdfd334cce" /><Relationship Type="http://schemas.openxmlformats.org/officeDocument/2006/relationships/officeDocument" Target="/ppt/presentation.xml" Id="R95bfa1c23f804e05" /></Relationships>
</file>

<file path=ppt/presentation.xml><?xml version="1.0" encoding="utf-8"?>
<p:presentation xmlns:p="http://schemas.openxmlformats.org/presentationml/2006/main">
  <p:sldMasterIdLst>
    <p:sldMasterId xmlns:r="http://schemas.openxmlformats.org/officeDocument/2006/relationships" id="2147483648" r:id="R0b5ecfe15e2a4aef"/>
  </p:sldMasterIdLst>
  <p:notesMasterIdLst>
    <p:notesMasterId xmlns:r="http://schemas.openxmlformats.org/officeDocument/2006/relationships" r:id="R8713b7648556488e"/>
  </p:notesMasterIdLst>
  <p:sldIdLst>
    <p:sldId xmlns:r="http://schemas.openxmlformats.org/officeDocument/2006/relationships" id="256" r:id="R0057281e548f4b94"/>
    <p:sldId xmlns:r="http://schemas.openxmlformats.org/officeDocument/2006/relationships" id="257" r:id="Rfd210d218d104768"/>
    <p:sldId xmlns:r="http://schemas.openxmlformats.org/officeDocument/2006/relationships" id="258" r:id="R8743f7b024ce453b"/>
    <p:sldId xmlns:r="http://schemas.openxmlformats.org/officeDocument/2006/relationships" id="259" r:id="R38b1690d1f154028"/>
    <p:sldId xmlns:r="http://schemas.openxmlformats.org/officeDocument/2006/relationships" id="260" r:id="Rbbef2241c2c44979"/>
    <p:sldId xmlns:r="http://schemas.openxmlformats.org/officeDocument/2006/relationships" id="261" r:id="R8676c7aba44f4b46"/>
    <p:sldId xmlns:r="http://schemas.openxmlformats.org/officeDocument/2006/relationships" id="262" r:id="R30b216ae56934acc"/>
    <p:sldId xmlns:r="http://schemas.openxmlformats.org/officeDocument/2006/relationships" id="263" r:id="R6cc57e8f8afa4557"/>
    <p:sldId xmlns:r="http://schemas.openxmlformats.org/officeDocument/2006/relationships" id="264" r:id="Rec43476cd41b4e07"/>
    <p:sldId xmlns:r="http://schemas.openxmlformats.org/officeDocument/2006/relationships" id="265" r:id="R34cf9abadfa94a31"/>
    <p:sldId xmlns:r="http://schemas.openxmlformats.org/officeDocument/2006/relationships" id="266" r:id="R660e5b7eff7742d7"/>
    <p:sldId xmlns:r="http://schemas.openxmlformats.org/officeDocument/2006/relationships" id="267" r:id="R303cd08097124628"/>
    <p:sldId xmlns:r="http://schemas.openxmlformats.org/officeDocument/2006/relationships" id="268" r:id="R7fcb7977135b4266"/>
    <p:sldId xmlns:r="http://schemas.openxmlformats.org/officeDocument/2006/relationships" id="269" r:id="R14b6f48f89724583"/>
    <p:sldId xmlns:r="http://schemas.openxmlformats.org/officeDocument/2006/relationships" id="270" r:id="R11a9f68a65a24876"/>
    <p:sldId xmlns:r="http://schemas.openxmlformats.org/officeDocument/2006/relationships" id="271" r:id="Rfd8e68c9f61b4f13"/>
    <p:sldId xmlns:r="http://schemas.openxmlformats.org/officeDocument/2006/relationships" id="272" r:id="R92dac19936e2465a"/>
    <p:sldId xmlns:r="http://schemas.openxmlformats.org/officeDocument/2006/relationships" id="273" r:id="R04cbb95fbeb54ee3"/>
    <p:sldId xmlns:r="http://schemas.openxmlformats.org/officeDocument/2006/relationships" id="274" r:id="Rc694dd324d3a4cc0"/>
    <p:sldId xmlns:r="http://schemas.openxmlformats.org/officeDocument/2006/relationships" id="275" r:id="R7fc4c4c90a59453d"/>
    <p:sldId xmlns:r="http://schemas.openxmlformats.org/officeDocument/2006/relationships" id="276" r:id="R1215bbadd39442e5"/>
    <p:sldId xmlns:r="http://schemas.openxmlformats.org/officeDocument/2006/relationships" id="277" r:id="Rceccef1f7cc74d5b"/>
    <p:sldId xmlns:r="http://schemas.openxmlformats.org/officeDocument/2006/relationships" id="278" r:id="R3fdd99c8130a4680"/>
    <p:sldId xmlns:r="http://schemas.openxmlformats.org/officeDocument/2006/relationships" id="279" r:id="Rc32b938f7af04a4f"/>
    <p:sldId xmlns:r="http://schemas.openxmlformats.org/officeDocument/2006/relationships" id="280" r:id="Ra7e0e7719c394a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55f92aad164229" /><Relationship Type="http://schemas.openxmlformats.org/officeDocument/2006/relationships/slideMaster" Target="/ppt/slideMasters/slideMaster1.xml" Id="R0b5ecfe15e2a4aef" /><Relationship Type="http://schemas.openxmlformats.org/officeDocument/2006/relationships/notesMaster" Target="/ppt/notesMasters/notesMaster1.xml" Id="R8713b7648556488e" /><Relationship Type="http://schemas.openxmlformats.org/officeDocument/2006/relationships/presProps" Target="/ppt/presProps.xml" Id="R07574ef2e9ba42ed" /><Relationship Type="http://schemas.openxmlformats.org/officeDocument/2006/relationships/tableStyles" Target="/ppt/tableStyles.xml" Id="R6960e25f143b4bb4" /><Relationship Type="http://schemas.openxmlformats.org/officeDocument/2006/relationships/slide" Target="/ppt/slides/slide1.xml" Id="R0057281e548f4b94" /><Relationship Type="http://schemas.openxmlformats.org/officeDocument/2006/relationships/slide" Target="/ppt/slides/slide2.xml" Id="Rfd210d218d104768" /><Relationship Type="http://schemas.openxmlformats.org/officeDocument/2006/relationships/slide" Target="/ppt/slides/slide3.xml" Id="R8743f7b024ce453b" /><Relationship Type="http://schemas.openxmlformats.org/officeDocument/2006/relationships/slide" Target="/ppt/slides/slide4.xml" Id="R38b1690d1f154028" /><Relationship Type="http://schemas.openxmlformats.org/officeDocument/2006/relationships/slide" Target="/ppt/slides/slide5.xml" Id="Rbbef2241c2c44979" /><Relationship Type="http://schemas.openxmlformats.org/officeDocument/2006/relationships/slide" Target="/ppt/slides/slide6.xml" Id="R8676c7aba44f4b46" /><Relationship Type="http://schemas.openxmlformats.org/officeDocument/2006/relationships/slide" Target="/ppt/slides/slide7.xml" Id="R30b216ae56934acc" /><Relationship Type="http://schemas.openxmlformats.org/officeDocument/2006/relationships/slide" Target="/ppt/slides/slide8.xml" Id="R6cc57e8f8afa4557" /><Relationship Type="http://schemas.openxmlformats.org/officeDocument/2006/relationships/slide" Target="/ppt/slides/slide9.xml" Id="Rec43476cd41b4e07" /><Relationship Type="http://schemas.openxmlformats.org/officeDocument/2006/relationships/slide" Target="/ppt/slides/slide10.xml" Id="R34cf9abadfa94a31" /><Relationship Type="http://schemas.openxmlformats.org/officeDocument/2006/relationships/slide" Target="/ppt/slides/slide11.xml" Id="R660e5b7eff7742d7" /><Relationship Type="http://schemas.openxmlformats.org/officeDocument/2006/relationships/slide" Target="/ppt/slides/slide12.xml" Id="R303cd08097124628" /><Relationship Type="http://schemas.openxmlformats.org/officeDocument/2006/relationships/slide" Target="/ppt/slides/slide13.xml" Id="R7fcb7977135b4266" /><Relationship Type="http://schemas.openxmlformats.org/officeDocument/2006/relationships/slide" Target="/ppt/slides/slide14.xml" Id="R14b6f48f89724583" /><Relationship Type="http://schemas.openxmlformats.org/officeDocument/2006/relationships/slide" Target="/ppt/slides/slide15.xml" Id="R11a9f68a65a24876" /><Relationship Type="http://schemas.openxmlformats.org/officeDocument/2006/relationships/slide" Target="/ppt/slides/slide16.xml" Id="Rfd8e68c9f61b4f13" /><Relationship Type="http://schemas.openxmlformats.org/officeDocument/2006/relationships/slide" Target="/ppt/slides/slide17.xml" Id="R92dac19936e2465a" /><Relationship Type="http://schemas.openxmlformats.org/officeDocument/2006/relationships/slide" Target="/ppt/slides/slide18.xml" Id="R04cbb95fbeb54ee3" /><Relationship Type="http://schemas.openxmlformats.org/officeDocument/2006/relationships/slide" Target="/ppt/slides/slide19.xml" Id="Rc694dd324d3a4cc0" /><Relationship Type="http://schemas.openxmlformats.org/officeDocument/2006/relationships/slide" Target="/ppt/slides/slide20.xml" Id="R7fc4c4c90a59453d" /><Relationship Type="http://schemas.openxmlformats.org/officeDocument/2006/relationships/slide" Target="/ppt/slides/slide21.xml" Id="R1215bbadd39442e5" /><Relationship Type="http://schemas.openxmlformats.org/officeDocument/2006/relationships/slide" Target="/ppt/slides/slide22.xml" Id="Rceccef1f7cc74d5b" /><Relationship Type="http://schemas.openxmlformats.org/officeDocument/2006/relationships/slide" Target="/ppt/slides/slide23.xml" Id="R3fdd99c8130a4680" /><Relationship Type="http://schemas.openxmlformats.org/officeDocument/2006/relationships/slide" Target="/ppt/slides/slide24.xml" Id="Rc32b938f7af04a4f" /><Relationship Type="http://schemas.openxmlformats.org/officeDocument/2006/relationships/slide" Target="/ppt/slides/slide25.xml" Id="Ra7e0e7719c394a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5a2ad0711346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970621d9b6482d" /><Relationship Type="http://schemas.openxmlformats.org/officeDocument/2006/relationships/notesMaster" Target="/ppt/notesMasters/notesMaster1.xml" Id="R8331c5704a0949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942b5493e14bd4" /><Relationship Type="http://schemas.openxmlformats.org/officeDocument/2006/relationships/notesMaster" Target="/ppt/notesMasters/notesMaster1.xml" Id="R7180f079932543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80d23f78d94664" /><Relationship Type="http://schemas.openxmlformats.org/officeDocument/2006/relationships/notesMaster" Target="/ppt/notesMasters/notesMaster1.xml" Id="R7b2d55e81d4f4e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92bc12c2814100" /><Relationship Type="http://schemas.openxmlformats.org/officeDocument/2006/relationships/notesMaster" Target="/ppt/notesMasters/notesMaster1.xml" Id="Re4534a05ad4248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383ccd90d3431d" /><Relationship Type="http://schemas.openxmlformats.org/officeDocument/2006/relationships/notesMaster" Target="/ppt/notesMasters/notesMaster1.xml" Id="R67cdeef7f8ee4d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28cbe1ddf245c6" /><Relationship Type="http://schemas.openxmlformats.org/officeDocument/2006/relationships/notesMaster" Target="/ppt/notesMasters/notesMaster1.xml" Id="R12c4093746d549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e83da6d97b4be4" /><Relationship Type="http://schemas.openxmlformats.org/officeDocument/2006/relationships/notesMaster" Target="/ppt/notesMasters/notesMaster1.xml" Id="R2abe216ac2f645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26770f85d14ff8" /><Relationship Type="http://schemas.openxmlformats.org/officeDocument/2006/relationships/notesMaster" Target="/ppt/notesMasters/notesMaster1.xml" Id="R7ba9831fe0fa4e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15269f1fe6404a" /><Relationship Type="http://schemas.openxmlformats.org/officeDocument/2006/relationships/notesMaster" Target="/ppt/notesMasters/notesMaster1.xml" Id="Rbc3a3c3ed8b144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5b65bdba6e4d3e" /><Relationship Type="http://schemas.openxmlformats.org/officeDocument/2006/relationships/notesMaster" Target="/ppt/notesMasters/notesMaster1.xml" Id="R7a9c8a6cd5f148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a92e2de2714258" /><Relationship Type="http://schemas.openxmlformats.org/officeDocument/2006/relationships/notesMaster" Target="/ppt/notesMasters/notesMaster1.xml" Id="Rd07029f2780b45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6be1fb66084b20" /><Relationship Type="http://schemas.openxmlformats.org/officeDocument/2006/relationships/notesMaster" Target="/ppt/notesMasters/notesMaster1.xml" Id="Rb6d553bef9144f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02079426664715" /><Relationship Type="http://schemas.openxmlformats.org/officeDocument/2006/relationships/notesMaster" Target="/ppt/notesMasters/notesMaster1.xml" Id="R172747c2748143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d698f1c18d4530" /><Relationship Type="http://schemas.openxmlformats.org/officeDocument/2006/relationships/notesMaster" Target="/ppt/notesMasters/notesMaster1.xml" Id="Rf7917554f84645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469ea9ac844161" /><Relationship Type="http://schemas.openxmlformats.org/officeDocument/2006/relationships/notesMaster" Target="/ppt/notesMasters/notesMaster1.xml" Id="R84ac2d7616c54d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2835ef2d8b46ea" /><Relationship Type="http://schemas.openxmlformats.org/officeDocument/2006/relationships/notesMaster" Target="/ppt/notesMasters/notesMaster1.xml" Id="Rd5ecfd9a149b4b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682f1fba59477d" /><Relationship Type="http://schemas.openxmlformats.org/officeDocument/2006/relationships/notesMaster" Target="/ppt/notesMasters/notesMaster1.xml" Id="R364993e9506745f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290abada4247c0" /><Relationship Type="http://schemas.openxmlformats.org/officeDocument/2006/relationships/notesMaster" Target="/ppt/notesMasters/notesMaster1.xml" Id="Ra907ad28d6d84b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20a26b7cf84455" /><Relationship Type="http://schemas.openxmlformats.org/officeDocument/2006/relationships/notesMaster" Target="/ppt/notesMasters/notesMaster1.xml" Id="R8bdc7798b5004d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4a9d786483a4eff" /><Relationship Type="http://schemas.openxmlformats.org/officeDocument/2006/relationships/notesMaster" Target="/ppt/notesMasters/notesMaster1.xml" Id="Re91329343dda43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12659fb5a304d41" /><Relationship Type="http://schemas.openxmlformats.org/officeDocument/2006/relationships/notesMaster" Target="/ppt/notesMasters/notesMaster1.xml" Id="Raf56c3287e2d42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d36f551629a4d38" /><Relationship Type="http://schemas.openxmlformats.org/officeDocument/2006/relationships/notesMaster" Target="/ppt/notesMasters/notesMaster1.xml" Id="Rc9052087e0b947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0573731828b49ab" /><Relationship Type="http://schemas.openxmlformats.org/officeDocument/2006/relationships/notesMaster" Target="/ppt/notesMasters/notesMaster1.xml" Id="Re54b6c8aba58473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28fcde56fd4cdb" /><Relationship Type="http://schemas.openxmlformats.org/officeDocument/2006/relationships/notesMaster" Target="/ppt/notesMasters/notesMaster1.xml" Id="Ra498708669fe4a3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c2d759e8b684851" /><Relationship Type="http://schemas.openxmlformats.org/officeDocument/2006/relationships/notesMaster" Target="/ppt/notesMasters/notesMaster1.xml" Id="R113755e950be4d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DeepReachやBuildAIが挙げられます。基盤モデル・シミュレーション層にはPI、SkilledAI、NVIDIAがあります。ハードウェア開発層ではUnitreeが強く、現場統合層ではHIVE RoboticsやFormicが、既存のロボットやモデルを使った現場への導入を進めています。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競合がいないというより、まだ直接競争が始まっていないという認識です。同じ現場の撮影で被り、一つの撮影先がRootLensか別の収集会社を選ぶ段階に来て、初めて競合します。海外のプレイヤーは現段階で日本の現場に来ておらず、今は単なる同業者です。撮影先A、B、Cを取り合っているのではなく、まだAとBしか取れていない状態です。</a:t>
            </a:r>
          </a:p>
          <a:p xmlns:a="http://schemas.openxmlformats.org/drawingml/2006/main">
            <a:r>
              <a:t/>
            </a:r>
          </a:p>
          <a:p xmlns:a="http://schemas.openxmlformats.org/drawingml/2006/main">
            <a:r>
              <a:t>販売先側では、月間1,000時間ほどの収集規模が商談の目安になります。他社が100万時間を持っていても、それ以上のデータが不要になるわけではありません。データには現場や作業の多様性が必要だからです。したがって、他社の数字を並べるより、空いている現場へ入り、販売できる収集規模まで拡大できるかを見る方が、現時点の競合リスクを正確に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理由はデータの品質ではなく、私たちの収集規模が世界的にはまだ小さく、低い優先度として扱われているためです。収集規模を拡大すれば解決できる課題だと考えています。</a:t>
            </a:r>
          </a:p>
          <a:p xmlns:a="http://schemas.openxmlformats.org/drawingml/2006/main">
            <a:r>
              <a:t/>
            </a:r>
          </a:p>
          <a:p xmlns:a="http://schemas.openxmlformats.org/drawingml/2006/main">
            <a:r>
              <a:t>国内ではNextremerと、現場合意、加工、販売を含む運用フローを擦り合わせています。手数料なしのレベニューシェアなので、私たちは現場開拓とデータ収集に注力できます。Nextremerは私たちよりロボット実装に近い下流へアプローチできるため、高度なアノテーション付きデータを求める販売先へ届き、より高い単価を狙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1eb5fda30c40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26656e00134178" /><Relationship Type="http://schemas.openxmlformats.org/officeDocument/2006/relationships/slideLayout" Target="/ppt/slideLayouts/slideLayout1.xml" Id="Ra4220e05b9b941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220e05b9b941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12fb3f5a024b2a" /><Relationship Type="http://schemas.openxmlformats.org/officeDocument/2006/relationships/notesSlide" Target="/ppt/notesSlides/notesSlide1.xml" Id="R7f2c118d99bf48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f1930128cd428f" /><Relationship Type="http://schemas.openxmlformats.org/officeDocument/2006/relationships/notesSlide" Target="/ppt/notesSlides/notesSlide2.xml" Id="R3330ebe375014d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ca52a51c64421b" /><Relationship Type="http://schemas.openxmlformats.org/officeDocument/2006/relationships/notesSlide" Target="/ppt/notesSlides/notesSlide3.xml" Id="R9c19a5b132fe4f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fd3ca73bfe4ef4" /><Relationship Type="http://schemas.openxmlformats.org/officeDocument/2006/relationships/notesSlide" Target="/ppt/notesSlides/notesSlide4.xml" Id="R967228753ba247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d698b85ad348d9" /><Relationship Type="http://schemas.openxmlformats.org/officeDocument/2006/relationships/notesSlide" Target="/ppt/notesSlides/notesSlide5.xml" Id="R5881edc37c6f49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d81bb0f1ba4465" /><Relationship Type="http://schemas.openxmlformats.org/officeDocument/2006/relationships/notesSlide" Target="/ppt/notesSlides/notesSlide6.xml" Id="R2f6c96b889f342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ff1e9f6cb0f4550" /><Relationship Type="http://schemas.openxmlformats.org/officeDocument/2006/relationships/notesSlide" Target="/ppt/notesSlides/notesSlide7.xml" Id="Ra25f2efcc6f041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93209c23384eb9" /><Relationship Type="http://schemas.openxmlformats.org/officeDocument/2006/relationships/notesSlide" Target="/ppt/notesSlides/notesSlide8.xml" Id="Rb4339695e7c742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6885f584e64959" /><Relationship Type="http://schemas.openxmlformats.org/officeDocument/2006/relationships/notesSlide" Target="/ppt/notesSlides/notesSlide9.xml" Id="R9ead3b6883c24f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bd6e87a0e34618" /><Relationship Type="http://schemas.openxmlformats.org/officeDocument/2006/relationships/notesSlide" Target="/ppt/notesSlides/notesSlide10.xml" Id="Rd163cc2ec5e342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bfd2f792e94d31" /><Relationship Type="http://schemas.openxmlformats.org/officeDocument/2006/relationships/notesSlide" Target="/ppt/notesSlides/notesSlide11.xml" Id="R6ac706679e5e49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1bc243064e4c15" /><Relationship Type="http://schemas.openxmlformats.org/officeDocument/2006/relationships/notesSlide" Target="/ppt/notesSlides/notesSlide12.xml" Id="R6187221ffb8244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cf8e9803224eea" /><Relationship Type="http://schemas.openxmlformats.org/officeDocument/2006/relationships/notesSlide" Target="/ppt/notesSlides/notesSlide13.xml" Id="Rbd9c4faa3a8241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bc48a309786449c" /><Relationship Type="http://schemas.openxmlformats.org/officeDocument/2006/relationships/notesSlide" Target="/ppt/notesSlides/notesSlide14.xml" Id="R0d40864e2c8040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ad18eef9c614a8a" /><Relationship Type="http://schemas.openxmlformats.org/officeDocument/2006/relationships/notesSlide" Target="/ppt/notesSlides/notesSlide15.xml" Id="R32b30c411bb648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fc1a9624b745e8" /><Relationship Type="http://schemas.openxmlformats.org/officeDocument/2006/relationships/notesSlide" Target="/ppt/notesSlides/notesSlide16.xml" Id="R7a0d5e3960eb47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5fbf172387f487e" /><Relationship Type="http://schemas.openxmlformats.org/officeDocument/2006/relationships/image" Target="/ppt/media/image.jpeg" Id="R9d38bd4a0cb749b1" /><Relationship Type="http://schemas.openxmlformats.org/officeDocument/2006/relationships/image" Target="/ppt/media/image2.jpeg" Id="Rc3ced7020f5f481c" /><Relationship Type="http://schemas.openxmlformats.org/officeDocument/2006/relationships/image" Target="/ppt/media/image3.jpeg" Id="R2efcfc755fb94505" /><Relationship Type="http://schemas.openxmlformats.org/officeDocument/2006/relationships/notesSlide" Target="/ppt/notesSlides/notesSlide17.xml" Id="R21bb9c22478642b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dd6a97644864300" /><Relationship Type="http://schemas.openxmlformats.org/officeDocument/2006/relationships/notesSlide" Target="/ppt/notesSlides/notesSlide18.xml" Id="Ra2b87a763c0a49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6ec61c4e1884add" /><Relationship Type="http://schemas.openxmlformats.org/officeDocument/2006/relationships/notesSlide" Target="/ppt/notesSlides/notesSlide19.xml" Id="Re7c3194711bb4a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4ae436b16984548" /><Relationship Type="http://schemas.openxmlformats.org/officeDocument/2006/relationships/notesSlide" Target="/ppt/notesSlides/notesSlide20.xml" Id="R8e12d03966494d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a3836eb6e9457d" /><Relationship Type="http://schemas.openxmlformats.org/officeDocument/2006/relationships/notesSlide" Target="/ppt/notesSlides/notesSlide21.xml" Id="Rf6e1adbe72c54a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3484f559e304be0" /><Relationship Type="http://schemas.openxmlformats.org/officeDocument/2006/relationships/notesSlide" Target="/ppt/notesSlides/notesSlide22.xml" Id="R9bc90d474ddd4a5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61dbee55eeb4edf" /><Relationship Type="http://schemas.openxmlformats.org/officeDocument/2006/relationships/notesSlide" Target="/ppt/notesSlides/notesSlide23.xml" Id="R3ceb8f0411384af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e7fa7ca7f624e7b" /><Relationship Type="http://schemas.openxmlformats.org/officeDocument/2006/relationships/notesSlide" Target="/ppt/notesSlides/notesSlide24.xml" Id="R0ecbbae59e2b42f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8bc27f096da47bf" /><Relationship Type="http://schemas.openxmlformats.org/officeDocument/2006/relationships/notesSlide" Target="/ppt/notesSlides/notesSlide25.xml" Id="R188e1ee00e764b6f"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9D6F5E-5E11-4E18-B1C1-C4DEAD5079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7F2399-3330-4C97-89BE-F8B778D0F0E4}"/>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4C15AB1C-11C1-4DFE-82B5-0322B5030B74}"/>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7B909A38-4EEF-4464-942C-55A52360DA09}"/>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39CE2F-9721-4F7B-A6DB-FFA6441F67AC}"/>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DE34735F-7A2E-4289-9C10-C270B1D6AA70}"/>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318990635"/>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9FAD95B-EE6F-41A4-8E8E-A11EB9C00B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6ECB63-21F4-4F53-B269-DF76EAAA413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346CB22F-7E94-4E92-AD4E-7F9A6BFC30B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877DCE-EF75-4046-8741-D9252AB1E02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B3E100FC-F6DD-4BFA-A0A0-E136F2D4730F}"/>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7D853A2A-2E2B-49AA-8F3F-232BE40FFBC8}"/>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259939C-36FE-4592-A298-919A32214355}"/>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CBD714-07EB-4803-A0EB-C25447F2296B}"/>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DB5B16-1E4E-4067-A817-44F72D53DBBD}"/>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2708C595-E814-447C-BCB8-E933B673E75F}"/>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5A2B4D18-D286-4664-A3C1-55CA4CAF3D89}"/>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D1A20256-7C04-4E12-A472-309C23BDE62C}"/>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60D6C4DE-E19B-4D13-8D9D-32048C0757B0}"/>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1684464C-0F69-4514-8D66-8C58BB4C907C}"/>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F8D44F9A-34C5-49BB-B9E3-CBF9DD0D16D5}"/>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3CD5090-DEC9-409A-8DB3-6E1F46AE251B}"/>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83ACEC7-BEF9-4A40-9B92-CD3356847B29}"/>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F7CFE08-EB38-48D1-A8F3-11059EC89C38}"/>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AAB0C1A-5D51-4565-895D-28CC34771F46}"/>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1F77E15-7DF5-4ACD-B692-EB6A8CDCF614}"/>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0B342869-81FD-4BF3-A806-CD9EBEAC02FD}"/>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9818C511-FEAA-4989-B951-BEF03EBD1909}"/>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53AF950-2C65-46FE-ACB4-BB57BB9652F2}"/>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23CBD1EF-67AC-463D-8AD0-5A345135E617}"/>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6538C8F7-F509-4DE7-B446-21BFB95E762F}"/>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5B4D602F-B25B-4B6B-B7AE-5448E73FFB43}"/>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DF65B17A-A0B1-4AC5-AAC0-0653C0DA5F85}"/>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4BD14675-EF9A-4743-B670-506800398394}"/>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A78AFAE3-0F9E-46C0-95A7-02357667CCCA}"/>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F2E476CE-8596-4319-A873-FEB227B4D2C8}"/>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48E8ED2C-9D52-4BB1-BF85-44623F183613}"/>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0511AC16-BAF6-46BB-B0F6-967A8F3489C8}"/>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D013B0F6-4BD3-45D8-ACAB-4F8E62F2CE7A}"/>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5C55BDA1-7C40-4BD0-AE8D-9D349207A0E2}"/>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E0C6ED67-2AEC-45D5-BDF9-2DDC5BE5FB24}"/>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C8BD4E64-017B-4C0C-ACB3-BDFF62BBC036}"/>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217495425"/>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F6A972-EC3A-43D8-8366-ABD0D87933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1DDE7B-2707-47BE-93D3-73B2A7C4A92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AAF2DD86-1306-4CAD-9454-AE8959EDAA3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3FF4CF-591F-4F94-9868-7491EF34EC3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89F549ED-F928-4619-BF0C-84043EF47B9D}"/>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97859872-E17D-4CCE-B333-20266C0B5902}"/>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E493CE6C-34FB-49F8-9C26-A58CE6BC1EF8}"/>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7191F8EE-6661-4288-B14F-B5E39C2A948E}"/>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CDE4D179-75AA-432F-8F68-28FFF9EDE583}"/>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7FE7439-1731-432B-9067-EE662A6584BB}"/>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B1F1C4AB-1F01-4501-A92B-6A5FEF6B325F}"/>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F8E099FA-53AD-4D6F-9605-4C6FE13A58A2}"/>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170414215"/>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4F97C4A-84CC-4D57-8D20-E662B56C765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ACA4F7-0AB4-4445-A513-00381934542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C823D00E-E2AF-41CE-8AB4-7D21FF98958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A2696E-14C6-41DD-8F3E-1918F515A89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54694D28-2830-487A-BC14-1FD8915C6944}"/>
              </a:ext>
            </a:extLst>
          </p:cNvPr>
          <p:cNvSpPr>
            <a:spLocks xmlns:a="http://schemas.openxmlformats.org/drawingml/2006/main" noGrp="1"/>
          </p:cNvSpPr>
          <p:nvPr/>
        </p:nvSpPr>
        <p:spPr>
          <a:xfrm xmlns:a="http://schemas.openxmlformats.org/drawingml/2006/main" rot="0">
            <a:off x="9191625" y="15716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企業例</a:t>
            </a:r>
          </a:p>
        </p:txBody>
      </p:sp>
      <p:sp>
        <p:nvSpPr>
          <p:cNvPr id="6" name="">
            <a:extLst xmlns:a="http://schemas.openxmlformats.org/drawingml/2006/main">
              <a:ext uri="{FF2B5EF4-FFF2-40B4-BE49-F238E27FC236}">
                <a16:creationId xmlns:a16="http://schemas.microsoft.com/office/drawing/2014/main" id="{0E306DB6-12A3-417F-BF8C-B6911745CC8D}"/>
              </a:ext>
            </a:extLst>
          </p:cNvPr>
          <p:cNvSpPr>
            <a:spLocks xmlns:a="http://schemas.openxmlformats.org/drawingml/2006/main" noGrp="1"/>
          </p:cNvSpPr>
          <p:nvPr/>
        </p:nvSpPr>
        <p:spPr>
          <a:xfrm xmlns:a="http://schemas.openxmlformats.org/drawingml/2006/main" rot="0">
            <a:off x="723900" y="1809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7" name="">
            <a:extLst xmlns:a="http://schemas.openxmlformats.org/drawingml/2006/main">
              <a:ext uri="{FF2B5EF4-FFF2-40B4-BE49-F238E27FC236}">
                <a16:creationId xmlns:a16="http://schemas.microsoft.com/office/drawing/2014/main" id="{934A5D68-F7AA-42F8-BFA7-616050E986D6}"/>
              </a:ext>
            </a:extLst>
          </p:cNvPr>
          <p:cNvSpPr>
            <a:spLocks xmlns:a="http://schemas.openxmlformats.org/drawingml/2006/main" noGrp="1"/>
          </p:cNvSpPr>
          <p:nvPr/>
        </p:nvSpPr>
        <p:spPr>
          <a:xfrm xmlns:a="http://schemas.openxmlformats.org/drawingml/2006/main" rot="0">
            <a:off x="3143250" y="1790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人間の作業データ、遠隔操作による収集、合成データ、生データの加工。収集に特化したデバイス開発も広がりはじめている。</a:t>
            </a:r>
          </a:p>
        </p:txBody>
      </p:sp>
      <p:sp>
        <p:nvSpPr>
          <p:cNvPr id="8" name="">
            <a:extLst xmlns:a="http://schemas.openxmlformats.org/drawingml/2006/main">
              <a:ext uri="{FF2B5EF4-FFF2-40B4-BE49-F238E27FC236}">
                <a16:creationId xmlns:a16="http://schemas.microsoft.com/office/drawing/2014/main" id="{259306AE-E257-4369-849B-67A247BCB72E}"/>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4C2DF91-8D9A-480C-8732-2C32184E5193}"/>
              </a:ext>
            </a:extLst>
          </p:cNvPr>
          <p:cNvSpPr>
            <a:spLocks xmlns:a="http://schemas.openxmlformats.org/drawingml/2006/main" noGrp="1"/>
          </p:cNvSpPr>
          <p:nvPr/>
        </p:nvSpPr>
        <p:spPr>
          <a:xfrm xmlns:a="http://schemas.openxmlformats.org/drawingml/2006/main" rot="0">
            <a:off x="9191625" y="2009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DeepReach / BuildAI</a:t>
            </a:r>
          </a:p>
        </p:txBody>
      </p:sp>
      <p:sp>
        <p:nvSpPr>
          <p:cNvPr id="10" name="">
            <a:extLst xmlns:a="http://schemas.openxmlformats.org/drawingml/2006/main">
              <a:ext uri="{FF2B5EF4-FFF2-40B4-BE49-F238E27FC236}">
                <a16:creationId xmlns:a16="http://schemas.microsoft.com/office/drawing/2014/main" id="{CA44C403-A9F1-4A28-BEE3-311DCDC5F219}"/>
              </a:ext>
            </a:extLst>
          </p:cNvPr>
          <p:cNvSpPr>
            <a:spLocks xmlns:a="http://schemas.openxmlformats.org/drawingml/2006/main" noGrp="1"/>
          </p:cNvSpPr>
          <p:nvPr/>
        </p:nvSpPr>
        <p:spPr>
          <a:xfrm xmlns:a="http://schemas.openxmlformats.org/drawingml/2006/main" rot="0">
            <a:off x="723900" y="28575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基盤モデル・</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シミュレーション</a:t>
            </a:r>
          </a:p>
        </p:txBody>
      </p:sp>
      <p:sp>
        <p:nvSpPr>
          <p:cNvPr id="11" name="">
            <a:extLst xmlns:a="http://schemas.openxmlformats.org/drawingml/2006/main">
              <a:ext uri="{FF2B5EF4-FFF2-40B4-BE49-F238E27FC236}">
                <a16:creationId xmlns:a16="http://schemas.microsoft.com/office/drawing/2014/main" id="{E50D07FD-8340-475F-9550-D70852AA4004}"/>
              </a:ext>
            </a:extLst>
          </p:cNvPr>
          <p:cNvSpPr>
            <a:spLocks xmlns:a="http://schemas.openxmlformats.org/drawingml/2006/main" noGrp="1"/>
          </p:cNvSpPr>
          <p:nvPr/>
        </p:nvSpPr>
        <p:spPr>
          <a:xfrm xmlns:a="http://schemas.openxmlformats.org/drawingml/2006/main" rot="0">
            <a:off x="3143250" y="2838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現実世界を仮想環境に再現し、必要な実データ量を抑えながらモデル開発を進める。</a:t>
            </a:r>
          </a:p>
        </p:txBody>
      </p:sp>
      <p:sp>
        <p:nvSpPr>
          <p:cNvPr id="12" name="">
            <a:extLst xmlns:a="http://schemas.openxmlformats.org/drawingml/2006/main">
              <a:ext uri="{FF2B5EF4-FFF2-40B4-BE49-F238E27FC236}">
                <a16:creationId xmlns:a16="http://schemas.microsoft.com/office/drawing/2014/main" id="{D73DEAA6-487A-4530-8FAC-B5613ABDE3F1}"/>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30A03B7-190C-4348-8EE7-3EE83F9C9867}"/>
              </a:ext>
            </a:extLst>
          </p:cNvPr>
          <p:cNvSpPr>
            <a:spLocks xmlns:a="http://schemas.openxmlformats.org/drawingml/2006/main" noGrp="1"/>
          </p:cNvSpPr>
          <p:nvPr/>
        </p:nvSpPr>
        <p:spPr>
          <a:xfrm xmlns:a="http://schemas.openxmlformats.org/drawingml/2006/main" rot="0">
            <a:off x="9191625" y="30575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14" name="">
            <a:extLst xmlns:a="http://schemas.openxmlformats.org/drawingml/2006/main">
              <a:ext uri="{FF2B5EF4-FFF2-40B4-BE49-F238E27FC236}">
                <a16:creationId xmlns:a16="http://schemas.microsoft.com/office/drawing/2014/main" id="{F8BB75AF-28E6-4EFA-AEAE-0F4AB70FDDF3}"/>
              </a:ext>
            </a:extLst>
          </p:cNvPr>
          <p:cNvSpPr>
            <a:spLocks xmlns:a="http://schemas.openxmlformats.org/drawingml/2006/main" noGrp="1"/>
          </p:cNvSpPr>
          <p:nvPr/>
        </p:nvSpPr>
        <p:spPr>
          <a:xfrm xmlns:a="http://schemas.openxmlformats.org/drawingml/2006/main" rot="0">
            <a:off x="723900" y="40005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ハードウェア開発層</a:t>
            </a:r>
          </a:p>
        </p:txBody>
      </p:sp>
      <p:sp>
        <p:nvSpPr>
          <p:cNvPr id="15" name="">
            <a:extLst xmlns:a="http://schemas.openxmlformats.org/drawingml/2006/main">
              <a:ext uri="{FF2B5EF4-FFF2-40B4-BE49-F238E27FC236}">
                <a16:creationId xmlns:a16="http://schemas.microsoft.com/office/drawing/2014/main" id="{08A40D0B-93B9-4A3D-AED4-3283F7368EFE}"/>
              </a:ext>
            </a:extLst>
          </p:cNvPr>
          <p:cNvSpPr>
            <a:spLocks xmlns:a="http://schemas.openxmlformats.org/drawingml/2006/main" noGrp="1"/>
          </p:cNvSpPr>
          <p:nvPr/>
        </p:nvSpPr>
        <p:spPr>
          <a:xfrm xmlns:a="http://schemas.openxmlformats.org/drawingml/2006/main" rot="0">
            <a:off x="3143250" y="3981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特に中国系企業が、安価なロボットを提供する面で強い。</a:t>
            </a:r>
          </a:p>
        </p:txBody>
      </p:sp>
      <p:sp>
        <p:nvSpPr>
          <p:cNvPr id="16" name="">
            <a:extLst xmlns:a="http://schemas.openxmlformats.org/drawingml/2006/main">
              <a:ext uri="{FF2B5EF4-FFF2-40B4-BE49-F238E27FC236}">
                <a16:creationId xmlns:a16="http://schemas.microsoft.com/office/drawing/2014/main" id="{DD11A624-6A7E-46B0-BE4A-CE8F84236F9A}"/>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DD4B029-23E8-4184-9D03-4DC582D4F00E}"/>
              </a:ext>
            </a:extLst>
          </p:cNvPr>
          <p:cNvSpPr>
            <a:spLocks xmlns:a="http://schemas.openxmlformats.org/drawingml/2006/main" noGrp="1"/>
          </p:cNvSpPr>
          <p:nvPr/>
        </p:nvSpPr>
        <p:spPr>
          <a:xfrm xmlns:a="http://schemas.openxmlformats.org/drawingml/2006/main" rot="0">
            <a:off x="9191625" y="42005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18" name="">
            <a:extLst xmlns:a="http://schemas.openxmlformats.org/drawingml/2006/main">
              <a:ext uri="{FF2B5EF4-FFF2-40B4-BE49-F238E27FC236}">
                <a16:creationId xmlns:a16="http://schemas.microsoft.com/office/drawing/2014/main" id="{B3684C64-CE45-4DB0-913A-5822511ABFEE}"/>
              </a:ext>
            </a:extLst>
          </p:cNvPr>
          <p:cNvSpPr>
            <a:spLocks xmlns:a="http://schemas.openxmlformats.org/drawingml/2006/main" noGrp="1"/>
          </p:cNvSpPr>
          <p:nvPr/>
        </p:nvSpPr>
        <p:spPr>
          <a:xfrm xmlns:a="http://schemas.openxmlformats.org/drawingml/2006/main" rot="0">
            <a:off x="723900" y="4857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9" name="">
            <a:extLst xmlns:a="http://schemas.openxmlformats.org/drawingml/2006/main">
              <a:ext uri="{FF2B5EF4-FFF2-40B4-BE49-F238E27FC236}">
                <a16:creationId xmlns:a16="http://schemas.microsoft.com/office/drawing/2014/main" id="{80598A81-6065-4D63-859C-DD6F5EBABE87}"/>
              </a:ext>
            </a:extLst>
          </p:cNvPr>
          <p:cNvSpPr>
            <a:spLocks xmlns:a="http://schemas.openxmlformats.org/drawingml/2006/main" noGrp="1"/>
          </p:cNvSpPr>
          <p:nvPr/>
        </p:nvSpPr>
        <p:spPr>
          <a:xfrm xmlns:a="http://schemas.openxmlformats.org/drawingml/2006/main" rot="0">
            <a:off x="3143250" y="4838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既存のロボットやモデルを利用し、現場への導入と運用調整を優先する。</a:t>
            </a:r>
          </a:p>
        </p:txBody>
      </p:sp>
      <p:sp>
        <p:nvSpPr>
          <p:cNvPr id="20" name="">
            <a:extLst xmlns:a="http://schemas.openxmlformats.org/drawingml/2006/main">
              <a:ext uri="{FF2B5EF4-FFF2-40B4-BE49-F238E27FC236}">
                <a16:creationId xmlns:a16="http://schemas.microsoft.com/office/drawing/2014/main" id="{CE11F03C-A179-4F01-8E5C-D923605C1182}"/>
              </a:ext>
            </a:extLst>
          </p:cNvPr>
          <p:cNvSpPr>
            <a:spLocks xmlns:a="http://schemas.openxmlformats.org/drawingml/2006/main" noGrp="1"/>
          </p:cNvSpPr>
          <p:nvPr/>
        </p:nvSpPr>
        <p:spPr>
          <a:xfrm xmlns:a="http://schemas.openxmlformats.org/drawingml/2006/main" rot="0">
            <a:off x="9191625" y="5057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Tree>
    <p:extLst>
      <p:ext uri="{BB962C8B-B14F-4D97-AF65-F5344CB8AC3E}">
        <p14:creationId xmlns:p14="http://schemas.microsoft.com/office/powerpoint/2010/main" val="35675678"/>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8BF3EB30-E67F-4808-97AC-03DB6A332BA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F4C651-0F28-4CAD-B047-4E0D7120D77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現場を含む「ループ」を持つ企業が勝つ</a:t>
            </a:r>
          </a:p>
        </p:txBody>
      </p:sp>
      <p:sp>
        <p:nvSpPr>
          <p:cNvPr id="3" name="">
            <a:extLst xmlns:a="http://schemas.openxmlformats.org/drawingml/2006/main">
              <a:ext uri="{FF2B5EF4-FFF2-40B4-BE49-F238E27FC236}">
                <a16:creationId xmlns:a16="http://schemas.microsoft.com/office/drawing/2014/main" id="{E6AA9C9A-37DD-4F04-AF05-F115D270E20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FA834C-B109-4757-8793-F1F37D729FE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ECA6B101-0C57-46D7-B4B6-C47D35C94C2B}"/>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51588579-AAD4-419C-9E04-B69588CA1BC0}"/>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4AEC6D-0252-452E-8AF1-868B3D115CD9}"/>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F812EA-EE81-443B-8595-403686CCD970}"/>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FC620C-8348-42AB-B206-7C1AB6D66AB8}"/>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0867A28C-DC3B-4847-879F-8CE2A1FAAD41}"/>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0CFFA4AF-312B-4E6D-AB3B-1C0C3F2F1451}"/>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D6B2FC30-DDF3-4F41-B4B1-55773321FEFC}"/>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78AB9611-6EC2-40D5-A57F-DF605B707003}"/>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B2469D01-5A7F-46EC-872A-95310C3851F2}"/>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C79FDEA7-F54D-484E-825A-93A7B40ACBEF}"/>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EB8F65E-8BDB-4954-9EC6-F424258F6EE6}"/>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7D3B5E9E-1A93-4982-9676-931C25CF7787}"/>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D042FBB-5954-4B4B-9414-43EA2E4ECF0B}"/>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7B219DD-2BC4-4879-B8FB-5048FE90D612}"/>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7AA0000-AB09-48E0-A9B2-23DF15261284}"/>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1B843861-F915-43C3-B7D8-ABDFB9B0542C}"/>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4127DFDE-BBFF-4E3B-94A4-2C314E146875}"/>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9F95EDC-262E-4395-B5D7-369406BBE816}"/>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0D91203D-146E-4154-98A7-577BB9D43A5A}"/>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E33C28B-0464-4D0F-8844-A41297E245AE}"/>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F409255-01D0-4A5A-8FA0-484C101B1810}"/>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7513AF2-3DDB-412F-8D66-C22639AA9701}"/>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B1A803B-7319-4B0A-8947-302FD8772183}"/>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3572E16-3CE5-438C-BEC9-B2F0A4C61174}"/>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CD1D7D2-8142-4DBD-B616-47FC90E9C9FF}"/>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9C40682-2501-4DA2-9BA5-32CA8F11B7F4}"/>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6A338E3-42A1-4899-A2BC-7738635CFA5E}"/>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DC91D5C-E29F-4A17-8A0F-C855770CC5E1}"/>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011716A-3D9A-4FF5-B916-A358BD237427}"/>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134AB12-1113-47B9-A387-2B475669BC7A}"/>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29835DC-C6B1-44D6-AD35-0DE186FFA2E1}"/>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0399D91-4711-4116-9FA1-1EC0CFCE8B5A}"/>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DF20097-6046-4D13-9FF0-6484431803A0}"/>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7D5477A-9AA7-4CFE-AB0F-12C0C4E2AD23}"/>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2E103C1-5C54-4971-8071-77AF97250302}"/>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B4235E0-69F2-4808-8440-34D4282C34B9}"/>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632EF60-FCF1-40D8-B967-5BCCA1D37C9B}"/>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9842B4A-0F33-430D-9ECA-6352157AEA2C}"/>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A503B78-0D99-41F9-81D3-C8EAA367AAA5}"/>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B3CB291-9DE8-422B-849E-CA6D88987F6B}"/>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4DD7D86-26D8-4012-A892-1B858E2F114B}"/>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CD3C711-D3DF-4A4D-8020-9DDD0EBF3284}"/>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8CB77D7-42F2-4127-A2BD-AA68C348E07B}"/>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BC5FD39-E1F8-4BC7-AB2D-54D963E0EC07}"/>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F2C90DD0-C04D-4E25-B81E-BE1B78534799}"/>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B968C740-196A-4CCF-B527-292A03C4558A}"/>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687BBEC-D23E-44DA-8DB1-10BD978D6444}"/>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A1F9DABC-8CAF-4822-85FF-BB35CA898426}"/>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81C4B533-EF98-4F0B-9553-8335998A84E4}"/>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FEF80845-6481-4431-BDB9-D0B227169E76}"/>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7709090-1148-46AB-A148-1197931F97DD}"/>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FEEC4E72-0210-4934-9152-D1AC758309A8}"/>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392377DC-94CC-4636-8128-48029F767030}"/>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30B10114-B2A0-49E3-897D-1EE3FD2D7131}"/>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7593A1A7-8DE2-4431-B7B0-AF55B8CDE276}"/>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B41822F-9F7A-46A7-8207-77F3CCADA16D}"/>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B8A6CD75-2874-454E-BDCD-7BAD4BD3524D}"/>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8F62A79F-4751-496A-9990-8136D41E07D5}"/>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6CD4591E-CE22-47E7-B55A-C3F9F04B1F1C}"/>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430502948"/>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0B0AB92A-4AD0-4EAC-84A6-BB5275F4B1C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366D40-77A1-4D28-BD87-4CA0F3807F0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96AC5E12-9C12-4CC5-BDB4-802EAA85B29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7744B6-6DDC-41F5-BACF-514757B015D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962D04F5-D582-4A5F-80F1-84FE160807A0}"/>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14B7C22B-957C-47E8-8D97-A6EAF04526B1}"/>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807EE976-C311-4552-920B-D4602B88923C}"/>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BBC8DD97-4A7B-457F-BE5E-5191CA9E8B55}"/>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3F1766FF-6440-443A-9EB8-933E55C07F4A}"/>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CE8CE6D8-802C-4952-AF50-BA30358CDE49}"/>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E4F814AE-BF1E-468F-AD53-96C586BF5B32}"/>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5123D73-6814-427A-B5DE-0C88EEF1BD4B}"/>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74DC10-4966-4C95-92D1-EFADB9A85719}"/>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E086C0-EADE-4033-8548-541F48710F04}"/>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008EE42-219A-43B5-99C3-CF5B8E40E167}"/>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5193249-545D-45E0-B547-D9D1E0FC050E}"/>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6D64220-935E-4691-9FBC-45666A9B418A}"/>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C75D13C-6DB2-47A2-AE06-FA0B26753D1C}"/>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C24AC06-C4FE-45D5-82AA-7FC4DE51FCAE}"/>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D1442F3-B10B-41AD-A6DB-9EF1DABDDD0C}"/>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55CF7DD-2E3A-4723-8F20-3A2B4396C6D0}"/>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15C0A64-94CB-43A2-8692-0DED713267A4}"/>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4B70766-12D5-44B2-8AC9-9775914BDB41}"/>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A624CF8-3045-41A8-BE27-194C08671CC4}"/>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E6C050A-C1BB-412D-87F5-31E1EDAC14A6}"/>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31CD385-32A8-4755-82C9-E187FF839AB1}"/>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627B4F0-85D4-4E12-B128-E979F733FA7D}"/>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E29746B-4489-4F8F-845C-D4AD93C5E3DC}"/>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90C94DF-DA99-43AF-B41A-050DEC82B8CD}"/>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8774B2B-1AC8-46A0-9C55-5209AFAB1183}"/>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B2836B3-73F2-4153-9661-3585CBE845EA}"/>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70A81FE-31CD-4801-B403-738963D7BCFC}"/>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E19EF7E-E1D4-4FD7-98C1-2A653EC34416}"/>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B46ADC7-8937-4B4C-9E82-C6000C647775}"/>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8505A27-833C-4D05-B608-368C57EA2E27}"/>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84211CA-E2D7-4B09-BA7C-41987B5FA40D}"/>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A2D22A2-AB69-4667-AE01-799DBCDAD35F}"/>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78335C8-C12E-4BE5-819D-F01289A5E271}"/>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2A57510-F0AA-4215-A7AB-D47A11A439F7}"/>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BE8EB90-0ED4-44DA-8FC2-4F533D9F5B25}"/>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32E15A6-40A7-4F85-BCA8-7452F0B42D8F}"/>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2671D0A-F433-408E-9C02-75AC055FCA07}"/>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F2D94F0-A532-4B58-A78E-15F0C76BFEB4}"/>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CBBBAA8-6A07-43A2-AE08-BCCEA7A6A21D}"/>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432BD3A-08FC-4035-BE20-39CAF9470348}"/>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349ABC22-1AE9-40AD-B1F2-CFB4F9E2FDCB}"/>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0D91097-354B-464D-A4BB-98F1C605FD0E}"/>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D7E9B3A-0C82-4A6F-8D0B-78F5C2AC5E0A}"/>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748F065-CB1D-475D-9031-1B52753B332A}"/>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4EFCF896-6117-410F-82C1-DB57587EE3D3}"/>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3C3E310F-B7C3-4805-BEE7-D61576DF2B75}"/>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3E70E73F-9D86-4F06-8430-E23506A9F7DA}"/>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E589E483-B20A-4A78-AE79-214C8AD7A2ED}"/>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B9F8AB10-1872-41A4-B520-7D6CEFA02DB6}"/>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6E23A676-8978-4001-A768-CF2DE980C2AC}"/>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3DFC67D-9960-4AC6-96ED-AB0DC8D53E50}"/>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8A6D480F-94B9-4D76-815C-335634D3491E}"/>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EBA31131-3C88-46AA-B8FB-06CA9ACBB456}"/>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2B0B3DEA-E8DC-44BC-BBA6-E73D27416E34}"/>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25D239F8-33A6-45DF-8319-0C206A2E4132}"/>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C95D3A1-9B94-496A-8B11-452F01256951}"/>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F7508C39-D97D-4A67-B6F0-8CA5DC6578DA}"/>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2DEA5F59-AEB1-44A1-B589-3747B07068BA}"/>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6CC1DF9B-5F08-42D6-A002-9C526C75EDF1}"/>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1E9295B9-30BB-4917-9A77-1CBBF70C5212}"/>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CE74926F-6A2C-4739-8E26-82F807C6EC4F}"/>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8EA77784-F380-467A-8D13-919BC21E9C94}"/>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DA396483-0F28-49BA-9341-4F06325B8584}"/>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現場稼働データが直接モデル改善</a:t>
            </a:r>
          </a:p>
        </p:txBody>
      </p:sp>
    </p:spTree>
    <p:extLst>
      <p:ext uri="{BB962C8B-B14F-4D97-AF65-F5344CB8AC3E}">
        <p14:creationId xmlns:p14="http://schemas.microsoft.com/office/powerpoint/2010/main" val="1849696625"/>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850FD19-AE7C-4BFE-AD3F-7BE6BC32C3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33C86B-1F94-4EC6-9A2D-698033A52A3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6C4D98B7-EBEE-40D4-8A01-0ACB89E161D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9003AD-E9D7-48B9-B991-986EE808657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9AF93BD8-9DB8-4499-9842-55E85C7AB3A6}"/>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DA90DD5B-3CF5-4ED9-A53D-3751A582D4DE}"/>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1D3D01E4-D34C-471B-8D16-54BC3845302B}"/>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05A28292-E7C8-4D05-82E5-F14AD6F8BE30}"/>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C43E1FB7-36A0-43FA-9727-DCF711B03CF6}"/>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A3F43F1D-AFBB-46DF-B7D9-5EF4870FDCE1}"/>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F8777E95-957D-4D36-87B4-A619F209A94B}"/>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B44FF202-A979-4E74-9CA4-768596805461}"/>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6DCBBFE2-6235-4455-8A20-2BB40C23D485}"/>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58242D06-C928-4F10-BE67-622EAF286F78}"/>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DCF2E99F-9AD6-4427-8DDE-87C745DBCA22}"/>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5BE4AA63-65B3-4474-B664-E79BA510EE93}"/>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9944230-C7ED-4830-8096-422A2496FAA4}"/>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A1D9B2EA-259F-4EFF-99BF-8046DC894626}"/>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A051AF-9882-4411-872A-05E4E91C0866}"/>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31073D3-C908-411A-A280-BEE4C6FAAB1F}"/>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C7DC788-768D-41BD-A252-531721890EA0}"/>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15AC83E1-D132-4488-9FD0-938D4B8476E8}"/>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4692A842-1D18-4057-8482-D62B453CF001}"/>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809846294"/>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5CE4AA9-659E-42D5-98F7-8A338B14E4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941EA9-A698-4B98-88FC-A8D0E6607CF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CCEAA04C-4A61-4216-A2B1-F568CAB7C4A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192633-A866-486F-9E28-7F4788779C2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37046631-7FF7-4655-B9E4-D4583875D81A}"/>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7A56520F-9F11-4DB9-8667-A2D331076788}"/>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24D4278F-F843-44CA-8A72-7CCA2735279F}"/>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4AF841-ABAE-44A3-B690-F20C16694E87}"/>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6527C0D-369B-4A8A-8239-409284C9F5BE}"/>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8CC9C05B-01AE-4F39-8544-97BB7655D48A}"/>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14B3C9-2AE7-4815-86E4-0EF4DAD3F01F}"/>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1A5D5F9C-0842-4156-BDB8-E5F4F0347960}"/>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3BC42C-5BCC-4E77-8634-04AF39890D0A}"/>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4F63E596-349F-406E-831D-172CFB7A338E}"/>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E39BA1-20CD-409B-AE98-B650070A02EE}"/>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E92400D-376A-459B-83BD-543F731BD87E}"/>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1B8E4AAE-7ACE-4619-8BBC-26CAA79D12EC}"/>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953E678-0A24-4DCD-AF74-A3BCA6E5F946}"/>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1592996865"/>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7E76E51-071B-4902-8C91-5186E4D4F0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59701D-2ED2-4498-AA7F-261116DD2F3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5191B"/>
                </a:solidFill>
                <a:latin typeface="Hiragino Sans"/>
                <a:ea typeface="Hiragino Sans"/>
                <a:cs typeface="Hiragino Sans"/>
              </a:defRPr>
            </a:pPr>
            <a:r>
              <a:rPr sz="2400" b="1">
                <a:solidFill>
                  <a:srgbClr val="15191B"/>
                </a:solidFill>
                <a:latin typeface="Hiragino Sans"/>
                <a:ea typeface="Hiragino Sans"/>
                <a:cs typeface="Hiragino Sans"/>
              </a:rPr>
              <a:t>直接競合はまだいない。現場の取り合いが始まっていない</a:t>
            </a:r>
          </a:p>
        </p:txBody>
      </p:sp>
      <p:sp>
        <p:nvSpPr>
          <p:cNvPr id="3" name="">
            <a:extLst xmlns:a="http://schemas.openxmlformats.org/drawingml/2006/main">
              <a:ext uri="{FF2B5EF4-FFF2-40B4-BE49-F238E27FC236}">
                <a16:creationId xmlns:a16="http://schemas.microsoft.com/office/drawing/2014/main" id="{5C3FD98A-D037-4FB0-977B-2EF32405A45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2B0B03-52FF-4B43-AA03-22D44E41860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4053B5EA-A194-4010-B19E-B3F960E29AD5}"/>
              </a:ext>
            </a:extLst>
          </p:cNvPr>
          <p:cNvSpPr>
            <a:spLocks xmlns:a="http://schemas.openxmlformats.org/drawingml/2006/main" noGrp="1"/>
          </p:cNvSpPr>
          <p:nvPr/>
        </p:nvSpPr>
        <p:spPr>
          <a:xfrm xmlns:a="http://schemas.openxmlformats.org/drawingml/2006/main" rot="0">
            <a:off x="723900" y="15716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同じ撮影先が複数社から一社を選ぶ段階に来て、初めて競合する</a:t>
            </a:r>
          </a:p>
        </p:txBody>
      </p:sp>
      <p:sp>
        <p:nvSpPr>
          <p:cNvPr id="6" name="">
            <a:extLst xmlns:a="http://schemas.openxmlformats.org/drawingml/2006/main">
              <a:ext uri="{FF2B5EF4-FFF2-40B4-BE49-F238E27FC236}">
                <a16:creationId xmlns:a16="http://schemas.microsoft.com/office/drawing/2014/main" id="{0752947A-59E1-4EA2-9A81-7E7986E38772}"/>
              </a:ext>
            </a:extLst>
          </p:cNvPr>
          <p:cNvSpPr>
            <a:spLocks xmlns:a="http://schemas.openxmlformats.org/drawingml/2006/main" noGrp="1"/>
          </p:cNvSpPr>
          <p:nvPr/>
        </p:nvSpPr>
        <p:spPr>
          <a:xfrm xmlns:a="http://schemas.openxmlformats.org/drawingml/2006/main" rot="0">
            <a:off x="857250" y="21907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撮影先</a:t>
            </a:r>
          </a:p>
        </p:txBody>
      </p:sp>
      <p:sp>
        <p:nvSpPr>
          <p:cNvPr id="7" name="">
            <a:extLst xmlns:a="http://schemas.openxmlformats.org/drawingml/2006/main">
              <a:ext uri="{FF2B5EF4-FFF2-40B4-BE49-F238E27FC236}">
                <a16:creationId xmlns:a16="http://schemas.microsoft.com/office/drawing/2014/main" id="{FA7D4C07-B0C9-4F8C-995D-321E25599880}"/>
              </a:ext>
            </a:extLst>
          </p:cNvPr>
          <p:cNvSpPr>
            <a:spLocks xmlns:a="http://schemas.openxmlformats.org/drawingml/2006/main" noGrp="1"/>
          </p:cNvSpPr>
          <p:nvPr/>
        </p:nvSpPr>
        <p:spPr>
          <a:xfrm xmlns:a="http://schemas.openxmlformats.org/drawingml/2006/main">
            <a:off x="857250" y="26670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293553C-7C88-4EBD-BFEA-B6E18187C6CC}"/>
              </a:ext>
            </a:extLst>
          </p:cNvPr>
          <p:cNvSpPr>
            <a:spLocks xmlns:a="http://schemas.openxmlformats.org/drawingml/2006/main" noGrp="1"/>
          </p:cNvSpPr>
          <p:nvPr/>
        </p:nvSpPr>
        <p:spPr>
          <a:xfrm xmlns:a="http://schemas.openxmlformats.org/drawingml/2006/main" rot="0">
            <a:off x="1000125" y="31051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RootLens</a:t>
            </a:r>
          </a:p>
        </p:txBody>
      </p:sp>
      <p:sp>
        <p:nvSpPr>
          <p:cNvPr id="9" name="">
            <a:extLst xmlns:a="http://schemas.openxmlformats.org/drawingml/2006/main">
              <a:ext uri="{FF2B5EF4-FFF2-40B4-BE49-F238E27FC236}">
                <a16:creationId xmlns:a16="http://schemas.microsoft.com/office/drawing/2014/main" id="{FF188F66-2C54-4F7C-B7C5-167A4B7AD9D7}"/>
              </a:ext>
            </a:extLst>
          </p:cNvPr>
          <p:cNvSpPr>
            <a:spLocks xmlns:a="http://schemas.openxmlformats.org/drawingml/2006/main" noGrp="1"/>
          </p:cNvSpPr>
          <p:nvPr/>
        </p:nvSpPr>
        <p:spPr>
          <a:xfrm xmlns:a="http://schemas.openxmlformats.org/drawingml/2006/main">
            <a:off x="3190875" y="3228975"/>
            <a:ext cx="714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3EB1268-BA29-46B7-A912-52FEBE2E2233}"/>
              </a:ext>
            </a:extLst>
          </p:cNvPr>
          <p:cNvSpPr>
            <a:spLocks xmlns:a="http://schemas.openxmlformats.org/drawingml/2006/main" noGrp="1"/>
          </p:cNvSpPr>
          <p:nvPr/>
        </p:nvSpPr>
        <p:spPr>
          <a:xfrm xmlns:a="http://schemas.openxmlformats.org/drawingml/2006/main">
            <a:off x="4048125" y="3000375"/>
            <a:ext cx="1381125" cy="4762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B75C4F99-8E50-4007-AE48-C56A1431A51B}"/>
              </a:ext>
            </a:extLst>
          </p:cNvPr>
          <p:cNvSpPr>
            <a:spLocks xmlns:a="http://schemas.openxmlformats.org/drawingml/2006/main" noGrp="1"/>
          </p:cNvSpPr>
          <p:nvPr/>
        </p:nvSpPr>
        <p:spPr>
          <a:xfrm xmlns:a="http://schemas.openxmlformats.org/drawingml/2006/main" rot="0">
            <a:off x="4048125" y="3133725"/>
            <a:ext cx="1381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現場A</a:t>
            </a:r>
          </a:p>
        </p:txBody>
      </p:sp>
      <p:sp>
        <p:nvSpPr>
          <p:cNvPr id="12" name="">
            <a:extLst xmlns:a="http://schemas.openxmlformats.org/drawingml/2006/main">
              <a:ext uri="{FF2B5EF4-FFF2-40B4-BE49-F238E27FC236}">
                <a16:creationId xmlns:a16="http://schemas.microsoft.com/office/drawing/2014/main" id="{A6D1AF2E-CF10-4D30-9022-D616DA34AF1B}"/>
              </a:ext>
            </a:extLst>
          </p:cNvPr>
          <p:cNvSpPr>
            <a:spLocks xmlns:a="http://schemas.openxmlformats.org/drawingml/2006/main" noGrp="1"/>
          </p:cNvSpPr>
          <p:nvPr/>
        </p:nvSpPr>
        <p:spPr>
          <a:xfrm xmlns:a="http://schemas.openxmlformats.org/drawingml/2006/main" rot="0">
            <a:off x="1000125" y="37909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海外の同業者</a:t>
            </a:r>
          </a:p>
        </p:txBody>
      </p:sp>
      <p:sp>
        <p:nvSpPr>
          <p:cNvPr id="13" name="">
            <a:extLst xmlns:a="http://schemas.openxmlformats.org/drawingml/2006/main">
              <a:ext uri="{FF2B5EF4-FFF2-40B4-BE49-F238E27FC236}">
                <a16:creationId xmlns:a16="http://schemas.microsoft.com/office/drawing/2014/main" id="{FF350258-213D-4EC3-BD9D-FE7BF06E27CC}"/>
              </a:ext>
            </a:extLst>
          </p:cNvPr>
          <p:cNvSpPr>
            <a:spLocks xmlns:a="http://schemas.openxmlformats.org/drawingml/2006/main" noGrp="1"/>
          </p:cNvSpPr>
          <p:nvPr/>
        </p:nvSpPr>
        <p:spPr>
          <a:xfrm xmlns:a="http://schemas.openxmlformats.org/drawingml/2006/main">
            <a:off x="3190875" y="3914775"/>
            <a:ext cx="714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B42A25-FCFD-4B34-807E-8176023B1BA6}"/>
              </a:ext>
            </a:extLst>
          </p:cNvPr>
          <p:cNvSpPr>
            <a:spLocks xmlns:a="http://schemas.openxmlformats.org/drawingml/2006/main" noGrp="1"/>
          </p:cNvSpPr>
          <p:nvPr/>
        </p:nvSpPr>
        <p:spPr>
          <a:xfrm xmlns:a="http://schemas.openxmlformats.org/drawingml/2006/main">
            <a:off x="4048125" y="3686175"/>
            <a:ext cx="1381125" cy="4762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C9BB5C05-B232-4065-92AC-BC1A0F86C2E4}"/>
              </a:ext>
            </a:extLst>
          </p:cNvPr>
          <p:cNvSpPr>
            <a:spLocks xmlns:a="http://schemas.openxmlformats.org/drawingml/2006/main" noGrp="1"/>
          </p:cNvSpPr>
          <p:nvPr/>
        </p:nvSpPr>
        <p:spPr>
          <a:xfrm xmlns:a="http://schemas.openxmlformats.org/drawingml/2006/main" rot="0">
            <a:off x="4048125" y="3819525"/>
            <a:ext cx="1381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現場B</a:t>
            </a:r>
          </a:p>
        </p:txBody>
      </p:sp>
      <p:sp>
        <p:nvSpPr>
          <p:cNvPr id="16" name="">
            <a:extLst xmlns:a="http://schemas.openxmlformats.org/drawingml/2006/main">
              <a:ext uri="{FF2B5EF4-FFF2-40B4-BE49-F238E27FC236}">
                <a16:creationId xmlns:a16="http://schemas.microsoft.com/office/drawing/2014/main" id="{3C3DB973-3C6F-4A33-ACA6-D8CBF722120C}"/>
              </a:ext>
            </a:extLst>
          </p:cNvPr>
          <p:cNvSpPr>
            <a:spLocks xmlns:a="http://schemas.openxmlformats.org/drawingml/2006/main" noGrp="1"/>
          </p:cNvSpPr>
          <p:nvPr/>
        </p:nvSpPr>
        <p:spPr>
          <a:xfrm xmlns:a="http://schemas.openxmlformats.org/drawingml/2006/main" rot="0">
            <a:off x="1000125" y="44767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まだ誰も収集していない</a:t>
            </a:r>
          </a:p>
        </p:txBody>
      </p:sp>
      <p:sp>
        <p:nvSpPr>
          <p:cNvPr id="17" name="">
            <a:extLst xmlns:a="http://schemas.openxmlformats.org/drawingml/2006/main">
              <a:ext uri="{FF2B5EF4-FFF2-40B4-BE49-F238E27FC236}">
                <a16:creationId xmlns:a16="http://schemas.microsoft.com/office/drawing/2014/main" id="{F5603527-102F-4637-A614-6846117447B4}"/>
              </a:ext>
            </a:extLst>
          </p:cNvPr>
          <p:cNvSpPr>
            <a:spLocks xmlns:a="http://schemas.openxmlformats.org/drawingml/2006/main" noGrp="1"/>
          </p:cNvSpPr>
          <p:nvPr/>
        </p:nvSpPr>
        <p:spPr>
          <a:xfrm xmlns:a="http://schemas.openxmlformats.org/drawingml/2006/main">
            <a:off x="3190875" y="4600575"/>
            <a:ext cx="714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28CDAF8-5CC0-46FD-AA28-051E614AC5C1}"/>
              </a:ext>
            </a:extLst>
          </p:cNvPr>
          <p:cNvSpPr>
            <a:spLocks xmlns:a="http://schemas.openxmlformats.org/drawingml/2006/main" noGrp="1"/>
          </p:cNvSpPr>
          <p:nvPr/>
        </p:nvSpPr>
        <p:spPr>
          <a:xfrm xmlns:a="http://schemas.openxmlformats.org/drawingml/2006/main">
            <a:off x="4048125" y="4371975"/>
            <a:ext cx="1381125"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50B7E62E-F684-4680-B309-16BEB3494201}"/>
              </a:ext>
            </a:extLst>
          </p:cNvPr>
          <p:cNvSpPr>
            <a:spLocks xmlns:a="http://schemas.openxmlformats.org/drawingml/2006/main" noGrp="1"/>
          </p:cNvSpPr>
          <p:nvPr/>
        </p:nvSpPr>
        <p:spPr>
          <a:xfrm xmlns:a="http://schemas.openxmlformats.org/drawingml/2006/main" rot="0">
            <a:off x="4048125" y="4505325"/>
            <a:ext cx="1381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現場C以降</a:t>
            </a:r>
          </a:p>
        </p:txBody>
      </p:sp>
      <p:sp>
        <p:nvSpPr>
          <p:cNvPr id="20" name="">
            <a:extLst xmlns:a="http://schemas.openxmlformats.org/drawingml/2006/main">
              <a:ext uri="{FF2B5EF4-FFF2-40B4-BE49-F238E27FC236}">
                <a16:creationId xmlns:a16="http://schemas.microsoft.com/office/drawing/2014/main" id="{A49C87A5-5CDA-422E-89C6-E087C5E9E47E}"/>
              </a:ext>
            </a:extLst>
          </p:cNvPr>
          <p:cNvSpPr>
            <a:spLocks xmlns:a="http://schemas.openxmlformats.org/drawingml/2006/main" noGrp="1"/>
          </p:cNvSpPr>
          <p:nvPr/>
        </p:nvSpPr>
        <p:spPr>
          <a:xfrm xmlns:a="http://schemas.openxmlformats.org/drawingml/2006/main" rot="0">
            <a:off x="857250" y="52387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海外のプレイヤーは、現時点で日本の同じ現場を取り合っていない</a:t>
            </a:r>
          </a:p>
        </p:txBody>
      </p:sp>
      <p:sp>
        <p:nvSpPr>
          <p:cNvPr id="21" name="">
            <a:extLst xmlns:a="http://schemas.openxmlformats.org/drawingml/2006/main">
              <a:ext uri="{FF2B5EF4-FFF2-40B4-BE49-F238E27FC236}">
                <a16:creationId xmlns:a16="http://schemas.microsoft.com/office/drawing/2014/main" id="{7B3BD6B3-2280-4B0A-A9E7-F5AB0691BB59}"/>
              </a:ext>
            </a:extLst>
          </p:cNvPr>
          <p:cNvSpPr>
            <a:spLocks xmlns:a="http://schemas.openxmlformats.org/drawingml/2006/main" noGrp="1"/>
          </p:cNvSpPr>
          <p:nvPr/>
        </p:nvSpPr>
        <p:spPr>
          <a:xfrm xmlns:a="http://schemas.openxmlformats.org/drawingml/2006/main">
            <a:off x="6096000" y="2047875"/>
            <a:ext cx="9525" cy="38100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C395933-CAB2-4C6D-9FB2-B98210030A35}"/>
              </a:ext>
            </a:extLst>
          </p:cNvPr>
          <p:cNvSpPr>
            <a:spLocks xmlns:a="http://schemas.openxmlformats.org/drawingml/2006/main" noGrp="1"/>
          </p:cNvSpPr>
          <p:nvPr/>
        </p:nvSpPr>
        <p:spPr>
          <a:xfrm xmlns:a="http://schemas.openxmlformats.org/drawingml/2006/main" rot="0">
            <a:off x="6572250" y="21907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販売先</a:t>
            </a:r>
          </a:p>
        </p:txBody>
      </p:sp>
      <p:sp>
        <p:nvSpPr>
          <p:cNvPr id="23" name="">
            <a:extLst xmlns:a="http://schemas.openxmlformats.org/drawingml/2006/main">
              <a:ext uri="{FF2B5EF4-FFF2-40B4-BE49-F238E27FC236}">
                <a16:creationId xmlns:a16="http://schemas.microsoft.com/office/drawing/2014/main" id="{0A56662E-6FE6-4123-8B32-3A71564170A9}"/>
              </a:ext>
            </a:extLst>
          </p:cNvPr>
          <p:cNvSpPr>
            <a:spLocks xmlns:a="http://schemas.openxmlformats.org/drawingml/2006/main" noGrp="1"/>
          </p:cNvSpPr>
          <p:nvPr/>
        </p:nvSpPr>
        <p:spPr>
          <a:xfrm xmlns:a="http://schemas.openxmlformats.org/drawingml/2006/main">
            <a:off x="6572250" y="26670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FE79222-1069-48C4-BF1E-FC492ECD9219}"/>
              </a:ext>
            </a:extLst>
          </p:cNvPr>
          <p:cNvSpPr>
            <a:spLocks xmlns:a="http://schemas.openxmlformats.org/drawingml/2006/main" noGrp="1"/>
          </p:cNvSpPr>
          <p:nvPr/>
        </p:nvSpPr>
        <p:spPr>
          <a:xfrm xmlns:a="http://schemas.openxmlformats.org/drawingml/2006/main" rot="0">
            <a:off x="6762750" y="3000375"/>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商談の目安</a:t>
            </a:r>
          </a:p>
        </p:txBody>
      </p:sp>
      <p:sp>
        <p:nvSpPr>
          <p:cNvPr id="25" name="">
            <a:extLst xmlns:a="http://schemas.openxmlformats.org/drawingml/2006/main">
              <a:ext uri="{FF2B5EF4-FFF2-40B4-BE49-F238E27FC236}">
                <a16:creationId xmlns:a16="http://schemas.microsoft.com/office/drawing/2014/main" id="{7E6D8BD3-FDFF-4B83-9F26-74473AA8A643}"/>
              </a:ext>
            </a:extLst>
          </p:cNvPr>
          <p:cNvSpPr>
            <a:spLocks xmlns:a="http://schemas.openxmlformats.org/drawingml/2006/main" noGrp="1"/>
          </p:cNvSpPr>
          <p:nvPr/>
        </p:nvSpPr>
        <p:spPr>
          <a:xfrm xmlns:a="http://schemas.openxmlformats.org/drawingml/2006/main" rot="0">
            <a:off x="6762750" y="33337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315C78"/>
                </a:solidFill>
                <a:latin typeface="Hiragino Sans"/>
                <a:ea typeface="Hiragino Sans"/>
                <a:cs typeface="Hiragino Sans"/>
              </a:defRPr>
            </a:pPr>
            <a:r>
              <a:rPr sz="2175" b="1">
                <a:solidFill>
                  <a:srgbClr val="315C78"/>
                </a:solidFill>
                <a:latin typeface="Hiragino Sans"/>
                <a:ea typeface="Hiragino Sans"/>
                <a:cs typeface="Hiragino Sans"/>
              </a:rPr>
              <a:t>月間1,000時間</a:t>
            </a:r>
          </a:p>
        </p:txBody>
      </p:sp>
      <p:sp>
        <p:nvSpPr>
          <p:cNvPr id="26" name="">
            <a:extLst xmlns:a="http://schemas.openxmlformats.org/drawingml/2006/main">
              <a:ext uri="{FF2B5EF4-FFF2-40B4-BE49-F238E27FC236}">
                <a16:creationId xmlns:a16="http://schemas.microsoft.com/office/drawing/2014/main" id="{942AAE18-6DE0-4F54-98F9-8045F9A65B0A}"/>
              </a:ext>
            </a:extLst>
          </p:cNvPr>
          <p:cNvSpPr>
            <a:spLocks xmlns:a="http://schemas.openxmlformats.org/drawingml/2006/main" noGrp="1"/>
          </p:cNvSpPr>
          <p:nvPr/>
        </p:nvSpPr>
        <p:spPr>
          <a:xfrm xmlns:a="http://schemas.openxmlformats.org/drawingml/2006/main" rot="0">
            <a:off x="6762750" y="3952875"/>
            <a:ext cx="409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一定以上の収集規模に達して、初めて販売先から継続的な検討対象として扱われる。</a:t>
            </a:r>
          </a:p>
        </p:txBody>
      </p:sp>
      <p:sp>
        <p:nvSpPr>
          <p:cNvPr id="27" name="">
            <a:extLst xmlns:a="http://schemas.openxmlformats.org/drawingml/2006/main">
              <a:ext uri="{FF2B5EF4-FFF2-40B4-BE49-F238E27FC236}">
                <a16:creationId xmlns:a16="http://schemas.microsoft.com/office/drawing/2014/main" id="{F4B4F93F-70F1-4612-ADAA-504BC1700384}"/>
              </a:ext>
            </a:extLst>
          </p:cNvPr>
          <p:cNvSpPr>
            <a:spLocks xmlns:a="http://schemas.openxmlformats.org/drawingml/2006/main" noGrp="1"/>
          </p:cNvSpPr>
          <p:nvPr/>
        </p:nvSpPr>
        <p:spPr>
          <a:xfrm xmlns:a="http://schemas.openxmlformats.org/drawingml/2006/main" rot="0">
            <a:off x="6762750" y="48101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他社が大量のデータを持っていても、現場や作業の種類が違えば、新しいデータの需要はなくならない。</a:t>
            </a:r>
          </a:p>
        </p:txBody>
      </p:sp>
      <p:sp>
        <p:nvSpPr>
          <p:cNvPr id="28" name="">
            <a:extLst xmlns:a="http://schemas.openxmlformats.org/drawingml/2006/main">
              <a:ext uri="{FF2B5EF4-FFF2-40B4-BE49-F238E27FC236}">
                <a16:creationId xmlns:a16="http://schemas.microsoft.com/office/drawing/2014/main" id="{522EED10-3EA7-4D40-8FA8-35DA111A2139}"/>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今は同業者との取り合いより、空いている現場をどれだけ早く広く集めるかが重要</a:t>
            </a:r>
          </a:p>
        </p:txBody>
      </p:sp>
    </p:spTree>
    <p:extLst>
      <p:ext uri="{BB962C8B-B14F-4D97-AF65-F5344CB8AC3E}">
        <p14:creationId xmlns:p14="http://schemas.microsoft.com/office/powerpoint/2010/main" val="613518740"/>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2EC4E1B-F0B6-4864-AED9-B542B423DE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77F5B5-907F-4A7B-A9FB-2C5E4696057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7FCA5BC5-D4E5-4022-99DB-4AB81254CEC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321BE1-2588-4DC2-B42E-E8163C384BD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090317DE-2BB5-4D8E-8218-65C617C1BEBA}"/>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B5090A36-4752-468E-9689-0B7730E622FA}"/>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5BD1D45-F568-457A-9587-D7C4EFE0616F}"/>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51FEA2DC-04FA-44D3-9C94-A4A85A33A45B}"/>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A04DDB10-77BB-441A-AB6A-93EA62EF77D6}"/>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B0A19873-8F29-41F4-A7DA-6931DE0F2619}"/>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954C76A5-AF18-471B-941F-150AA71E5A5C}"/>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DB922660-3C65-4CBB-8E14-A6BA9D0BA909}"/>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9F20F445-EAB6-4C1E-AB20-049746D77CBB}"/>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E9315DFB-561C-4642-9805-02619E6785A6}"/>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18FDBDE4-D7F4-4A53-80C6-60F294D863D4}"/>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業種ごとの法令・ルールへの対応</a:t>
            </a:r>
          </a:p>
        </p:txBody>
      </p:sp>
      <p:sp>
        <p:nvSpPr>
          <p:cNvPr id="16" name="">
            <a:extLst xmlns:a="http://schemas.openxmlformats.org/drawingml/2006/main">
              <a:ext uri="{FF2B5EF4-FFF2-40B4-BE49-F238E27FC236}">
                <a16:creationId xmlns:a16="http://schemas.microsoft.com/office/drawing/2014/main" id="{7CC3C37C-AED3-449F-AFD7-C39A0DA817DF}"/>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AB8767D-F4D7-427E-B062-A8AC7698428C}"/>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1E83B03E-DDB0-4F09-8E63-C9B72BCFB273}"/>
              </a:ext>
            </a:extLst>
          </p:cNvPr>
          <p:cNvSpPr>
            <a:spLocks xmlns:a="http://schemas.openxmlformats.org/drawingml/2006/main" noGrp="1"/>
          </p:cNvSpPr>
          <p:nvPr/>
        </p:nvSpPr>
        <p:spPr>
          <a:xfrm xmlns:a="http://schemas.openxmlformats.org/drawingml/2006/main" rot="0">
            <a:off x="9239250" y="4171950"/>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a:t>
            </a:r>
          </a:p>
        </p:txBody>
      </p:sp>
      <p:sp>
        <p:nvSpPr>
          <p:cNvPr id="19" name="">
            <a:extLst xmlns:a="http://schemas.openxmlformats.org/drawingml/2006/main">
              <a:ext uri="{FF2B5EF4-FFF2-40B4-BE49-F238E27FC236}">
                <a16:creationId xmlns:a16="http://schemas.microsoft.com/office/drawing/2014/main" id="{49000988-B4AF-49E9-AB9E-8B77C5FF8BC4}"/>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528411337"/>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F0AD7A2-7577-4CA4-B85D-1E2A373582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0A722A-B0F2-4807-AB6C-16DDD0F63E1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D43FB763-CEE2-42D1-9233-26AEB9B3DB9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3EA41C-71ED-4D7B-A512-E749A12DCE5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CA5BAC3A-FFB5-408C-9DDD-2AAF1B50F831}"/>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867EFC50-AA0C-4E71-AA25-8FBF8123CDDE}"/>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DF7A96D2-69A5-4105-B329-E107120830EF}"/>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B8CD08A8-474B-446C-ACDD-06E3DA2C462C}"/>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人間の作業の流れを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F66EDEA7-3B22-4FC3-AA9D-57F08F8C77EF}"/>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9CC4B71-283B-427A-B107-684B8C9DE5E1}"/>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E483EF65-109D-44B5-A56E-868F1EB2C4DE}"/>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AABAB451-C804-492E-BE84-946E94C963F2}"/>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CC88352C-1EE6-4E64-9165-06641DB2946F}"/>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44890C34-786A-464F-A6A7-34DA1D2C8675}"/>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F141636-95EC-4894-B96F-5F8AE0526410}"/>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38E7917D-AF7B-4611-A518-C1D16EF31518}"/>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DADEA726-7C5E-4D1A-87F8-AF2AA76DEBC7}"/>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BA0787A0-0F42-4784-BE65-8E89CCDAC22C}"/>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1F90073B-FBB3-4274-B05B-BA838FCA0B47}"/>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ADB01679-F137-4B65-B9B4-C7B52057E982}"/>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53D3E7A7-520F-4336-A7A4-1E35AC7E2511}"/>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9D9218F-E8A2-4769-88E4-935BAE5AB633}"/>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456777945"/>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49D14C-5F48-4128-861D-0A9A9AEF526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E3A5FE-F093-44B1-BAD5-4A5443C55C5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1E7AC032-80E8-49C8-B1EB-65E534D93E8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6918EA-5717-4A7B-BBA5-0A1BAA81692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387D1CAC-DF56-4636-8A3F-3A911CD444FA}"/>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89265535-F988-4878-A356-E80E3E6EA8A4}"/>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3791523A-6C38-4561-8D6C-F66F7CE2110B}"/>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データ収集・販売による収益を確保する。現場との関係構築と、業種ごとの法令・ルールへの対応を通じて、後発が真似できない参入障壁を積み上げる。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996C1EED-2DB6-4565-9E1B-985E2305B6DE}"/>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50D26B-A289-4644-8208-3ED7ED0C65AB}"/>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669F9EB9-8B82-434B-BE8C-291A47438E24}"/>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30B51B32-84B4-48AD-8F7E-2D462D903B83}"/>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EDAF7CD3-0F21-497F-917A-42DD04F44712}"/>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480320425"/>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3556606-D661-4623-863E-D2BEBC7181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DEDB79-A760-43F6-BE3B-E4D5F6B9363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307903F3-7697-4591-917B-4901FCF7258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62DD56-B550-4F91-9301-51F1578A38D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5440E821-FC0B-4733-A6D9-A758F3D00822}"/>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977FB6A8-0ED5-4099-A0C8-389B57F6620C}"/>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82A43559-BEE6-4136-B593-BB9D5FB9A3F8}"/>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AEF0D6E5-7A02-4E01-98CF-FA0FDC5D5FED}"/>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ACB180A3-95C1-406E-9DF3-770EF743BE90}"/>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D8C4C924-E005-46A3-9128-6AC5635795BE}"/>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8891A1A1-A8B6-43CC-9945-6365FDA793F3}"/>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43368F-B4B3-427A-B916-BA5E034DA3E2}"/>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C8B1D171-9594-4044-9510-B567F2EDA1FA}"/>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販売までの運用</a:t>
            </a:r>
          </a:p>
        </p:txBody>
      </p:sp>
      <p:sp>
        <p:nvSpPr>
          <p:cNvPr id="14" name="">
            <a:extLst xmlns:a="http://schemas.openxmlformats.org/drawingml/2006/main">
              <a:ext uri="{FF2B5EF4-FFF2-40B4-BE49-F238E27FC236}">
                <a16:creationId xmlns:a16="http://schemas.microsoft.com/office/drawing/2014/main" id="{3F40ED1D-F05D-440B-B3E5-881DB2FED42D}"/>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01E6E5B7-3E43-4B51-80CC-E80DA9438066}"/>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データ購入企業</a:t>
            </a:r>
          </a:p>
        </p:txBody>
      </p:sp>
      <p:sp>
        <p:nvSpPr>
          <p:cNvPr id="16" name="">
            <a:extLst xmlns:a="http://schemas.openxmlformats.org/drawingml/2006/main">
              <a:ext uri="{FF2B5EF4-FFF2-40B4-BE49-F238E27FC236}">
                <a16:creationId xmlns:a16="http://schemas.microsoft.com/office/drawing/2014/main" id="{120F5C95-457F-4AB1-AE6C-99E3951A8B85}"/>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AD77DFF2-5408-42C2-B0EE-309805C9C162}"/>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8937909-D9B7-4DEE-B46D-D9C5E4C8CE37}"/>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BF7E3C2-CBF3-4238-AC4C-BD05406005F2}"/>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1AB3F745-124D-4D42-92F5-FC633CE519E7}"/>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3A115E5C-2C18-483A-96A1-55A65CA1B907}"/>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6EB71B5-5CE8-4B64-BAF9-1C24F71BE44F}"/>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630325589"/>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0F92D1-A4AA-4CFA-95D8-D1CFBD60822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E895F9-A733-4A32-B6CD-363918EC6FF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AE7C4330-B154-43A3-A80E-CEB73FE6585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478F20-57CF-41E0-A437-E11F44EBC4A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A4043BF4-FD47-41DD-AD89-6CF490B30A91}"/>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99EE570A-D7D2-4197-B7ED-4163D2958B1B}"/>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9A4862DD-EDAD-46B5-9FDD-F04BEAD78C58}"/>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57CCBC9-3F38-4AF0-BFD4-0629F727B21B}"/>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1480D7C2-7586-4673-A146-9F490AB8EA00}"/>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FBEC5B3A-DB95-4627-BD54-88F3D2F6D62B}"/>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FD81D2-6BD7-495F-B4D4-C8C75E41E3E2}"/>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30C6A63A-76B3-4F65-848D-38A9064F617A}"/>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6A40DCC3-F96D-44E8-8F5B-1D03221B1791}"/>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A2F8B99-F041-48E6-A1BD-B353B0B20582}"/>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0B74E39E-59CC-4EB6-A988-4A32CFB7A115}"/>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C251D7CB-6F88-47E6-900C-96F70E07E71A}"/>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8FB2F60-FD1D-456A-82C4-873E21D98355}"/>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5AA7A8E8-66AF-4402-9E49-B59BDFEE40C4}"/>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705773486"/>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E77E7AA-5FF6-4017-9520-888549C746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6FDE9A-D77B-4237-AB32-2767EE00751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9DCC93DC-35A3-49B1-8EAD-D835DA02BC2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5CC8A8-43BA-4B7D-BEC9-59F468BAAE0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CB1D6E7C-44FE-4163-A8EF-FE88944349A0}"/>
              </a:ext>
            </a:extLst>
          </p:cNvPr>
          <p:cNvSpPr>
            <a:spLocks xmlns:a="http://schemas.openxmlformats.org/drawingml/2006/main" noGrp="1"/>
          </p:cNvSpPr>
          <p:nvPr/>
        </p:nvSpPr>
        <p:spPr>
          <a:xfrm xmlns:a="http://schemas.openxmlformats.org/drawingml/2006/main" rot="0">
            <a:off x="723900" y="15049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販売先は確保できる段階にある。残る課題は収集規模だけである</a:t>
            </a:r>
          </a:p>
        </p:txBody>
      </p:sp>
      <p:sp>
        <p:nvSpPr>
          <p:cNvPr id="6" name="">
            <a:extLst xmlns:a="http://schemas.openxmlformats.org/drawingml/2006/main">
              <a:ext uri="{FF2B5EF4-FFF2-40B4-BE49-F238E27FC236}">
                <a16:creationId xmlns:a16="http://schemas.microsoft.com/office/drawing/2014/main" id="{6EB60722-3A42-40C4-B16A-56CFDDF954E5}"/>
              </a:ext>
            </a:extLst>
          </p:cNvPr>
          <p:cNvSpPr>
            <a:spLocks xmlns:a="http://schemas.openxmlformats.org/drawingml/2006/main" noGrp="1"/>
          </p:cNvSpPr>
          <p:nvPr/>
        </p:nvSpPr>
        <p:spPr>
          <a:xfrm xmlns:a="http://schemas.openxmlformats.org/drawingml/2006/main" rot="0">
            <a:off x="857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A439846D-E7F9-44B6-9A9C-A1D063053395}"/>
              </a:ext>
            </a:extLst>
          </p:cNvPr>
          <p:cNvSpPr>
            <a:spLocks xmlns:a="http://schemas.openxmlformats.org/drawingml/2006/main" noGrp="1"/>
          </p:cNvSpPr>
          <p:nvPr/>
        </p:nvSpPr>
        <p:spPr>
          <a:xfrm xmlns:a="http://schemas.openxmlformats.org/drawingml/2006/main">
            <a:off x="857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460FD8-C2A2-464B-BB2A-491A15F4BE92}"/>
              </a:ext>
            </a:extLst>
          </p:cNvPr>
          <p:cNvSpPr>
            <a:spLocks xmlns:a="http://schemas.openxmlformats.org/drawingml/2006/main" noGrp="1"/>
          </p:cNvSpPr>
          <p:nvPr/>
        </p:nvSpPr>
        <p:spPr>
          <a:xfrm xmlns:a="http://schemas.openxmlformats.org/drawingml/2006/main">
            <a:off x="857250" y="2905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EB3382-66C7-4CE7-86E7-2977B8ED4BD0}"/>
              </a:ext>
            </a:extLst>
          </p:cNvPr>
          <p:cNvSpPr>
            <a:spLocks xmlns:a="http://schemas.openxmlformats.org/drawingml/2006/main" noGrp="1"/>
          </p:cNvSpPr>
          <p:nvPr/>
        </p:nvSpPr>
        <p:spPr>
          <a:xfrm xmlns:a="http://schemas.openxmlformats.org/drawingml/2006/main" rot="0">
            <a:off x="1104900" y="2743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8社とサンプルのやり取りまで到達</a:t>
            </a:r>
          </a:p>
        </p:txBody>
      </p:sp>
      <p:sp>
        <p:nvSpPr>
          <p:cNvPr id="10" name="">
            <a:extLst xmlns:a="http://schemas.openxmlformats.org/drawingml/2006/main">
              <a:ext uri="{FF2B5EF4-FFF2-40B4-BE49-F238E27FC236}">
                <a16:creationId xmlns:a16="http://schemas.microsoft.com/office/drawing/2014/main" id="{98D71544-F775-4E53-8792-9A76B0316628}"/>
              </a:ext>
            </a:extLst>
          </p:cNvPr>
          <p:cNvSpPr>
            <a:spLocks xmlns:a="http://schemas.openxmlformats.org/drawingml/2006/main" noGrp="1"/>
          </p:cNvSpPr>
          <p:nvPr/>
        </p:nvSpPr>
        <p:spPr>
          <a:xfrm xmlns:a="http://schemas.openxmlformats.org/drawingml/2006/main">
            <a:off x="857250" y="38576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9A5B7A-850C-4E69-B34D-4219CD28D403}"/>
              </a:ext>
            </a:extLst>
          </p:cNvPr>
          <p:cNvSpPr>
            <a:spLocks xmlns:a="http://schemas.openxmlformats.org/drawingml/2006/main" noGrp="1"/>
          </p:cNvSpPr>
          <p:nvPr/>
        </p:nvSpPr>
        <p:spPr>
          <a:xfrm xmlns:a="http://schemas.openxmlformats.org/drawingml/2006/main" rot="0">
            <a:off x="1104900" y="3667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合意に至らない理由は品質ではなく収集規模。</a:t>
            </a:r>
          </a:p>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収集規模を広げれば解決できる</a:t>
            </a:r>
          </a:p>
        </p:txBody>
      </p:sp>
      <p:sp>
        <p:nvSpPr>
          <p:cNvPr id="12" name="">
            <a:extLst xmlns:a="http://schemas.openxmlformats.org/drawingml/2006/main">
              <a:ext uri="{FF2B5EF4-FFF2-40B4-BE49-F238E27FC236}">
                <a16:creationId xmlns:a16="http://schemas.microsoft.com/office/drawing/2014/main" id="{DA728887-5949-4DC6-B0D7-17DD4C7AAC22}"/>
              </a:ext>
            </a:extLst>
          </p:cNvPr>
          <p:cNvSpPr>
            <a:spLocks xmlns:a="http://schemas.openxmlformats.org/drawingml/2006/main" noGrp="1"/>
          </p:cNvSpPr>
          <p:nvPr/>
        </p:nvSpPr>
        <p:spPr>
          <a:xfrm xmlns:a="http://schemas.openxmlformats.org/drawingml/2006/main">
            <a:off x="6096000" y="1857375"/>
            <a:ext cx="9525" cy="36195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88F7B21-5D97-4399-B998-0890EBA62A34}"/>
              </a:ext>
            </a:extLst>
          </p:cNvPr>
          <p:cNvSpPr>
            <a:spLocks xmlns:a="http://schemas.openxmlformats.org/drawingml/2006/main" noGrp="1"/>
          </p:cNvSpPr>
          <p:nvPr/>
        </p:nvSpPr>
        <p:spPr>
          <a:xfrm xmlns:a="http://schemas.openxmlformats.org/drawingml/2006/main" rot="0">
            <a:off x="6572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国内｜Nextremer</a:t>
            </a:r>
          </a:p>
        </p:txBody>
      </p:sp>
      <p:sp>
        <p:nvSpPr>
          <p:cNvPr id="14" name="">
            <a:extLst xmlns:a="http://schemas.openxmlformats.org/drawingml/2006/main">
              <a:ext uri="{FF2B5EF4-FFF2-40B4-BE49-F238E27FC236}">
                <a16:creationId xmlns:a16="http://schemas.microsoft.com/office/drawing/2014/main" id="{F60E001A-3640-4545-86E4-770193501BD4}"/>
              </a:ext>
            </a:extLst>
          </p:cNvPr>
          <p:cNvSpPr>
            <a:spLocks xmlns:a="http://schemas.openxmlformats.org/drawingml/2006/main" noGrp="1"/>
          </p:cNvSpPr>
          <p:nvPr/>
        </p:nvSpPr>
        <p:spPr>
          <a:xfrm xmlns:a="http://schemas.openxmlformats.org/drawingml/2006/main">
            <a:off x="6572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9C4A539-4EF1-44F2-ADB8-E3D25AD3B18D}"/>
              </a:ext>
            </a:extLst>
          </p:cNvPr>
          <p:cNvSpPr>
            <a:spLocks xmlns:a="http://schemas.openxmlformats.org/drawingml/2006/main" noGrp="1"/>
          </p:cNvSpPr>
          <p:nvPr/>
        </p:nvSpPr>
        <p:spPr>
          <a:xfrm xmlns:a="http://schemas.openxmlformats.org/drawingml/2006/main">
            <a:off x="6572250" y="28575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BB4B957-D1CB-473A-8390-7B3627F0CE37}"/>
              </a:ext>
            </a:extLst>
          </p:cNvPr>
          <p:cNvSpPr>
            <a:spLocks xmlns:a="http://schemas.openxmlformats.org/drawingml/2006/main" noGrp="1"/>
          </p:cNvSpPr>
          <p:nvPr/>
        </p:nvSpPr>
        <p:spPr>
          <a:xfrm xmlns:a="http://schemas.openxmlformats.org/drawingml/2006/main" rot="0">
            <a:off x="6819900" y="26860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販売手数料なしの売上分配。</a:t>
            </a:r>
          </a:p>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当社は現場開拓とデータ収集に専念できる</a:t>
            </a:r>
          </a:p>
        </p:txBody>
      </p:sp>
      <p:sp>
        <p:nvSpPr>
          <p:cNvPr id="17" name="">
            <a:extLst xmlns:a="http://schemas.openxmlformats.org/drawingml/2006/main">
              <a:ext uri="{FF2B5EF4-FFF2-40B4-BE49-F238E27FC236}">
                <a16:creationId xmlns:a16="http://schemas.microsoft.com/office/drawing/2014/main" id="{2D790182-E4AC-48F1-B3B9-C867D9735F18}"/>
              </a:ext>
            </a:extLst>
          </p:cNvPr>
          <p:cNvSpPr>
            <a:spLocks xmlns:a="http://schemas.openxmlformats.org/drawingml/2006/main" noGrp="1"/>
          </p:cNvSpPr>
          <p:nvPr/>
        </p:nvSpPr>
        <p:spPr>
          <a:xfrm xmlns:a="http://schemas.openxmlformats.org/drawingml/2006/main">
            <a:off x="6572250" y="3714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D90C1F7-EB8E-494A-A9E4-2B623C639DB5}"/>
              </a:ext>
            </a:extLst>
          </p:cNvPr>
          <p:cNvSpPr>
            <a:spLocks xmlns:a="http://schemas.openxmlformats.org/drawingml/2006/main" noGrp="1"/>
          </p:cNvSpPr>
          <p:nvPr/>
        </p:nvSpPr>
        <p:spPr>
          <a:xfrm xmlns:a="http://schemas.openxmlformats.org/drawingml/2006/main" rot="0">
            <a:off x="6819900" y="3543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データの加工・販売サービスに掲載予定。</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現場合意の手順を共同で構築中</a:t>
            </a:r>
          </a:p>
        </p:txBody>
      </p:sp>
      <p:sp>
        <p:nvSpPr>
          <p:cNvPr id="19" name="">
            <a:extLst xmlns:a="http://schemas.openxmlformats.org/drawingml/2006/main">
              <a:ext uri="{FF2B5EF4-FFF2-40B4-BE49-F238E27FC236}">
                <a16:creationId xmlns:a16="http://schemas.microsoft.com/office/drawing/2014/main" id="{A6713AE8-3A99-4843-8F3B-3EBADA0F7FCA}"/>
              </a:ext>
            </a:extLst>
          </p:cNvPr>
          <p:cNvSpPr>
            <a:spLocks xmlns:a="http://schemas.openxmlformats.org/drawingml/2006/main" noGrp="1"/>
          </p:cNvSpPr>
          <p:nvPr/>
        </p:nvSpPr>
        <p:spPr>
          <a:xfrm xmlns:a="http://schemas.openxmlformats.org/drawingml/2006/main">
            <a:off x="6572250" y="45720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BE4C384-F8F4-4D7A-AAB0-A8393761BC14}"/>
              </a:ext>
            </a:extLst>
          </p:cNvPr>
          <p:cNvSpPr>
            <a:spLocks xmlns:a="http://schemas.openxmlformats.org/drawingml/2006/main" noGrp="1"/>
          </p:cNvSpPr>
          <p:nvPr/>
        </p:nvSpPr>
        <p:spPr>
          <a:xfrm xmlns:a="http://schemas.openxmlformats.org/drawingml/2006/main" rot="0">
            <a:off x="6819900" y="440055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作業内容などの情報を付けたデータとして</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高単価の販売先にも提案できる</a:t>
            </a:r>
          </a:p>
        </p:txBody>
      </p:sp>
    </p:spTree>
    <p:extLst>
      <p:ext uri="{BB962C8B-B14F-4D97-AF65-F5344CB8AC3E}">
        <p14:creationId xmlns:p14="http://schemas.microsoft.com/office/powerpoint/2010/main" val="1892221815"/>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F31936C-23E8-4555-A6F5-510350319A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AA14A3-293E-48DF-AF88-FE6F9C61B36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B23948F5-B5FC-480F-AE97-740B476938F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13AAE5-9E80-4A3D-8789-E297BFF95A6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699581C0-AFBB-4A16-902A-D3484A17DA6C}"/>
              </a:ext>
            </a:extLst>
          </p:cNvPr>
          <p:cNvSpPr>
            <a:spLocks xmlns:a="http://schemas.openxmlformats.org/drawingml/2006/main" noGrp="1"/>
          </p:cNvSpPr>
          <p:nvPr/>
        </p:nvSpPr>
        <p:spPr>
          <a:xfrm xmlns:a="http://schemas.openxmlformats.org/drawingml/2006/main" rot="0">
            <a:off x="72390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森雄大</a:t>
            </a:r>
          </a:p>
        </p:txBody>
      </p:sp>
      <p:sp>
        <p:nvSpPr>
          <p:cNvPr id="6" name="">
            <a:extLst xmlns:a="http://schemas.openxmlformats.org/drawingml/2006/main">
              <a:ext uri="{FF2B5EF4-FFF2-40B4-BE49-F238E27FC236}">
                <a16:creationId xmlns:a16="http://schemas.microsoft.com/office/drawing/2014/main" id="{8C3E6FA3-BFEA-4290-8A58-BEBBB58ED929}"/>
              </a:ext>
            </a:extLst>
          </p:cNvPr>
          <p:cNvSpPr>
            <a:spLocks xmlns:a="http://schemas.openxmlformats.org/drawingml/2006/main" noGrp="1"/>
          </p:cNvSpPr>
          <p:nvPr/>
        </p:nvSpPr>
        <p:spPr>
          <a:xfrm xmlns:a="http://schemas.openxmlformats.org/drawingml/2006/main" rot="0">
            <a:off x="723900" y="2085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7" name="">
            <a:extLst xmlns:a="http://schemas.openxmlformats.org/drawingml/2006/main">
              <a:ext uri="{FF2B5EF4-FFF2-40B4-BE49-F238E27FC236}">
                <a16:creationId xmlns:a16="http://schemas.microsoft.com/office/drawing/2014/main" id="{42452A82-B9D0-4BDE-987A-877BCFD23427}"/>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8" name="">
            <a:extLst xmlns:a="http://schemas.openxmlformats.org/drawingml/2006/main">
              <a:ext uri="{FF2B5EF4-FFF2-40B4-BE49-F238E27FC236}">
                <a16:creationId xmlns:a16="http://schemas.microsoft.com/office/drawing/2014/main" id="{F59E6633-ACD5-4422-85A4-B58255C8F4E2}"/>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E97F90-1FE2-49C1-BDE8-8DB82E862230}"/>
              </a:ext>
            </a:extLst>
          </p:cNvPr>
          <p:cNvSpPr>
            <a:spLocks xmlns:a="http://schemas.openxmlformats.org/drawingml/2006/main" noGrp="1"/>
          </p:cNvSpPr>
          <p:nvPr/>
        </p:nvSpPr>
        <p:spPr>
          <a:xfrm xmlns:a="http://schemas.openxmlformats.org/drawingml/2006/main" rot="0">
            <a:off x="723900" y="2714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河野瞭人</a:t>
            </a:r>
          </a:p>
        </p:txBody>
      </p:sp>
      <p:sp>
        <p:nvSpPr>
          <p:cNvPr id="10" name="">
            <a:extLst xmlns:a="http://schemas.openxmlformats.org/drawingml/2006/main">
              <a:ext uri="{FF2B5EF4-FFF2-40B4-BE49-F238E27FC236}">
                <a16:creationId xmlns:a16="http://schemas.microsoft.com/office/drawing/2014/main" id="{04DD2B72-34DF-4C20-A8B5-4CFB45CBC01D}"/>
              </a:ext>
            </a:extLst>
          </p:cNvPr>
          <p:cNvSpPr>
            <a:spLocks xmlns:a="http://schemas.openxmlformats.org/drawingml/2006/main" noGrp="1"/>
          </p:cNvSpPr>
          <p:nvPr/>
        </p:nvSpPr>
        <p:spPr>
          <a:xfrm xmlns:a="http://schemas.openxmlformats.org/drawingml/2006/main" rot="0">
            <a:off x="723900" y="3038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11" name="">
            <a:extLst xmlns:a="http://schemas.openxmlformats.org/drawingml/2006/main">
              <a:ext uri="{FF2B5EF4-FFF2-40B4-BE49-F238E27FC236}">
                <a16:creationId xmlns:a16="http://schemas.microsoft.com/office/drawing/2014/main" id="{C6765317-9E1A-4984-A445-30BACBE8CE18}"/>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神戸大学大学院システム情報学研究科で、シミュレーション上で学習した二足歩行を実機へ移す研究に取り組む。事業ではシミュレーション領域を担う。</a:t>
            </a:r>
          </a:p>
        </p:txBody>
      </p:sp>
      <p:sp>
        <p:nvSpPr>
          <p:cNvPr id="12" name="">
            <a:extLst xmlns:a="http://schemas.openxmlformats.org/drawingml/2006/main">
              <a:ext uri="{FF2B5EF4-FFF2-40B4-BE49-F238E27FC236}">
                <a16:creationId xmlns:a16="http://schemas.microsoft.com/office/drawing/2014/main" id="{98FF60AE-36E2-456C-8FFA-4A2815FB1519}"/>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E8DC558-C7D6-4109-BB94-D16E45325974}"/>
              </a:ext>
            </a:extLst>
          </p:cNvPr>
          <p:cNvSpPr>
            <a:spLocks xmlns:a="http://schemas.openxmlformats.org/drawingml/2006/main" noGrp="1"/>
          </p:cNvSpPr>
          <p:nvPr/>
        </p:nvSpPr>
        <p:spPr>
          <a:xfrm xmlns:a="http://schemas.openxmlformats.org/drawingml/2006/main" rot="0">
            <a:off x="723900" y="3667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川島健二</a:t>
            </a:r>
          </a:p>
        </p:txBody>
      </p:sp>
      <p:sp>
        <p:nvSpPr>
          <p:cNvPr id="14" name="">
            <a:extLst xmlns:a="http://schemas.openxmlformats.org/drawingml/2006/main">
              <a:ext uri="{FF2B5EF4-FFF2-40B4-BE49-F238E27FC236}">
                <a16:creationId xmlns:a16="http://schemas.microsoft.com/office/drawing/2014/main" id="{C60E22F3-2561-466F-B21E-7B86CF257AE2}"/>
              </a:ext>
            </a:extLst>
          </p:cNvPr>
          <p:cNvSpPr>
            <a:spLocks xmlns:a="http://schemas.openxmlformats.org/drawingml/2006/main" noGrp="1"/>
          </p:cNvSpPr>
          <p:nvPr/>
        </p:nvSpPr>
        <p:spPr>
          <a:xfrm xmlns:a="http://schemas.openxmlformats.org/drawingml/2006/main" rot="0">
            <a:off x="723900" y="3990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現場パートナー</a:t>
            </a:r>
          </a:p>
        </p:txBody>
      </p:sp>
      <p:sp>
        <p:nvSpPr>
          <p:cNvPr id="15" name="">
            <a:extLst xmlns:a="http://schemas.openxmlformats.org/drawingml/2006/main">
              <a:ext uri="{FF2B5EF4-FFF2-40B4-BE49-F238E27FC236}">
                <a16:creationId xmlns:a16="http://schemas.microsoft.com/office/drawing/2014/main" id="{88E84C89-0240-4D53-9AB9-CE49B3FCE81A}"/>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6" name="">
            <a:extLst xmlns:a="http://schemas.openxmlformats.org/drawingml/2006/main">
              <a:ext uri="{FF2B5EF4-FFF2-40B4-BE49-F238E27FC236}">
                <a16:creationId xmlns:a16="http://schemas.microsoft.com/office/drawing/2014/main" id="{92897319-2EFD-4735-867B-03849B6528DE}"/>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3BE040D-CC0A-49CF-B00E-E10B95903C4E}"/>
              </a:ext>
            </a:extLst>
          </p:cNvPr>
          <p:cNvSpPr>
            <a:spLocks xmlns:a="http://schemas.openxmlformats.org/drawingml/2006/main" noGrp="1"/>
          </p:cNvSpPr>
          <p:nvPr/>
        </p:nvSpPr>
        <p:spPr>
          <a:xfrm xmlns:a="http://schemas.openxmlformats.org/drawingml/2006/main" rot="0">
            <a:off x="723900" y="4619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大崎操</a:t>
            </a:r>
          </a:p>
        </p:txBody>
      </p:sp>
      <p:sp>
        <p:nvSpPr>
          <p:cNvPr id="18" name="">
            <a:extLst xmlns:a="http://schemas.openxmlformats.org/drawingml/2006/main">
              <a:ext uri="{FF2B5EF4-FFF2-40B4-BE49-F238E27FC236}">
                <a16:creationId xmlns:a16="http://schemas.microsoft.com/office/drawing/2014/main" id="{FE8C2801-EF30-4445-B3B6-E0515E9C8ED6}"/>
              </a:ext>
            </a:extLst>
          </p:cNvPr>
          <p:cNvSpPr>
            <a:spLocks xmlns:a="http://schemas.openxmlformats.org/drawingml/2006/main" noGrp="1"/>
          </p:cNvSpPr>
          <p:nvPr/>
        </p:nvSpPr>
        <p:spPr>
          <a:xfrm xmlns:a="http://schemas.openxmlformats.org/drawingml/2006/main" rot="0">
            <a:off x="723900" y="4943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事業支援</a:t>
            </a:r>
          </a:p>
        </p:txBody>
      </p:sp>
      <p:sp>
        <p:nvSpPr>
          <p:cNvPr id="19" name="">
            <a:extLst xmlns:a="http://schemas.openxmlformats.org/drawingml/2006/main">
              <a:ext uri="{FF2B5EF4-FFF2-40B4-BE49-F238E27FC236}">
                <a16:creationId xmlns:a16="http://schemas.microsoft.com/office/drawing/2014/main" id="{AD827B89-78F1-42FC-81F5-B4AF02412557}"/>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209294436"/>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977B3BB-6BD5-48FE-B69A-2DF05B50864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20EF8E-3619-4A8B-B1F7-E63E7362C47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ABEC63BE-06A1-4E8C-A1EB-8FA9838EA60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C59382-3CA8-494E-B24F-1DA20AD6FAF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d38bd4a0cb749b1"/>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F640C6B-1D7F-4700-98D8-70EC0EE0D448}"/>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781D8543-C0F8-4C50-9AF0-92BF345B1DC3}"/>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0EC801C0-8091-4331-AB43-4791C7B5267F}"/>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3ced7020f5f481c"/>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33A7958-0BB5-47B7-ABDF-4F957C5E6831}"/>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08CA097A-FDAD-434B-B69E-604B1F031B0D}"/>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807CD896-5BFB-4A78-90C4-7272BDFA8E97}"/>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efcfc755fb94505"/>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C6FBA7E-0825-4BE5-8712-D5F9DBF3F51F}"/>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366ECFD6-9AFB-4CEA-B7C8-CF69023CD382}"/>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a:t>
            </a:r>
          </a:p>
        </p:txBody>
      </p:sp>
      <p:sp>
        <p:nvSpPr>
          <p:cNvPr id="16" name="">
            <a:extLst xmlns:a="http://schemas.openxmlformats.org/drawingml/2006/main">
              <a:ext uri="{FF2B5EF4-FFF2-40B4-BE49-F238E27FC236}">
                <a16:creationId xmlns:a16="http://schemas.microsoft.com/office/drawing/2014/main" id="{3B08D80F-9673-4D10-913D-AF8428606C58}"/>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817CA386-A5CE-4E12-B912-0E2DE6B8B3F7}"/>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973B12-5680-4D91-993E-CCCD11D7E726}"/>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808192363"/>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678E99-F8BF-4F41-B9E6-28FA812507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FB3FA8-A8D0-4E5E-9ECE-C65C0E5478A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1時間あたりの収支｜前提</a:t>
            </a:r>
          </a:p>
        </p:txBody>
      </p:sp>
      <p:sp>
        <p:nvSpPr>
          <p:cNvPr id="3" name="">
            <a:extLst xmlns:a="http://schemas.openxmlformats.org/drawingml/2006/main">
              <a:ext uri="{FF2B5EF4-FFF2-40B4-BE49-F238E27FC236}">
                <a16:creationId xmlns:a16="http://schemas.microsoft.com/office/drawing/2014/main" id="{3E280657-8CB8-4563-8642-F9709189EED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347DB3-BF17-4670-A3D1-AF8859472CA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1時間あたり1,600円（下限）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デバイス費</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8万円/台を10か月で割る</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約73円/時間</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約727円/時間</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70D3101F-43AB-4163-96C6-98B57E206F81}"/>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a:t>
            </a:r>
          </a:p>
        </p:txBody>
      </p:sp>
    </p:spTree>
    <p:extLst>
      <p:ext uri="{BB962C8B-B14F-4D97-AF65-F5344CB8AC3E}">
        <p14:creationId xmlns:p14="http://schemas.microsoft.com/office/powerpoint/2010/main" val="1180584003"/>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D1A1DD-AB54-41C0-BCD2-0EE4E1C6657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EE49F2-4CE1-4F86-8C69-BE3E075D368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収集規模別の収支</a:t>
            </a:r>
          </a:p>
        </p:txBody>
      </p:sp>
      <p:sp>
        <p:nvSpPr>
          <p:cNvPr id="3" name="">
            <a:extLst xmlns:a="http://schemas.openxmlformats.org/drawingml/2006/main">
              <a:ext uri="{FF2B5EF4-FFF2-40B4-BE49-F238E27FC236}">
                <a16:creationId xmlns:a16="http://schemas.microsoft.com/office/drawing/2014/main" id="{9D97B163-070B-43A6-8347-D14BE085CBC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7E2CAC-053C-4F46-9B33-E61D5E27641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データ販売額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1か月分のデバイス費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デバイス購入費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36729C1-D9D9-4203-8EAA-FE8633F21FB4}"/>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月10,000時間を12か月継続：会社取り分9,600万円、デバイス費を引いた後は約8,726万円。</a:t>
            </a:r>
          </a:p>
        </p:txBody>
      </p:sp>
      <p:sp>
        <p:nvSpPr>
          <p:cNvPr id="7" name="">
            <a:extLst xmlns:a="http://schemas.openxmlformats.org/drawingml/2006/main">
              <a:ext uri="{FF2B5EF4-FFF2-40B4-BE49-F238E27FC236}">
                <a16:creationId xmlns:a16="http://schemas.microsoft.com/office/drawing/2014/main" id="{6DE89159-421A-434D-A41B-D3484EC92F07}"/>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537511147"/>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D11F11F-6E06-49CB-9675-795511C6F03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26D15A-4F07-45F7-93FE-9980ACACF69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デバイス費以外にかかる費用</a:t>
            </a:r>
          </a:p>
        </p:txBody>
      </p:sp>
      <p:sp>
        <p:nvSpPr>
          <p:cNvPr id="3" name="">
            <a:extLst xmlns:a="http://schemas.openxmlformats.org/drawingml/2006/main">
              <a:ext uri="{FF2B5EF4-FFF2-40B4-BE49-F238E27FC236}">
                <a16:creationId xmlns:a16="http://schemas.microsoft.com/office/drawing/2014/main" id="{39CFEA9E-B79A-4B57-A8DE-5905AC54B0D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19FF40-544B-4905-AB25-F521A56FED6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D65429FE-1D05-4BCA-9752-91A0CCFBEC97}"/>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データ保存・転送費</a:t>
            </a:r>
          </a:p>
        </p:txBody>
      </p:sp>
      <p:sp>
        <p:nvSpPr>
          <p:cNvPr id="6" name="">
            <a:extLst xmlns:a="http://schemas.openxmlformats.org/drawingml/2006/main">
              <a:ext uri="{FF2B5EF4-FFF2-40B4-BE49-F238E27FC236}">
                <a16:creationId xmlns:a16="http://schemas.microsoft.com/office/drawing/2014/main" id="{D4965696-9991-43FB-B89F-1EAE14A01BE2}"/>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FF5054C3-8D58-475F-8EF3-73E2F5394C1C}"/>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C71673-27FD-45FB-943A-67A587E95A43}"/>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66108246-39FF-48FC-B744-2C6DD1D99F5F}"/>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C369561E-D6BB-4704-B01A-BBF8B48E6069}"/>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708254-F292-40B5-AE22-9278FA9E648C}"/>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764F58F7-92C5-401A-AB5D-85EEA2C4E696}"/>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00F33017-9B8B-4794-9619-02904DDA928A}"/>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E1C144C-E107-421D-9BDA-2ED256C16752}"/>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CD23B078-C853-4291-9E08-167A6BC0FBF2}"/>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524015365"/>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15D8ABC-96BA-484F-B355-2BC60544D17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16E737-49D6-4383-916C-43BA3268012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月10,000時間まで広げる際の課題</a:t>
            </a:r>
          </a:p>
        </p:txBody>
      </p:sp>
      <p:sp>
        <p:nvSpPr>
          <p:cNvPr id="3" name="">
            <a:extLst xmlns:a="http://schemas.openxmlformats.org/drawingml/2006/main">
              <a:ext uri="{FF2B5EF4-FFF2-40B4-BE49-F238E27FC236}">
                <a16:creationId xmlns:a16="http://schemas.microsoft.com/office/drawing/2014/main" id="{6BABCF7F-0635-4754-B954-4586C32D890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44080E-0CE2-4468-8C08-29CACEE39E2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FD00C501-9BC8-46A3-8D45-7D4768304FB6}"/>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73E93F46-D378-4713-9AF2-FA9E977BBB27}"/>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B619365C-53E2-45F1-82F0-B5E8605DF1B1}"/>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60254C-3FD6-453B-99FE-8713B389F783}"/>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8D06B2E4-92E9-4454-B4FE-1D12DB5D4C24}"/>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7AC7F299-D33E-4B14-98A1-45AFADAED3D0}"/>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F7F75E-E32E-45DC-89AD-8C572D1199FF}"/>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7E9732CA-9982-45B0-BB56-FC1DDFFFDE1B}"/>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A6C15CBD-0B46-4856-85C3-0577D4E376E4}"/>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061145467"/>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AD9B6C40-B09B-4CEC-89CC-2BF87A50E83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D405C3-D32E-4BAB-BF72-96460B49BA4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C564159A-DE56-42A7-BB0A-481901BA70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8BDDCC-AA12-4215-8AE3-5C2833A4827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F12AE7BE-365B-4FD7-B7A2-1A7BB30B8369}"/>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906670-A790-4721-B60F-C6E804A4793E}"/>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39256F2D-BE7F-48FB-88EA-6C84B3E6BD83}"/>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683AF832-79E0-4E8E-9B71-3E4BE40725C5}"/>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D91856B2-0C95-41CA-96F7-C01974AE161F}"/>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FC312211-FF4D-4325-B169-AB645E37511D}"/>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5A98E622-D86B-4738-8D39-8C2E979EEAC2}"/>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1C535985-C29E-4D08-8BA0-519D16668ADF}"/>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3185D7CD-2EDD-4518-A263-8D24C6EE5666}"/>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F76BCF37-27FE-4946-A5F2-D403B966841C}"/>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76E404C4-588C-49C8-9423-5A57486D7F73}"/>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22F7018-859B-4E6E-A0EF-CFC8C3419689}"/>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0B9B3999-5081-476B-BA8F-0B06874C6ED0}"/>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FAC191B5-9E44-418E-8F9F-8D20F4A1ABF0}"/>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688B038C-029F-4241-9FF0-BA04D1DD787C}"/>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16365FBC-62B2-4155-B96F-8DE2A8946A44}"/>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5E2AE7DB-C8E5-4689-B48B-0CF642B47EC5}"/>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82FBD773-19AD-414C-920E-D91DC73A115C}"/>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3A4F1089-63FB-4DD4-93AE-D9891B3C6636}"/>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C1F2C0F1-9244-49D9-839F-C04C24783B93}"/>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C3FF677B-B703-403D-9D22-446B42C40B65}"/>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726BE5AE-F710-49A9-BD64-28A702875AF8}"/>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4D8E1C3D-A1B6-4022-BD91-67AF133F47F2}"/>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C642F423-12F5-45F5-980A-5EAB257B91ED}"/>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FF1AF89C-ABFC-4BDD-8DBA-40E0A39845E8}"/>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6D263C7A-9740-4880-8F23-6E049EDD780D}"/>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1C225866-77F8-4EAE-A15B-D6075A93C1B2}"/>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AFD870BE-8AC6-463F-B1F4-34453FF04E6F}"/>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7B1A93C0-1558-4963-9B52-C8C6D5541A69}"/>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334A8FF1-8FAF-4E94-BA46-00FF132619A9}"/>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02D58166-750D-46B8-A9CC-E2ED1CDDD53C}"/>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40F7C5C8-8553-48C2-8C8D-C8F891B0825D}"/>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A073B197-E379-473D-84B5-EADE1570C2C2}"/>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CBD101B1-E200-47AC-A2FE-9C56EED7C7DF}"/>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16329B54-F4C2-4F45-8025-1BF2BC42D976}"/>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AA461DAB-544C-4693-AD3E-1793EC52C688}"/>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90DD98E7-73A3-40B7-BCA0-5FA7F63BF693}"/>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A4A5AA6A-E2C9-4D9A-BC12-30A2E54A87B7}"/>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7406AAFA-B9D1-44CA-A9E3-4EE6130336AB}"/>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E7C93FF6-BAC5-4E56-AC4B-614FD965A8AE}"/>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1E9714E3-D0EE-4E67-8296-7887EF5419D7}"/>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328FE10D-EA6E-4907-9EE4-2E564586C453}"/>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A1391084-FB61-4954-A2AB-A88405AE8FF1}"/>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BCE167D2-0872-4EED-8119-A05C24E256B0}"/>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6BECA99B-7948-46BB-A74E-D263ACE24C63}"/>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B3B5E6DD-E071-4792-A0DE-54237170C38F}"/>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AF2B1604-3203-4300-9818-32A784AD6009}"/>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6554D58B-C37C-4190-BD62-2298A3DBA4A0}"/>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F2021030-5793-4EB2-9AA3-04A812453B32}"/>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1E069BC9-F8C9-43B8-93C1-00AC3B077A65}"/>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460680293"/>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2C03E7F-8BB4-4157-A627-42C402FA4B1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0CF518-B837-465F-A782-2C781F75DFB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F03BFDE3-5E21-4857-9711-C35D558DB2E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679A79-ACA3-4D59-89DF-773396D1649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05C0F314-DF9A-432B-A7ED-3A2C84C2FDD8}"/>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94BACF-5401-426C-9072-B73FD2D749C9}"/>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9AEFF831-52CF-48B5-AD55-6A4B3F9534E2}"/>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2F287B0E-7762-47BD-BEA4-52F8E916D2AC}"/>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C15E0C6F-F774-40A0-8668-DFB75C702517}"/>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19DEFDCC-5132-471B-B62C-A5BE50A380CE}"/>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5D69D849-CFA8-4512-AC95-312A75B178EE}"/>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7A25DA00-A641-4B8F-80C9-A88165F74CA1}"/>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4CEF628C-F195-4C00-A69D-B5C103931DC7}"/>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16B64FD-0BD1-4D03-89ED-E5D6D89D75BD}"/>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B0D5B15-5440-4ED1-9F60-E60E62851BBE}"/>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BA4E535-43B8-469F-BCCF-D2FA61AF121C}"/>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F60D0418-5168-440D-8CBE-E370272E3FE3}"/>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77E420CF-91CB-4D80-AFDB-F0D4E7894BE2}"/>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E33A2F64-D6F7-4D69-A105-A87FDCC4F512}"/>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98117FF2-89A5-486F-9999-C18A4C313CD9}"/>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02A63AC-B86C-4A33-8408-EC5DB852526B}"/>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65208443-EDE6-46AC-A28E-4E2D87D492CC}"/>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1734C2E5-0512-4A29-A7A8-0605F466A86F}"/>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CDAA5426-10DF-431F-A9F4-3C3FFC08CA2B}"/>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0C8CF8F3-C883-42D1-A8B1-1B8F9B481FAA}"/>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EE1C541B-036F-48B7-8542-630F695279A2}"/>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7AE06417-E012-4AEE-A7AB-D48EA7183104}"/>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9BF37CC0-62B4-4759-B974-B4C937692FEB}"/>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4DE2CACB-6E19-47B7-9D03-0354213F48D8}"/>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F8189026-7B74-4C09-AB44-6892395B9F82}"/>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80F81D18-39AC-446D-B1D1-7419371D212C}"/>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3A94D6EE-CA8B-4D36-B6CD-E793544C6865}"/>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913B6077-60EC-46A7-91D5-10EE21288A2F}"/>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AB547050-E324-4A1A-A497-FC4E74C47160}"/>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1D6EC4E-0F9E-46A6-81E2-6AD0C3357B57}"/>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509EFB55-3136-4F9C-9365-698641CDE9BF}"/>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C632001B-5034-4FE0-92BF-41F6D6752D56}"/>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FDB79560-0A21-4E9E-B2A9-B653E1CFC113}"/>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A8DF496E-54A0-462D-B384-75D7B2AF8D45}"/>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693F3EFE-986B-4A29-8036-A9B75A3A7545}"/>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671B1AA4-032C-4EC5-AED9-02D4F95AABB6}"/>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22C25BF7-4D20-45E5-8AD7-41F5A534F3AD}"/>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7E290641-8416-42D2-B348-095AA442B6BC}"/>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A0707472-B1DD-4C94-85DD-D145A92430B6}"/>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EF5CE95C-04F0-449C-9EC3-35B2B47BA2EB}"/>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6C315536-A597-49D3-92D2-EB9BF06717DB}"/>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00A9120E-E4EF-4F13-8EF2-783D66DB63E4}"/>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28D04037-5AE9-426D-8B69-3C88C37FF28D}"/>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074F7CD2-EEF0-4FFD-B549-006283FF5159}"/>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613A89CA-F8D1-435A-B093-52A36582246D}"/>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BDAC81AC-5B25-4B52-BB05-0F3A78DD1A81}"/>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C4CA450F-3AFC-497F-81CD-6AD8FFE400AF}"/>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0B3EF872-FBC2-4A75-B883-D3B5DF35D241}"/>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9CDBB428-83A3-4998-ACB2-B440D427FD42}"/>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95062CCB-6E59-4AA3-800F-679459FF6619}"/>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501DC9CB-09A5-44EA-9E31-C6F5E73C1595}"/>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DE0F199E-56DD-4D06-9862-72558D641625}"/>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0B140071-162E-4FA8-81AC-ADA1929CC5F2}"/>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0B31FBBE-0353-44C3-94A6-492023F82BB8}"/>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3D5D8963-F3F6-44FB-BF7A-80BDD19049A0}"/>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3686EA78-7129-4125-AD10-D4AEDAFECD9B}"/>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43ADF914-3E93-475F-8CE0-5E4C976B8FAB}"/>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954F460C-B003-4EDF-8F60-7E1DF7152DC9}"/>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B7AE19F4-B413-4C87-8378-A64B07C9DB77}"/>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376029559"/>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E2E2DC90-4657-45FA-A84C-7F4F176DE09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C1B741-AAD7-4C5B-A83D-DA67DDB97F5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08826F3C-976A-487F-9802-8B4B27A78F2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C8846B-98A5-4695-98D4-AF059BF7E99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A05BC63C-96B9-45B5-8A27-FE607FF8CDA0}"/>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8A27F25-B878-4BDE-A6CE-2A794BE63217}"/>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00448FFB-8C40-4188-B7DF-72F4B00E9F51}"/>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CCA1F525-B198-424F-ADBE-D4A395A09952}"/>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B5261708-9E97-4611-BD33-C5AB331E1684}"/>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8D264500-99BA-4A35-A2B2-28FC874FF7F5}"/>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F3F0DDAB-30F0-44F2-8CE9-CCE225620083}"/>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7357D2E3-211D-4DA5-AADE-1DE512BF966C}"/>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ECDF7284-A323-4288-A081-E2D2201767A0}"/>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B86100C0-3667-4CD5-969F-9C5D000665B3}"/>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C176E1E4-30DA-4551-B75C-4CAA6A2811B7}"/>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9A41312-8799-4E3D-9358-1EACDB29DC3F}"/>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5151091C-1D5E-45F5-80D7-AF237E574A64}"/>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0E67C8B0-F783-40B6-AF15-1C7226BF6A5D}"/>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1C4B9100-FF3A-45FB-9E3B-AD8D21F91710}"/>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142E1509-08CF-4F30-A407-B459CE041370}"/>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53C295B6-822A-4B7C-9823-6C18721FE8CC}"/>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A09F52E4-9AC6-4D0D-8B17-793658E0A511}"/>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1E9B5B45-C120-44C4-8ADE-BB264F0A5C89}"/>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6EB91EA9-B5D1-4DB5-92A3-00BEC6A16F84}"/>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B0DF6581-9556-4E5F-B375-E88FF3A44809}"/>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93AE1CAE-1958-41CF-89DD-1777DF02D8EA}"/>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2FF89300-9364-430A-8404-E4524250BC4E}"/>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5650831C-E477-447E-98CD-6118A3D1F527}"/>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91223949-B4D8-48D1-A4A3-D7B8A0280DDA}"/>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9D3EBEB4-DD95-4E94-AF20-7F30DA7DA707}"/>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EED36EE7-187D-4D35-B57B-A9883BACF460}"/>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25974BEE-655D-426B-8A04-570D70D4D4D1}"/>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EBFF7E4E-8998-4CF8-B2DD-51208C277AED}"/>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5D3C2DB2-536B-4E9F-85A7-6F5ABAA480F0}"/>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7340C3E-1526-4D83-8955-84CE38BCB112}"/>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E8595A62-635E-45BD-A84D-1ADD240E77C4}"/>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6FEADE6F-381C-4428-BC1C-58066C2EB3C8}"/>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E60E8346-6CA6-4ED4-B10F-8FF8CF287507}"/>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BEB0D039-0880-48B8-8DC1-063AA82C4428}"/>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7422BE4E-E866-43E7-BBD6-036B2F1A8C7B}"/>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D3B3D7BB-3BF1-46C8-9C34-E5E194A68A68}"/>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08A21086-3516-4388-9A2B-EA164CFA5453}"/>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04496BCA-8AE5-4B2F-B62F-E75DC0B3F143}"/>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D407CC7C-AC60-4842-A7E0-005262A8A9B3}"/>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7D97FCE2-57B9-4E89-A682-7A27D7835A95}"/>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7A34C7C6-4F7B-4F40-8C6C-25B5E8D894A6}"/>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5D402E47-5706-446F-B2C7-C248538E6CB5}"/>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5D89C711-A069-407D-AA38-534C03E833D4}"/>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07BDEBC3-525C-4E58-ACFB-E424BDB98A3F}"/>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E7AFD08F-E961-4269-AAE2-8E0DCA8BFA7E}"/>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9077391A-1A50-4687-9AE2-47270920C818}"/>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7C06A271-391B-4B93-9805-CDBCCF3F3EB0}"/>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33B245DF-CFB7-4255-A3CA-CD1FDBBDE7BA}"/>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732DED39-67B0-4266-92BA-B4BF7A881D82}"/>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1CACA254-A754-4A79-ACF9-CE2287DD2F62}"/>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0AAEA926-7849-4618-B457-C276C219F390}"/>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3E028C87-30C8-4073-8717-6E05CF4B7565}"/>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9B75C4E5-F74A-4EAE-8191-1D186D8F4C87}"/>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BE43DF36-8CB3-4C3A-9967-2421B79DDF90}"/>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1333073691"/>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21E6336E-7C99-41F3-9581-EA002A58DD1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1DA5F8-AE84-4115-A4A8-11F776125C6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870C65A9-6318-480A-882B-33F22978282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ED8A37-D61D-4FDF-AE42-FF31645A5F7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FA2D87B3-BA83-422A-AB12-C6204B320D87}"/>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DDE7F3-8B68-4327-A961-D06A2DD55E1C}"/>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D3CC3B8A-EFB6-432B-AAEB-397A4D148B17}"/>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AE54E675-4A87-4086-8CA4-82F0BB4F1BFF}"/>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8EB4B315-C309-43C3-AE88-52DD96ACA11D}"/>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94AD8D31-491E-4363-906C-CE5493F36452}"/>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88ABC903-9199-4AA8-863C-D19EC6CA141D}"/>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E4A5D798-188C-4B53-9DB4-A4AC26503550}"/>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2D115B1F-1FA4-4979-AD04-2627E2412D74}"/>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7B2171EC-C935-4E47-95D5-69D476C1DBBB}"/>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CF13BFC5-D42E-4B26-9653-5FE0BBEC56D8}"/>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3067D0C9-F812-44AE-9A0E-2D85DCA9D5C1}"/>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9A4BD811-13E7-4796-AC95-6837279629FE}"/>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82F2963-AAB6-484F-86C0-204BE9E46998}"/>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1B21EC48-BB20-4970-AC27-E35A939CDD9D}"/>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B8C955D6-E16C-4170-B813-D85533EFC80D}"/>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FC1E4559-06CC-499A-A296-2E9E700F86BD}"/>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873562AE-EB2B-43FE-BF9B-F94B651F19E6}"/>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A4FF4FBD-7660-4489-9155-1062F068E857}"/>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C3E2E030-F600-4D26-9132-1515645F81F6}"/>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F25B596B-69B2-44B2-A34D-67A9483DDDCA}"/>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E38ADFB6-E91B-4B93-86F3-5FD9A30CF1B9}"/>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FE50422F-5BE6-4DE6-ACD6-6DF670DE2334}"/>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16279786-D694-4303-A140-0355B4490D52}"/>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199E7AEA-0F0A-430C-A91F-E71554E87D7B}"/>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24C9FFE1-1B20-4475-8C6B-A2B5CAA38817}"/>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545B39D3-5583-4FD1-BC40-F89BBF7986EA}"/>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4375F40A-E4C1-40C6-BB80-A7FC9FAFA8A3}"/>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BF3C9517-B277-48C9-B0B1-D020532211CA}"/>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9EAB5446-449A-4752-919A-BB7889492C5F}"/>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B193EBD0-8772-42E4-823F-5637258DC2AE}"/>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C883F698-BCB7-45E6-988B-E7D68658F735}"/>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69AE3DB9-B3CB-4DDF-967E-EB9F4C561F13}"/>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A6B81B80-2426-44BF-8618-20FDDA2BABC2}"/>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0CC2B73A-117A-4268-923E-83A3BCDC1544}"/>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8E008E54-3F28-4DF1-86EF-A5FDCC056A70}"/>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77956727-E278-4261-85E2-7C1C192F6142}"/>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2EBDBA24-75AF-4FE5-A057-DD1D328F516E}"/>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40FBB2B4-2D14-4BDD-AD18-F442E5C82881}"/>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C4911178-6B3B-48E6-AAB4-4BAC95810556}"/>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05F8A6C-44E7-49CA-8DD0-9612E0C5E7C0}"/>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8AE47A6D-B2DE-4F39-9C92-D871E90C2125}"/>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44D2D218-2E03-43ED-AD39-34B694213FCC}"/>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795B5BA7-CD6C-44E5-BA7D-AE942DB39A9A}"/>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BFB7C31E-B39C-48CE-954C-81951D698C3E}"/>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17A13275-1E4B-4DBE-85C3-4F5D19E9434E}"/>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6612499A-93ED-46B8-B3F8-ACEE64A4E676}"/>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15C15232-1546-452D-8732-5E9D85792831}"/>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66CB6797-2B11-443C-AEE1-67FEEFAED782}"/>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6F0F3709-203A-4D15-A662-B037C9B9681E}"/>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2717097B-8540-4E04-98BF-58DAFFA11DA4}"/>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4188122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2026-09-15T04:51:30.2270000Z</dcterms:created>
  <dcterms:modified xsi:type="dcterms:W3CDTF">2026-09-15T04:51:30.2270000Z</dcterms:modified>
</coreProperties>
</file>