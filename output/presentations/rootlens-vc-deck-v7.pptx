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bd4e42a9dc4452" /><Relationship Type="http://schemas.openxmlformats.org/officeDocument/2006/relationships/extended-properties" Target="/docProps/app.xml" Id="R24e5aaddc34445a1" /><Relationship Type="http://schemas.openxmlformats.org/officeDocument/2006/relationships/officeDocument" Target="/ppt/presentation.xml" Id="R65c94ee1f88d49a0" /></Relationships>
</file>

<file path=ppt/presentation.xml><?xml version="1.0" encoding="utf-8"?>
<p:presentation xmlns:p="http://schemas.openxmlformats.org/presentationml/2006/main">
  <p:sldMasterIdLst>
    <p:sldMasterId xmlns:r="http://schemas.openxmlformats.org/officeDocument/2006/relationships" id="2147483648" r:id="Rfa0a9c53592e4113"/>
  </p:sldMasterIdLst>
  <p:notesMasterIdLst>
    <p:notesMasterId xmlns:r="http://schemas.openxmlformats.org/officeDocument/2006/relationships" r:id="R68e9ee2056424f9c"/>
  </p:notesMasterIdLst>
  <p:sldIdLst>
    <p:sldId xmlns:r="http://schemas.openxmlformats.org/officeDocument/2006/relationships" id="256" r:id="R9d34d6e6d0d44675"/>
    <p:sldId xmlns:r="http://schemas.openxmlformats.org/officeDocument/2006/relationships" id="257" r:id="R26050cb16c224da4"/>
    <p:sldId xmlns:r="http://schemas.openxmlformats.org/officeDocument/2006/relationships" id="258" r:id="R0c04a7591c5842dd"/>
    <p:sldId xmlns:r="http://schemas.openxmlformats.org/officeDocument/2006/relationships" id="259" r:id="Rbbe5e09b97804538"/>
    <p:sldId xmlns:r="http://schemas.openxmlformats.org/officeDocument/2006/relationships" id="260" r:id="R90265c78fde4400c"/>
    <p:sldId xmlns:r="http://schemas.openxmlformats.org/officeDocument/2006/relationships" id="261" r:id="Rd46d3eaf80ba4da8"/>
    <p:sldId xmlns:r="http://schemas.openxmlformats.org/officeDocument/2006/relationships" id="262" r:id="R609e4890508e4745"/>
    <p:sldId xmlns:r="http://schemas.openxmlformats.org/officeDocument/2006/relationships" id="263" r:id="R0b9cb559ff4d4b35"/>
    <p:sldId xmlns:r="http://schemas.openxmlformats.org/officeDocument/2006/relationships" id="264" r:id="Read2f22a7cbd4060"/>
    <p:sldId xmlns:r="http://schemas.openxmlformats.org/officeDocument/2006/relationships" id="265" r:id="R4076d174504c4171"/>
    <p:sldId xmlns:r="http://schemas.openxmlformats.org/officeDocument/2006/relationships" id="266" r:id="R2995e4a8115640f2"/>
    <p:sldId xmlns:r="http://schemas.openxmlformats.org/officeDocument/2006/relationships" id="267" r:id="Ref7e8851302942f6"/>
    <p:sldId xmlns:r="http://schemas.openxmlformats.org/officeDocument/2006/relationships" id="268" r:id="R913d8822788d452b"/>
    <p:sldId xmlns:r="http://schemas.openxmlformats.org/officeDocument/2006/relationships" id="269" r:id="R81251422e6294225"/>
    <p:sldId xmlns:r="http://schemas.openxmlformats.org/officeDocument/2006/relationships" id="270" r:id="R1373d5e301994a43"/>
    <p:sldId xmlns:r="http://schemas.openxmlformats.org/officeDocument/2006/relationships" id="271" r:id="Rd6d4477c099b429c"/>
    <p:sldId xmlns:r="http://schemas.openxmlformats.org/officeDocument/2006/relationships" id="272" r:id="R65bdff4352024fd8"/>
    <p:sldId xmlns:r="http://schemas.openxmlformats.org/officeDocument/2006/relationships" id="273" r:id="R886e700eb3d049e8"/>
    <p:sldId xmlns:r="http://schemas.openxmlformats.org/officeDocument/2006/relationships" id="274" r:id="Re42cbc63227a4ef7"/>
    <p:sldId xmlns:r="http://schemas.openxmlformats.org/officeDocument/2006/relationships" id="275" r:id="R7a1df7cdbdf34c6d"/>
    <p:sldId xmlns:r="http://schemas.openxmlformats.org/officeDocument/2006/relationships" id="276" r:id="Re57a87f0e24d49c8"/>
    <p:sldId xmlns:r="http://schemas.openxmlformats.org/officeDocument/2006/relationships" id="277" r:id="R768a037ff3d840d4"/>
    <p:sldId xmlns:r="http://schemas.openxmlformats.org/officeDocument/2006/relationships" id="278" r:id="R6865c887f64a4da7"/>
    <p:sldId xmlns:r="http://schemas.openxmlformats.org/officeDocument/2006/relationships" id="279" r:id="Rca5a907582ea40dd"/>
    <p:sldId xmlns:r="http://schemas.openxmlformats.org/officeDocument/2006/relationships" id="280" r:id="R7dcec57646224dc5"/>
    <p:sldId xmlns:r="http://schemas.openxmlformats.org/officeDocument/2006/relationships" id="281" r:id="Rbdd175a3e0ec47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43cd7d84a74df1" /><Relationship Type="http://schemas.openxmlformats.org/officeDocument/2006/relationships/slideMaster" Target="/ppt/slideMasters/slideMaster1.xml" Id="Rfa0a9c53592e4113" /><Relationship Type="http://schemas.openxmlformats.org/officeDocument/2006/relationships/notesMaster" Target="/ppt/notesMasters/notesMaster1.xml" Id="R68e9ee2056424f9c" /><Relationship Type="http://schemas.openxmlformats.org/officeDocument/2006/relationships/presProps" Target="/ppt/presProps.xml" Id="R5be13ea3a32a4436" /><Relationship Type="http://schemas.openxmlformats.org/officeDocument/2006/relationships/tableStyles" Target="/ppt/tableStyles.xml" Id="Rdf2631dd2fa646fc" /><Relationship Type="http://schemas.openxmlformats.org/officeDocument/2006/relationships/slide" Target="/ppt/slides/slide1.xml" Id="R9d34d6e6d0d44675" /><Relationship Type="http://schemas.openxmlformats.org/officeDocument/2006/relationships/slide" Target="/ppt/slides/slide2.xml" Id="R26050cb16c224da4" /><Relationship Type="http://schemas.openxmlformats.org/officeDocument/2006/relationships/slide" Target="/ppt/slides/slide3.xml" Id="R0c04a7591c5842dd" /><Relationship Type="http://schemas.openxmlformats.org/officeDocument/2006/relationships/slide" Target="/ppt/slides/slide4.xml" Id="Rbbe5e09b97804538" /><Relationship Type="http://schemas.openxmlformats.org/officeDocument/2006/relationships/slide" Target="/ppt/slides/slide5.xml" Id="R90265c78fde4400c" /><Relationship Type="http://schemas.openxmlformats.org/officeDocument/2006/relationships/slide" Target="/ppt/slides/slide6.xml" Id="Rd46d3eaf80ba4da8" /><Relationship Type="http://schemas.openxmlformats.org/officeDocument/2006/relationships/slide" Target="/ppt/slides/slide7.xml" Id="R609e4890508e4745" /><Relationship Type="http://schemas.openxmlformats.org/officeDocument/2006/relationships/slide" Target="/ppt/slides/slide8.xml" Id="R0b9cb559ff4d4b35" /><Relationship Type="http://schemas.openxmlformats.org/officeDocument/2006/relationships/slide" Target="/ppt/slides/slide9.xml" Id="Read2f22a7cbd4060" /><Relationship Type="http://schemas.openxmlformats.org/officeDocument/2006/relationships/slide" Target="/ppt/slides/slide10.xml" Id="R4076d174504c4171" /><Relationship Type="http://schemas.openxmlformats.org/officeDocument/2006/relationships/slide" Target="/ppt/slides/slide11.xml" Id="R2995e4a8115640f2" /><Relationship Type="http://schemas.openxmlformats.org/officeDocument/2006/relationships/slide" Target="/ppt/slides/slide12.xml" Id="Ref7e8851302942f6" /><Relationship Type="http://schemas.openxmlformats.org/officeDocument/2006/relationships/slide" Target="/ppt/slides/slide13.xml" Id="R913d8822788d452b" /><Relationship Type="http://schemas.openxmlformats.org/officeDocument/2006/relationships/slide" Target="/ppt/slides/slide14.xml" Id="R81251422e6294225" /><Relationship Type="http://schemas.openxmlformats.org/officeDocument/2006/relationships/slide" Target="/ppt/slides/slide15.xml" Id="R1373d5e301994a43" /><Relationship Type="http://schemas.openxmlformats.org/officeDocument/2006/relationships/slide" Target="/ppt/slides/slide16.xml" Id="Rd6d4477c099b429c" /><Relationship Type="http://schemas.openxmlformats.org/officeDocument/2006/relationships/slide" Target="/ppt/slides/slide17.xml" Id="R65bdff4352024fd8" /><Relationship Type="http://schemas.openxmlformats.org/officeDocument/2006/relationships/slide" Target="/ppt/slides/slide18.xml" Id="R886e700eb3d049e8" /><Relationship Type="http://schemas.openxmlformats.org/officeDocument/2006/relationships/slide" Target="/ppt/slides/slide19.xml" Id="Re42cbc63227a4ef7" /><Relationship Type="http://schemas.openxmlformats.org/officeDocument/2006/relationships/slide" Target="/ppt/slides/slide20.xml" Id="R7a1df7cdbdf34c6d" /><Relationship Type="http://schemas.openxmlformats.org/officeDocument/2006/relationships/slide" Target="/ppt/slides/slide21.xml" Id="Re57a87f0e24d49c8" /><Relationship Type="http://schemas.openxmlformats.org/officeDocument/2006/relationships/slide" Target="/ppt/slides/slide22.xml" Id="R768a037ff3d840d4" /><Relationship Type="http://schemas.openxmlformats.org/officeDocument/2006/relationships/slide" Target="/ppt/slides/slide23.xml" Id="R6865c887f64a4da7" /><Relationship Type="http://schemas.openxmlformats.org/officeDocument/2006/relationships/slide" Target="/ppt/slides/slide24.xml" Id="Rca5a907582ea40dd" /><Relationship Type="http://schemas.openxmlformats.org/officeDocument/2006/relationships/slide" Target="/ppt/slides/slide25.xml" Id="R7dcec57646224dc5" /><Relationship Type="http://schemas.openxmlformats.org/officeDocument/2006/relationships/slide" Target="/ppt/slides/slide26.xml" Id="Rbdd175a3e0ec47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60e4e67b8c48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7900b633224a2b" /><Relationship Type="http://schemas.openxmlformats.org/officeDocument/2006/relationships/notesMaster" Target="/ppt/notesMasters/notesMaster1.xml" Id="Rbae6d239ae4f49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3322dcefd049fc" /><Relationship Type="http://schemas.openxmlformats.org/officeDocument/2006/relationships/notesMaster" Target="/ppt/notesMasters/notesMaster1.xml" Id="Rc82ffc860a9548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7671378a044bf4" /><Relationship Type="http://schemas.openxmlformats.org/officeDocument/2006/relationships/notesMaster" Target="/ppt/notesMasters/notesMaster1.xml" Id="R9771f4115cdb40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05901e07534569" /><Relationship Type="http://schemas.openxmlformats.org/officeDocument/2006/relationships/notesMaster" Target="/ppt/notesMasters/notesMaster1.xml" Id="R3ac8119826de43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82ff2d320f444d" /><Relationship Type="http://schemas.openxmlformats.org/officeDocument/2006/relationships/notesMaster" Target="/ppt/notesMasters/notesMaster1.xml" Id="Ref518454415e4a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082dd1a213478c" /><Relationship Type="http://schemas.openxmlformats.org/officeDocument/2006/relationships/notesMaster" Target="/ppt/notesMasters/notesMaster1.xml" Id="Ra9f3a94d12414c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65aeb014064fdd" /><Relationship Type="http://schemas.openxmlformats.org/officeDocument/2006/relationships/notesMaster" Target="/ppt/notesMasters/notesMaster1.xml" Id="Re716b354e82440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03047412c04eca" /><Relationship Type="http://schemas.openxmlformats.org/officeDocument/2006/relationships/notesMaster" Target="/ppt/notesMasters/notesMaster1.xml" Id="Rae8931338e304a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57a630267b47c2" /><Relationship Type="http://schemas.openxmlformats.org/officeDocument/2006/relationships/notesMaster" Target="/ppt/notesMasters/notesMaster1.xml" Id="R8eaa1c4663cb46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f6f4b6503c4450" /><Relationship Type="http://schemas.openxmlformats.org/officeDocument/2006/relationships/notesMaster" Target="/ppt/notesMasters/notesMaster1.xml" Id="R076e8fe737f14f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be7b416b1e4c52" /><Relationship Type="http://schemas.openxmlformats.org/officeDocument/2006/relationships/notesMaster" Target="/ppt/notesMasters/notesMaster1.xml" Id="R8c072e4356b64f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679db6dfa54808" /><Relationship Type="http://schemas.openxmlformats.org/officeDocument/2006/relationships/notesMaster" Target="/ppt/notesMasters/notesMaster1.xml" Id="Rb675c0ebac534f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5488f208004eb2" /><Relationship Type="http://schemas.openxmlformats.org/officeDocument/2006/relationships/notesMaster" Target="/ppt/notesMasters/notesMaster1.xml" Id="R63cd6fbc18c244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faea85becc486d" /><Relationship Type="http://schemas.openxmlformats.org/officeDocument/2006/relationships/notesMaster" Target="/ppt/notesMasters/notesMaster1.xml" Id="R65cd73ce625840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0c6b55d2be4021" /><Relationship Type="http://schemas.openxmlformats.org/officeDocument/2006/relationships/notesMaster" Target="/ppt/notesMasters/notesMaster1.xml" Id="R7696aa126c50436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b69de69238402e" /><Relationship Type="http://schemas.openxmlformats.org/officeDocument/2006/relationships/notesMaster" Target="/ppt/notesMasters/notesMaster1.xml" Id="R3906192f898f49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1c57754d814f48" /><Relationship Type="http://schemas.openxmlformats.org/officeDocument/2006/relationships/notesMaster" Target="/ppt/notesMasters/notesMaster1.xml" Id="R937dc8ecbc5b41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e55ffe190b4ee4" /><Relationship Type="http://schemas.openxmlformats.org/officeDocument/2006/relationships/notesMaster" Target="/ppt/notesMasters/notesMaster1.xml" Id="R95410c6428b84a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b5917d0b994175" /><Relationship Type="http://schemas.openxmlformats.org/officeDocument/2006/relationships/notesMaster" Target="/ppt/notesMasters/notesMaster1.xml" Id="R53483a6a34f341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bac9eab84234c5e" /><Relationship Type="http://schemas.openxmlformats.org/officeDocument/2006/relationships/notesMaster" Target="/ppt/notesMasters/notesMaster1.xml" Id="Rc0406e97dc3f47d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e1444664324c33" /><Relationship Type="http://schemas.openxmlformats.org/officeDocument/2006/relationships/notesMaster" Target="/ppt/notesMasters/notesMaster1.xml" Id="R856c23fb079d4f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a07084084b4265" /><Relationship Type="http://schemas.openxmlformats.org/officeDocument/2006/relationships/notesMaster" Target="/ppt/notesMasters/notesMaster1.xml" Id="R214fc3ca7fc341d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2f31f3ae8cb489b" /><Relationship Type="http://schemas.openxmlformats.org/officeDocument/2006/relationships/notesMaster" Target="/ppt/notesMasters/notesMaster1.xml" Id="R0f55c70a50b8402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417c3550bd64934" /><Relationship Type="http://schemas.openxmlformats.org/officeDocument/2006/relationships/notesMaster" Target="/ppt/notesMasters/notesMaster1.xml" Id="Re3ba63144e864a2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5e9aaf6aa6c45b5" /><Relationship Type="http://schemas.openxmlformats.org/officeDocument/2006/relationships/notesMaster" Target="/ppt/notesMasters/notesMaster1.xml" Id="R068a322f3c044a0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952204721c14a5a" /><Relationship Type="http://schemas.openxmlformats.org/officeDocument/2006/relationships/notesMaster" Target="/ppt/notesMasters/notesMaster1.xml" Id="R0c0bd6d87d2045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カバーしている範囲が横方向に広いほど多くの現場と繋がっており、縦方向に広いほど多くの技術や領域を網羅しています。現場と直接接触するのは一番下の現場統合層と、一番上流のデータ収集層です。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1X等が該当します。</a:t>
            </a:r>
          </a:p>
          <a:p xmlns:a="http://schemas.openxmlformats.org/drawingml/2006/main">
            <a:r>
              <a:t/>
            </a:r>
          </a:p>
          <a:p xmlns:a="http://schemas.openxmlformats.org/drawingml/2006/main">
            <a:r>
              <a:t>一方、水平統合型は、そのバリューチェーンを分解した企業群です。Genesis AIのように、垂直統合と水平展開の両方の性質を持つ企業もあります。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f7e91354414c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829f2392a14c77" /><Relationship Type="http://schemas.openxmlformats.org/officeDocument/2006/relationships/slideLayout" Target="/ppt/slideLayouts/slideLayout1.xml" Id="R7ce50109e3734b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e50109e3734b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adb7e1953b4b68" /><Relationship Type="http://schemas.openxmlformats.org/officeDocument/2006/relationships/notesSlide" Target="/ppt/notesSlides/notesSlide1.xml" Id="Ra78bb9f3759c42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d0794a794348b7" /><Relationship Type="http://schemas.openxmlformats.org/officeDocument/2006/relationships/notesSlide" Target="/ppt/notesSlides/notesSlide2.xml" Id="R937b6e7524f645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0402b685dd4012" /><Relationship Type="http://schemas.openxmlformats.org/officeDocument/2006/relationships/notesSlide" Target="/ppt/notesSlides/notesSlide3.xml" Id="R5778e9d762a34e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76d1d1eaf248b9" /><Relationship Type="http://schemas.openxmlformats.org/officeDocument/2006/relationships/notesSlide" Target="/ppt/notesSlides/notesSlide4.xml" Id="R7c080ee7f7c542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0cebc65ca1465d" /><Relationship Type="http://schemas.openxmlformats.org/officeDocument/2006/relationships/notesSlide" Target="/ppt/notesSlides/notesSlide5.xml" Id="R355e36f5a16c4d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e31d3374ac4cff" /><Relationship Type="http://schemas.openxmlformats.org/officeDocument/2006/relationships/notesSlide" Target="/ppt/notesSlides/notesSlide6.xml" Id="R901ed5d0e2374e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1695040bff4512" /><Relationship Type="http://schemas.openxmlformats.org/officeDocument/2006/relationships/notesSlide" Target="/ppt/notesSlides/notesSlide7.xml" Id="R7af198a667624e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2923cc2fad4b23" /><Relationship Type="http://schemas.openxmlformats.org/officeDocument/2006/relationships/notesSlide" Target="/ppt/notesSlides/notesSlide8.xml" Id="R3979133097284a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ee0204dd854e0a" /><Relationship Type="http://schemas.openxmlformats.org/officeDocument/2006/relationships/notesSlide" Target="/ppt/notesSlides/notesSlide9.xml" Id="Rbb3f8d62360045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2b121e4d7c64694" /><Relationship Type="http://schemas.openxmlformats.org/officeDocument/2006/relationships/notesSlide" Target="/ppt/notesSlides/notesSlide10.xml" Id="R6c34e371c9b74b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f42ce875964598" /><Relationship Type="http://schemas.openxmlformats.org/officeDocument/2006/relationships/notesSlide" Target="/ppt/notesSlides/notesSlide11.xml" Id="R37efe76190984e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29b2285d524a2b" /><Relationship Type="http://schemas.openxmlformats.org/officeDocument/2006/relationships/notesSlide" Target="/ppt/notesSlides/notesSlide12.xml" Id="Rc1f61edec08147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dfed786c1c43ad" /><Relationship Type="http://schemas.openxmlformats.org/officeDocument/2006/relationships/notesSlide" Target="/ppt/notesSlides/notesSlide13.xml" Id="Rdc182d73462d45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ac975533c249f0" /><Relationship Type="http://schemas.openxmlformats.org/officeDocument/2006/relationships/notesSlide" Target="/ppt/notesSlides/notesSlide14.xml" Id="Rc91a2ac0b57c47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1a861e18314e2a" /><Relationship Type="http://schemas.openxmlformats.org/officeDocument/2006/relationships/notesSlide" Target="/ppt/notesSlides/notesSlide15.xml" Id="Rd115085e1bc744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100f292bc94cb9" /><Relationship Type="http://schemas.openxmlformats.org/officeDocument/2006/relationships/notesSlide" Target="/ppt/notesSlides/notesSlide16.xml" Id="R52bdc847e39b424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258b3b668784e8a" /><Relationship Type="http://schemas.openxmlformats.org/officeDocument/2006/relationships/image" Target="/ppt/media/image.jpeg" Id="R2b4934b5a6b34151" /><Relationship Type="http://schemas.openxmlformats.org/officeDocument/2006/relationships/image" Target="/ppt/media/image2.jpeg" Id="R1d9d6f1aa9174ed2" /><Relationship Type="http://schemas.openxmlformats.org/officeDocument/2006/relationships/image" Target="/ppt/media/image3.jpeg" Id="R487b92640fd94a5b" /><Relationship Type="http://schemas.openxmlformats.org/officeDocument/2006/relationships/notesSlide" Target="/ppt/notesSlides/notesSlide17.xml" Id="Rb8d9ab2b8ae448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d67f67597a14732" /><Relationship Type="http://schemas.openxmlformats.org/officeDocument/2006/relationships/notesSlide" Target="/ppt/notesSlides/notesSlide18.xml" Id="R09e35df9b20c4a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b77b0c5f0e54fd6" /><Relationship Type="http://schemas.openxmlformats.org/officeDocument/2006/relationships/notesSlide" Target="/ppt/notesSlides/notesSlide19.xml" Id="Rcdd1090f0d3c45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6a64707fb5149ef" /><Relationship Type="http://schemas.openxmlformats.org/officeDocument/2006/relationships/notesSlide" Target="/ppt/notesSlides/notesSlide20.xml" Id="Rfce8a1d8a92a4e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463407d25fc448e" /><Relationship Type="http://schemas.openxmlformats.org/officeDocument/2006/relationships/notesSlide" Target="/ppt/notesSlides/notesSlide21.xml" Id="R02bc74b2387c4f3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5e7a605056d4049" /><Relationship Type="http://schemas.openxmlformats.org/officeDocument/2006/relationships/notesSlide" Target="/ppt/notesSlides/notesSlide22.xml" Id="R5e80fc33447a45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48380bf49a64478" /><Relationship Type="http://schemas.openxmlformats.org/officeDocument/2006/relationships/notesSlide" Target="/ppt/notesSlides/notesSlide23.xml" Id="R08acec7e1c164b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73d52b0893f4ff9" /><Relationship Type="http://schemas.openxmlformats.org/officeDocument/2006/relationships/notesSlide" Target="/ppt/notesSlides/notesSlide24.xml" Id="Ref85828292be48a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3bf86c4f5a44a5d" /><Relationship Type="http://schemas.openxmlformats.org/officeDocument/2006/relationships/notesSlide" Target="/ppt/notesSlides/notesSlide25.xml" Id="R427d016e25a849f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5cd18c312274b9b" /><Relationship Type="http://schemas.openxmlformats.org/officeDocument/2006/relationships/notesSlide" Target="/ppt/notesSlides/notesSlide26.xml" Id="R0e9bba3a941b45f8"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931CE3-B969-4CFC-9113-80607DE5A9A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43A380-325D-4FC9-B48E-25C48E14957C}"/>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635F19C7-F73A-4CC1-B0A4-40D00DB3C462}"/>
              </a:ext>
            </a:extLst>
          </p:cNvPr>
          <p:cNvSpPr>
            <a:spLocks xmlns:a="http://schemas.openxmlformats.org/drawingml/2006/main" noGrp="1"/>
          </p:cNvSpPr>
          <p:nvPr/>
        </p:nvSpPr>
        <p:spPr>
          <a:xfrm xmlns:a="http://schemas.openxmlformats.org/drawingml/2006/main">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393379D5-A529-4097-8475-365AC0EDF7A9}"/>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7BF1F6-CFD5-4E4B-94C8-C7FA8349D52A}"/>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81C70E11-3C36-45D2-9F95-6E9CEF36DA81}"/>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395403209"/>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FFE5A59-81A2-4B2D-AADD-1E4BA31D748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784DD8-3781-4538-8FDF-D2746162E9F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EEDC4D71-594C-49F8-93A4-355DE2CC8AF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D24C39-CDEF-4284-B087-36F13EA820A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EF9E693F-272D-44F1-BBEF-C0F8810A0E9B}"/>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76CF6C52-1B11-4470-A724-5A7DBB82E812}"/>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5255B206-9BA3-40FB-A83E-5A22EAB13AC8}"/>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05E73CD0-62AD-467C-9C17-3CA386287BC7}"/>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5B12EE03-9DE1-46B0-8B25-3757E4A97062}"/>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B71E366D-57C6-424F-A5AC-CA315BD9B681}"/>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DE87433E-342E-41A5-A999-4A87B6F8E12A}"/>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0B3AEEDF-4093-4FDA-AC8F-BE646402B0A5}"/>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E40509B8-0BCC-4259-9AFC-CCE57BAE5A78}"/>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AC68F793-4810-4F40-BC91-B4327EBAF53A}"/>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8FF349C0-6DC5-4A28-9C78-8524C74795B1}"/>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691CDD9-7A82-4C07-9D05-FB67B8436B65}"/>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31863700-CD7A-4DC9-8E4B-DEFF7B8EF058}"/>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4301A7C-8254-4E39-8908-3CC863EAF3C0}"/>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73BCE68A-077E-4CD4-AA5D-3E963544914B}"/>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46E15FE-B6D5-481F-AA11-B6D85676C6BE}"/>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EE91035F-54AD-4995-9705-869BDB7CA491}"/>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590A70A-2B93-4C3E-BAFF-D8C6380EA89F}"/>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E762E939-E80D-40A0-82FE-5D19CC2A2B3F}"/>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2E0AA2D-246F-4D3D-B4D9-4F5EE56E2EFE}"/>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671074AA-CDCD-4E5C-8F2B-89C5F53012B9}"/>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ABE40EFD-0E78-4239-BDAA-403150464EEB}"/>
              </a:ext>
            </a:extLst>
          </p:cNvPr>
          <p:cNvSpPr>
            <a:spLocks xmlns:a="http://schemas.openxmlformats.org/drawingml/2006/main" noGrp="1"/>
          </p:cNvSpPr>
          <p:nvPr/>
        </p:nvSpPr>
        <p:spPr>
          <a:xfrm xmlns:a="http://schemas.openxmlformats.org/drawingml/2006/main">
            <a:off x="2819400" y="310515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7" name="">
            <a:extLst xmlns:a="http://schemas.openxmlformats.org/drawingml/2006/main">
              <a:ext uri="{FF2B5EF4-FFF2-40B4-BE49-F238E27FC236}">
                <a16:creationId xmlns:a16="http://schemas.microsoft.com/office/drawing/2014/main" id="{1D50572B-A720-4758-9537-B1FA4A7EDC63}"/>
              </a:ext>
            </a:extLst>
          </p:cNvPr>
          <p:cNvSpPr>
            <a:spLocks xmlns:a="http://schemas.openxmlformats.org/drawingml/2006/main" noGrp="1"/>
          </p:cNvSpPr>
          <p:nvPr/>
        </p:nvSpPr>
        <p:spPr>
          <a:xfrm xmlns:a="http://schemas.openxmlformats.org/drawingml/2006/main">
            <a:off x="2905125" y="347662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モデル</a:t>
            </a:r>
          </a:p>
        </p:txBody>
      </p:sp>
      <p:sp>
        <p:nvSpPr>
          <p:cNvPr id="28" name="">
            <a:extLst xmlns:a="http://schemas.openxmlformats.org/drawingml/2006/main">
              <a:ext uri="{FF2B5EF4-FFF2-40B4-BE49-F238E27FC236}">
                <a16:creationId xmlns:a16="http://schemas.microsoft.com/office/drawing/2014/main" id="{2EEACAD1-EE14-4264-BB2D-24D6D6FA76FD}"/>
              </a:ext>
            </a:extLst>
          </p:cNvPr>
          <p:cNvSpPr>
            <a:spLocks xmlns:a="http://schemas.openxmlformats.org/drawingml/2006/main" noGrp="1"/>
          </p:cNvSpPr>
          <p:nvPr/>
        </p:nvSpPr>
        <p:spPr>
          <a:xfrm xmlns:a="http://schemas.openxmlformats.org/drawingml/2006/main">
            <a:off x="2905125" y="39243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F4942A74-3BBE-4E3F-8AB3-31C90E3A31C2}"/>
              </a:ext>
            </a:extLst>
          </p:cNvPr>
          <p:cNvSpPr>
            <a:spLocks xmlns:a="http://schemas.openxmlformats.org/drawingml/2006/main" noGrp="1"/>
          </p:cNvSpPr>
          <p:nvPr/>
        </p:nvSpPr>
        <p:spPr>
          <a:xfrm xmlns:a="http://schemas.openxmlformats.org/drawingml/2006/main">
            <a:off x="2905125" y="437197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現場統合</a:t>
            </a:r>
          </a:p>
        </p:txBody>
      </p:sp>
      <p:sp>
        <p:nvSpPr>
          <p:cNvPr id="30" name="">
            <a:extLst xmlns:a="http://schemas.openxmlformats.org/drawingml/2006/main">
              <a:ext uri="{FF2B5EF4-FFF2-40B4-BE49-F238E27FC236}">
                <a16:creationId xmlns:a16="http://schemas.microsoft.com/office/drawing/2014/main" id="{3EAD7E7C-664F-4E41-A138-D2386957BA8C}"/>
              </a:ext>
            </a:extLst>
          </p:cNvPr>
          <p:cNvSpPr>
            <a:spLocks xmlns:a="http://schemas.openxmlformats.org/drawingml/2006/main" noGrp="1"/>
          </p:cNvSpPr>
          <p:nvPr/>
        </p:nvSpPr>
        <p:spPr>
          <a:xfrm xmlns:a="http://schemas.openxmlformats.org/drawingml/2006/main">
            <a:off x="5048250" y="2266950"/>
            <a:ext cx="5619750" cy="4381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1" name="">
            <a:extLst xmlns:a="http://schemas.openxmlformats.org/drawingml/2006/main">
              <a:ext uri="{FF2B5EF4-FFF2-40B4-BE49-F238E27FC236}">
                <a16:creationId xmlns:a16="http://schemas.microsoft.com/office/drawing/2014/main" id="{9FCC7577-A677-4F5D-945A-77920B371FA3}"/>
              </a:ext>
            </a:extLst>
          </p:cNvPr>
          <p:cNvSpPr>
            <a:spLocks xmlns:a="http://schemas.openxmlformats.org/drawingml/2006/main" noGrp="1"/>
          </p:cNvSpPr>
          <p:nvPr/>
        </p:nvSpPr>
        <p:spPr>
          <a:xfrm xmlns:a="http://schemas.openxmlformats.org/drawingml/2006/main">
            <a:off x="5219700" y="2371725"/>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水平統合型：一つのレイヤーから多くの現場へ</a:t>
            </a:r>
          </a:p>
        </p:txBody>
      </p:sp>
      <p:sp>
        <p:nvSpPr>
          <p:cNvPr id="32" name="">
            <a:extLst xmlns:a="http://schemas.openxmlformats.org/drawingml/2006/main">
              <a:ext uri="{FF2B5EF4-FFF2-40B4-BE49-F238E27FC236}">
                <a16:creationId xmlns:a16="http://schemas.microsoft.com/office/drawing/2014/main" id="{F8AC94F0-DF14-43F2-88B7-F0F082F25B14}"/>
              </a:ext>
            </a:extLst>
          </p:cNvPr>
          <p:cNvSpPr>
            <a:spLocks xmlns:a="http://schemas.openxmlformats.org/drawingml/2006/main" noGrp="1"/>
          </p:cNvSpPr>
          <p:nvPr/>
        </p:nvSpPr>
        <p:spPr>
          <a:xfrm xmlns:a="http://schemas.openxmlformats.org/drawingml/2006/main">
            <a:off x="10372725" y="2705100"/>
            <a:ext cx="19050" cy="24574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A8D7A85-4A4E-4F77-A579-0B5D055811BD}"/>
              </a:ext>
            </a:extLst>
          </p:cNvPr>
          <p:cNvSpPr>
            <a:spLocks xmlns:a="http://schemas.openxmlformats.org/drawingml/2006/main" noGrp="1"/>
          </p:cNvSpPr>
          <p:nvPr/>
        </p:nvSpPr>
        <p:spPr>
          <a:xfrm xmlns:a="http://schemas.openxmlformats.org/drawingml/2006/main">
            <a:off x="8401050" y="28003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撮影で現場へ入る</a:t>
            </a:r>
          </a:p>
        </p:txBody>
      </p:sp>
      <p:sp>
        <p:nvSpPr>
          <p:cNvPr id="34" name="">
            <a:extLst xmlns:a="http://schemas.openxmlformats.org/drawingml/2006/main">
              <a:ext uri="{FF2B5EF4-FFF2-40B4-BE49-F238E27FC236}">
                <a16:creationId xmlns:a16="http://schemas.microsoft.com/office/drawing/2014/main" id="{B296D668-01D7-4508-AA9A-3B6C27F83B08}"/>
              </a:ext>
            </a:extLst>
          </p:cNvPr>
          <p:cNvSpPr>
            <a:spLocks xmlns:a="http://schemas.openxmlformats.org/drawingml/2006/main" noGrp="1"/>
          </p:cNvSpPr>
          <p:nvPr/>
        </p:nvSpPr>
        <p:spPr>
          <a:xfrm xmlns:a="http://schemas.openxmlformats.org/drawingml/2006/main">
            <a:off x="8401050" y="4762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導入で現場へ入る</a:t>
            </a:r>
          </a:p>
        </p:txBody>
      </p:sp>
      <p:sp>
        <p:nvSpPr>
          <p:cNvPr id="35" name="">
            <a:extLst xmlns:a="http://schemas.openxmlformats.org/drawingml/2006/main">
              <a:ext uri="{FF2B5EF4-FFF2-40B4-BE49-F238E27FC236}">
                <a16:creationId xmlns:a16="http://schemas.microsoft.com/office/drawing/2014/main" id="{8E940598-A54C-4273-ADAA-CA10696C0534}"/>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CD8511C-53E2-4E07-9C6E-2DE700D9E116}"/>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37" name="">
            <a:extLst xmlns:a="http://schemas.openxmlformats.org/drawingml/2006/main">
              <a:ext uri="{FF2B5EF4-FFF2-40B4-BE49-F238E27FC236}">
                <a16:creationId xmlns:a16="http://schemas.microsoft.com/office/drawing/2014/main" id="{376B1677-82AD-4E22-A9DD-2F1D25E13564}"/>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557921282"/>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3F7E4E4-EB0F-4BBC-9AB0-CF7F17A4F87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51EE60-B6C7-47A3-B49A-6BF4C35EE8E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9E31E423-F55F-47BC-88CC-9B60CE4176C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E34E1C-4FD5-472F-B1A1-C8861216CB8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2AD177B3-B573-4006-B697-C4E2061F17F5}"/>
              </a:ext>
            </a:extLst>
          </p:cNvPr>
          <p:cNvSpPr>
            <a:spLocks xmlns:a="http://schemas.openxmlformats.org/drawingml/2006/main" noGrp="1"/>
          </p:cNvSpPr>
          <p:nvPr/>
        </p:nvSpPr>
        <p:spPr>
          <a:xfrm xmlns:a="http://schemas.openxmlformats.org/drawingml/2006/main">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98A4C214-C69C-414A-8FB5-73C917102BE9}"/>
              </a:ext>
            </a:extLst>
          </p:cNvPr>
          <p:cNvSpPr>
            <a:spLocks xmlns:a="http://schemas.openxmlformats.org/drawingml/2006/main" noGrp="1"/>
          </p:cNvSpPr>
          <p:nvPr/>
        </p:nvSpPr>
        <p:spPr>
          <a:xfrm xmlns:a="http://schemas.openxmlformats.org/drawingml/2006/main">
            <a:off x="723900" y="2381250"/>
            <a:ext cx="4762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特定の業種・タスクに絞り、決め打ちで現場で実際に動くロボットを作る。完全な自律運用が難しい場合は、遠隔操作で働くレベルから商用化する企業もあれば、自律運用の幅を地道に広げる企業もある。1X等が該当する。</a:t>
            </a:r>
          </a:p>
        </p:txBody>
      </p:sp>
      <p:sp>
        <p:nvSpPr>
          <p:cNvPr id="7" name="">
            <a:extLst xmlns:a="http://schemas.openxmlformats.org/drawingml/2006/main">
              <a:ext uri="{FF2B5EF4-FFF2-40B4-BE49-F238E27FC236}">
                <a16:creationId xmlns:a16="http://schemas.microsoft.com/office/drawing/2014/main" id="{2D19C304-A19C-4E96-BDFA-849C1E035606}"/>
              </a:ext>
            </a:extLst>
          </p:cNvPr>
          <p:cNvSpPr>
            <a:spLocks xmlns:a="http://schemas.openxmlformats.org/drawingml/2006/main" noGrp="1"/>
          </p:cNvSpPr>
          <p:nvPr/>
        </p:nvSpPr>
        <p:spPr>
          <a:xfrm xmlns:a="http://schemas.openxmlformats.org/drawingml/2006/main">
            <a:off x="723900" y="44767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Genesis AI</a:t>
            </a:r>
          </a:p>
        </p:txBody>
      </p:sp>
      <p:sp>
        <p:nvSpPr>
          <p:cNvPr id="8" name="">
            <a:extLst xmlns:a="http://schemas.openxmlformats.org/drawingml/2006/main">
              <a:ext uri="{FF2B5EF4-FFF2-40B4-BE49-F238E27FC236}">
                <a16:creationId xmlns:a16="http://schemas.microsoft.com/office/drawing/2014/main" id="{0A61CB3F-E5B8-4947-851C-D40C5C23D9CA}"/>
              </a:ext>
            </a:extLst>
          </p:cNvPr>
          <p:cNvSpPr>
            <a:spLocks xmlns:a="http://schemas.openxmlformats.org/drawingml/2006/main" noGrp="1"/>
          </p:cNvSpPr>
          <p:nvPr/>
        </p:nvSpPr>
        <p:spPr>
          <a:xfrm xmlns:a="http://schemas.openxmlformats.org/drawingml/2006/main">
            <a:off x="723900" y="48101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AI・ハードウェア・データエンジンをフルスタックで開発しながら、汎用的なロボティクスプラットフォームを目指す。</a:t>
            </a:r>
          </a:p>
        </p:txBody>
      </p:sp>
      <p:sp>
        <p:nvSpPr>
          <p:cNvPr id="9" name="">
            <a:extLst xmlns:a="http://schemas.openxmlformats.org/drawingml/2006/main">
              <a:ext uri="{FF2B5EF4-FFF2-40B4-BE49-F238E27FC236}">
                <a16:creationId xmlns:a16="http://schemas.microsoft.com/office/drawing/2014/main" id="{928843E7-4820-4974-A44B-D9F347394C5D}"/>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559FA85-CC17-4D31-9EBC-E972B954C73C}"/>
              </a:ext>
            </a:extLst>
          </p:cNvPr>
          <p:cNvSpPr>
            <a:spLocks xmlns:a="http://schemas.openxmlformats.org/drawingml/2006/main" noGrp="1"/>
          </p:cNvSpPr>
          <p:nvPr/>
        </p:nvSpPr>
        <p:spPr>
          <a:xfrm xmlns:a="http://schemas.openxmlformats.org/drawingml/2006/main">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E2A96C71-5964-433C-BABE-5A1EB086F459}"/>
              </a:ext>
            </a:extLst>
          </p:cNvPr>
          <p:cNvSpPr>
            <a:spLocks xmlns:a="http://schemas.openxmlformats.org/drawingml/2006/main" noGrp="1"/>
          </p:cNvSpPr>
          <p:nvPr/>
        </p:nvSpPr>
        <p:spPr>
          <a:xfrm xmlns:a="http://schemas.openxmlformats.org/drawingml/2006/main">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EB3F1DFB-6CF8-4714-97AC-3ED43A0143A4}"/>
              </a:ext>
            </a:extLst>
          </p:cNvPr>
          <p:cNvSpPr>
            <a:spLocks xmlns:a="http://schemas.openxmlformats.org/drawingml/2006/main" noGrp="1"/>
          </p:cNvSpPr>
          <p:nvPr/>
        </p:nvSpPr>
        <p:spPr>
          <a:xfrm xmlns:a="http://schemas.openxmlformats.org/drawingml/2006/main">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597761955"/>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D2FF2CD-BD1F-479A-AABB-61A939993E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05A49A-1092-4EAC-A97C-C0623BEAF97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C439C4AD-FA81-44EA-897C-6349E7B254C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644A8B-8DAF-4F66-AA3D-E7AF6664FC6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E09FC7EB-4A54-491F-A936-0A7AA9164DC1}"/>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BDC302A6-7644-4758-BA7F-732E1A977FE9}"/>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F236B352-439C-4CB7-BD3E-DE2C1F9858F2}"/>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A06AB13-96D3-49EB-933B-A11F6D33B8F9}"/>
              </a:ext>
            </a:extLst>
          </p:cNvPr>
          <p:cNvSpPr>
            <a:spLocks xmlns:a="http://schemas.openxmlformats.org/drawingml/2006/main" noGrp="1"/>
          </p:cNvSpPr>
          <p:nvPr/>
        </p:nvSpPr>
        <p:spPr>
          <a:xfrm xmlns:a="http://schemas.openxmlformats.org/drawingml/2006/main">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4998B370-835A-4C06-A9D1-091FAF6FAC41}"/>
              </a:ext>
            </a:extLst>
          </p:cNvPr>
          <p:cNvSpPr>
            <a:spLocks xmlns:a="http://schemas.openxmlformats.org/drawingml/2006/main" noGrp="1"/>
          </p:cNvSpPr>
          <p:nvPr/>
        </p:nvSpPr>
        <p:spPr>
          <a:xfrm xmlns:a="http://schemas.openxmlformats.org/drawingml/2006/main">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EB380B87-47BA-4A92-85BE-E82C6571F5F0}"/>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5770662-51A3-4EAC-89A7-2BC08C9B5016}"/>
              </a:ext>
            </a:extLst>
          </p:cNvPr>
          <p:cNvSpPr>
            <a:spLocks xmlns:a="http://schemas.openxmlformats.org/drawingml/2006/main" noGrp="1"/>
          </p:cNvSpPr>
          <p:nvPr/>
        </p:nvSpPr>
        <p:spPr>
          <a:xfrm xmlns:a="http://schemas.openxmlformats.org/drawingml/2006/main">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B0C95459-B21C-4623-B6DF-8C5930FAA6D5}"/>
              </a:ext>
            </a:extLst>
          </p:cNvPr>
          <p:cNvSpPr>
            <a:spLocks xmlns:a="http://schemas.openxmlformats.org/drawingml/2006/main" noGrp="1"/>
          </p:cNvSpPr>
          <p:nvPr/>
        </p:nvSpPr>
        <p:spPr>
          <a:xfrm xmlns:a="http://schemas.openxmlformats.org/drawingml/2006/main">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BA2319FE-3A37-43A1-B818-700F1503EDDB}"/>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241069-3A3E-4304-8F9A-C067BF162F0C}"/>
              </a:ext>
            </a:extLst>
          </p:cNvPr>
          <p:cNvSpPr>
            <a:spLocks xmlns:a="http://schemas.openxmlformats.org/drawingml/2006/main" noGrp="1"/>
          </p:cNvSpPr>
          <p:nvPr/>
        </p:nvSpPr>
        <p:spPr>
          <a:xfrm xmlns:a="http://schemas.openxmlformats.org/drawingml/2006/main">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9CE27724-F10B-42E4-B66C-D8EAD9DE3DC1}"/>
              </a:ext>
            </a:extLst>
          </p:cNvPr>
          <p:cNvSpPr>
            <a:spLocks xmlns:a="http://schemas.openxmlformats.org/drawingml/2006/main" noGrp="1"/>
          </p:cNvSpPr>
          <p:nvPr/>
        </p:nvSpPr>
        <p:spPr>
          <a:xfrm xmlns:a="http://schemas.openxmlformats.org/drawingml/2006/main">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005912433"/>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8EEFA42-26A9-4860-B67F-0767F1127C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23071C-9604-4E8F-ABB1-BCD9B40AA47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56415835-EDD4-49D6-AB52-B71EB5C473C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0C434F-0A5F-4201-B3C8-96F71F887F1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5C443CD7-4058-43CF-8A4B-2922DB30386E}"/>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6420D9E4-BA52-4D2A-BA0B-4626C71A57E6}"/>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EA5AAE99-52B6-4C38-A4B7-3DAB844F53F5}"/>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D5668E6F-8F17-49E2-A2DC-47B575A5CEB1}"/>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FC15BABA-8C58-4302-90BB-886FAFDA7D52}"/>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51EC4D1E-BDE1-4415-B714-ECDCE93B4DDF}"/>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06A95F7B-16D6-480C-AF42-C68B8E4E01E2}"/>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88F195FE-1D06-4DB2-AE46-E3521B5D3881}"/>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D8E5A02A-603F-44F3-89CD-A50CC3B150F9}"/>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7667C88E-81C5-413C-97EB-3C51BFDC9470}"/>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37F1AF6A-46F7-413E-B6FE-F403F895940C}"/>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FCCE40-7C9C-409B-8A33-4386E3D18C45}"/>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B4780B18-906E-4B57-B338-33D15044D9C7}"/>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AC8F0A8-69BF-4905-84C2-44CC4615FFA3}"/>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FC600FED-5E7C-4597-87E4-D2AF7C171D0A}"/>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17DC602-9C9D-47C8-814E-7722B557C742}"/>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DEF03DCC-63DD-45B7-8CE2-E2B7BA228BD9}"/>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2F66AC0-70EB-49FA-AC45-A40DF6B414B9}"/>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6FB94D6F-E3AB-4348-BAAF-7B1B780959A9}"/>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6F27795-ADF5-4A43-839B-D4DBCE07E686}"/>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3930AE16-21F8-4C78-8FE4-D9CC98219785}"/>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5199B1D6-F576-4F4C-825C-805EEB3A9D41}"/>
              </a:ext>
            </a:extLst>
          </p:cNvPr>
          <p:cNvSpPr>
            <a:spLocks xmlns:a="http://schemas.openxmlformats.org/drawingml/2006/main" noGrp="1"/>
          </p:cNvSpPr>
          <p:nvPr/>
        </p:nvSpPr>
        <p:spPr>
          <a:xfrm xmlns:a="http://schemas.openxmlformats.org/drawingml/2006/main">
            <a:off x="2790825" y="304800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a:t>
            </a:r>
          </a:p>
        </p:txBody>
      </p:sp>
      <p:sp>
        <p:nvSpPr>
          <p:cNvPr id="27" name="">
            <a:extLst xmlns:a="http://schemas.openxmlformats.org/drawingml/2006/main">
              <a:ext uri="{FF2B5EF4-FFF2-40B4-BE49-F238E27FC236}">
                <a16:creationId xmlns:a16="http://schemas.microsoft.com/office/drawing/2014/main" id="{05E22D80-995B-40D3-BE59-3C39DC9F7A09}"/>
              </a:ext>
            </a:extLst>
          </p:cNvPr>
          <p:cNvSpPr>
            <a:spLocks xmlns:a="http://schemas.openxmlformats.org/drawingml/2006/main" noGrp="1"/>
          </p:cNvSpPr>
          <p:nvPr/>
        </p:nvSpPr>
        <p:spPr>
          <a:xfrm xmlns:a="http://schemas.openxmlformats.org/drawingml/2006/main">
            <a:off x="2790825" y="32861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現場データで改善</a:t>
            </a:r>
          </a:p>
        </p:txBody>
      </p:sp>
      <p:sp>
        <p:nvSpPr>
          <p:cNvPr id="28" name="">
            <a:extLst xmlns:a="http://schemas.openxmlformats.org/drawingml/2006/main">
              <a:ext uri="{FF2B5EF4-FFF2-40B4-BE49-F238E27FC236}">
                <a16:creationId xmlns:a16="http://schemas.microsoft.com/office/drawing/2014/main" id="{723CBC3C-B7E3-42E2-8B2A-1CDD43BFB640}"/>
              </a:ext>
            </a:extLst>
          </p:cNvPr>
          <p:cNvSpPr>
            <a:spLocks xmlns:a="http://schemas.openxmlformats.org/drawingml/2006/main" noGrp="1"/>
          </p:cNvSpPr>
          <p:nvPr/>
        </p:nvSpPr>
        <p:spPr>
          <a:xfrm xmlns:a="http://schemas.openxmlformats.org/drawingml/2006/main">
            <a:off x="2790825" y="36671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350924F0-8B6B-4535-B5F8-22CBD81B9BA6}"/>
              </a:ext>
            </a:extLst>
          </p:cNvPr>
          <p:cNvSpPr>
            <a:spLocks xmlns:a="http://schemas.openxmlformats.org/drawingml/2006/main" noGrp="1"/>
          </p:cNvSpPr>
          <p:nvPr/>
        </p:nvSpPr>
        <p:spPr>
          <a:xfrm xmlns:a="http://schemas.openxmlformats.org/drawingml/2006/main">
            <a:off x="2790825" y="39052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機体・センサーへ反映</a:t>
            </a:r>
          </a:p>
        </p:txBody>
      </p:sp>
      <p:sp>
        <p:nvSpPr>
          <p:cNvPr id="30" name="">
            <a:extLst xmlns:a="http://schemas.openxmlformats.org/drawingml/2006/main">
              <a:ext uri="{FF2B5EF4-FFF2-40B4-BE49-F238E27FC236}">
                <a16:creationId xmlns:a16="http://schemas.microsoft.com/office/drawing/2014/main" id="{124EFBCD-A0FD-4A09-854D-A3E56F3DFA0F}"/>
              </a:ext>
            </a:extLst>
          </p:cNvPr>
          <p:cNvSpPr>
            <a:spLocks xmlns:a="http://schemas.openxmlformats.org/drawingml/2006/main" noGrp="1"/>
          </p:cNvSpPr>
          <p:nvPr/>
        </p:nvSpPr>
        <p:spPr>
          <a:xfrm xmlns:a="http://schemas.openxmlformats.org/drawingml/2006/main">
            <a:off x="2790825" y="42862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31" name="">
            <a:extLst xmlns:a="http://schemas.openxmlformats.org/drawingml/2006/main">
              <a:ext uri="{FF2B5EF4-FFF2-40B4-BE49-F238E27FC236}">
                <a16:creationId xmlns:a16="http://schemas.microsoft.com/office/drawing/2014/main" id="{F3EACE03-3984-446A-8B31-4629859F9BBB}"/>
              </a:ext>
            </a:extLst>
          </p:cNvPr>
          <p:cNvSpPr>
            <a:spLocks xmlns:a="http://schemas.openxmlformats.org/drawingml/2006/main" noGrp="1"/>
          </p:cNvSpPr>
          <p:nvPr/>
        </p:nvSpPr>
        <p:spPr>
          <a:xfrm xmlns:a="http://schemas.openxmlformats.org/drawingml/2006/main">
            <a:off x="2790825" y="452437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実作業へ導入</a:t>
            </a:r>
          </a:p>
        </p:txBody>
      </p:sp>
      <p:sp>
        <p:nvSpPr>
          <p:cNvPr id="32" name="">
            <a:extLst xmlns:a="http://schemas.openxmlformats.org/drawingml/2006/main">
              <a:ext uri="{FF2B5EF4-FFF2-40B4-BE49-F238E27FC236}">
                <a16:creationId xmlns:a16="http://schemas.microsoft.com/office/drawing/2014/main" id="{940026B2-5705-4EA0-B89E-2E758D709BEC}"/>
              </a:ext>
            </a:extLst>
          </p:cNvPr>
          <p:cNvSpPr>
            <a:spLocks xmlns:a="http://schemas.openxmlformats.org/drawingml/2006/main" noGrp="1"/>
          </p:cNvSpPr>
          <p:nvPr/>
        </p:nvSpPr>
        <p:spPr>
          <a:xfrm xmlns:a="http://schemas.openxmlformats.org/drawingml/2006/main">
            <a:off x="3448050" y="34956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3" name="">
            <a:extLst xmlns:a="http://schemas.openxmlformats.org/drawingml/2006/main">
              <a:ext uri="{FF2B5EF4-FFF2-40B4-BE49-F238E27FC236}">
                <a16:creationId xmlns:a16="http://schemas.microsoft.com/office/drawing/2014/main" id="{9B6C4664-20BD-4B75-B77C-6519FD8AB12F}"/>
              </a:ext>
            </a:extLst>
          </p:cNvPr>
          <p:cNvSpPr>
            <a:spLocks xmlns:a="http://schemas.openxmlformats.org/drawingml/2006/main" noGrp="1"/>
          </p:cNvSpPr>
          <p:nvPr/>
        </p:nvSpPr>
        <p:spPr>
          <a:xfrm xmlns:a="http://schemas.openxmlformats.org/drawingml/2006/main">
            <a:off x="3448050" y="41148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4" name="">
            <a:extLst xmlns:a="http://schemas.openxmlformats.org/drawingml/2006/main">
              <a:ext uri="{FF2B5EF4-FFF2-40B4-BE49-F238E27FC236}">
                <a16:creationId xmlns:a16="http://schemas.microsoft.com/office/drawing/2014/main" id="{91259FA3-852F-431B-B4DB-2EACC43B1A7B}"/>
              </a:ext>
            </a:extLst>
          </p:cNvPr>
          <p:cNvSpPr>
            <a:spLocks xmlns:a="http://schemas.openxmlformats.org/drawingml/2006/main" noGrp="1"/>
          </p:cNvSpPr>
          <p:nvPr/>
        </p:nvSpPr>
        <p:spPr>
          <a:xfrm xmlns:a="http://schemas.openxmlformats.org/drawingml/2006/main">
            <a:off x="3600450" y="4752975"/>
            <a:ext cx="19050" cy="409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254C7AE-8E87-4EDC-A39A-D9F1872EB899}"/>
              </a:ext>
            </a:extLst>
          </p:cNvPr>
          <p:cNvSpPr>
            <a:spLocks xmlns:a="http://schemas.openxmlformats.org/drawingml/2006/main" noGrp="1"/>
          </p:cNvSpPr>
          <p:nvPr/>
        </p:nvSpPr>
        <p:spPr>
          <a:xfrm xmlns:a="http://schemas.openxmlformats.org/drawingml/2006/main">
            <a:off x="3600450" y="5143500"/>
            <a:ext cx="63912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11560BF-205F-4A9B-B008-674895592D3C}"/>
              </a:ext>
            </a:extLst>
          </p:cNvPr>
          <p:cNvSpPr>
            <a:spLocks xmlns:a="http://schemas.openxmlformats.org/drawingml/2006/main" noGrp="1"/>
          </p:cNvSpPr>
          <p:nvPr/>
        </p:nvSpPr>
        <p:spPr>
          <a:xfrm xmlns:a="http://schemas.openxmlformats.org/drawingml/2006/main">
            <a:off x="9972675" y="2657475"/>
            <a:ext cx="19050" cy="2505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8526555-93E2-4A48-BBFD-54BF0C9721B4}"/>
              </a:ext>
            </a:extLst>
          </p:cNvPr>
          <p:cNvSpPr>
            <a:spLocks xmlns:a="http://schemas.openxmlformats.org/drawingml/2006/main" noGrp="1"/>
          </p:cNvSpPr>
          <p:nvPr/>
        </p:nvSpPr>
        <p:spPr>
          <a:xfrm xmlns:a="http://schemas.openxmlformats.org/drawingml/2006/main">
            <a:off x="4600575" y="2657475"/>
            <a:ext cx="53911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7D2692B-323E-4070-9D81-A7C866633101}"/>
              </a:ext>
            </a:extLst>
          </p:cNvPr>
          <p:cNvSpPr>
            <a:spLocks xmlns:a="http://schemas.openxmlformats.org/drawingml/2006/main" noGrp="1"/>
          </p:cNvSpPr>
          <p:nvPr/>
        </p:nvSpPr>
        <p:spPr>
          <a:xfrm xmlns:a="http://schemas.openxmlformats.org/drawingml/2006/main">
            <a:off x="6600825" y="23812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現場で得たデータを戻す</a:t>
            </a:r>
          </a:p>
        </p:txBody>
      </p:sp>
      <p:sp>
        <p:nvSpPr>
          <p:cNvPr id="39" name="">
            <a:extLst xmlns:a="http://schemas.openxmlformats.org/drawingml/2006/main">
              <a:ext uri="{FF2B5EF4-FFF2-40B4-BE49-F238E27FC236}">
                <a16:creationId xmlns:a16="http://schemas.microsoft.com/office/drawing/2014/main" id="{1CEF63F4-3A21-4ACE-A8E9-647186E2E3A8}"/>
              </a:ext>
            </a:extLst>
          </p:cNvPr>
          <p:cNvSpPr>
            <a:spLocks xmlns:a="http://schemas.openxmlformats.org/drawingml/2006/main" noGrp="1"/>
          </p:cNvSpPr>
          <p:nvPr/>
        </p:nvSpPr>
        <p:spPr>
          <a:xfrm xmlns:a="http://schemas.openxmlformats.org/drawingml/2006/main">
            <a:off x="5048250" y="4867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現場で稼働</a:t>
            </a:r>
          </a:p>
        </p:txBody>
      </p:sp>
      <p:sp>
        <p:nvSpPr>
          <p:cNvPr id="40" name="">
            <a:extLst xmlns:a="http://schemas.openxmlformats.org/drawingml/2006/main">
              <a:ext uri="{FF2B5EF4-FFF2-40B4-BE49-F238E27FC236}">
                <a16:creationId xmlns:a16="http://schemas.microsoft.com/office/drawing/2014/main" id="{52ECC5A0-3C67-433B-BFE1-6878E23A2F0C}"/>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7107883-4FD3-41F4-895D-7780E167EF0B}"/>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42" name="">
            <a:extLst xmlns:a="http://schemas.openxmlformats.org/drawingml/2006/main">
              <a:ext uri="{FF2B5EF4-FFF2-40B4-BE49-F238E27FC236}">
                <a16:creationId xmlns:a16="http://schemas.microsoft.com/office/drawing/2014/main" id="{BDB00F98-62B0-4306-94E6-53CE61DB6BC3}"/>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601890679"/>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820C13-2D3F-47A1-A71E-AB792DE9E91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57A3FE-3407-4479-B3B5-7ECAF0E61AA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604A5429-14A8-45AF-BD60-D1F7E063F7F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D987EF-8B22-4AAC-B219-AAFFE8E4283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0EDE55E2-AEC2-4AA0-851B-C841139FB808}"/>
              </a:ext>
            </a:extLst>
          </p:cNvPr>
          <p:cNvSpPr>
            <a:spLocks xmlns:a="http://schemas.openxmlformats.org/drawingml/2006/main" noGrp="1"/>
          </p:cNvSpPr>
          <p:nvPr/>
        </p:nvSpPr>
        <p:spPr>
          <a:xfrm xmlns:a="http://schemas.openxmlformats.org/drawingml/2006/main">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B97E084F-238F-46D9-9290-E5F9BE5C9FFA}"/>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E143A9B-4301-46FD-B0C0-7CC296E54A78}"/>
              </a:ext>
            </a:extLst>
          </p:cNvPr>
          <p:cNvSpPr>
            <a:spLocks xmlns:a="http://schemas.openxmlformats.org/drawingml/2006/main" noGrp="1"/>
          </p:cNvSpPr>
          <p:nvPr/>
        </p:nvSpPr>
        <p:spPr>
          <a:xfrm xmlns:a="http://schemas.openxmlformats.org/drawingml/2006/main">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2A87A929-0C7E-407C-B4AC-B92CFF0BC6C9}"/>
              </a:ext>
            </a:extLst>
          </p:cNvPr>
          <p:cNvSpPr>
            <a:spLocks xmlns:a="http://schemas.openxmlformats.org/drawingml/2006/main" noGrp="1"/>
          </p:cNvSpPr>
          <p:nvPr/>
        </p:nvSpPr>
        <p:spPr>
          <a:xfrm xmlns:a="http://schemas.openxmlformats.org/drawingml/2006/main">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515708429"/>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A8EC6F-4E26-447C-AF3B-23D35AE156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EF93D6-F917-4523-8F22-1AE97098F5F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98C46F2D-94DE-48AB-96BA-342FEED238B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A8F3FC-09DF-4361-A617-7387D993E91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345B19B9-C85E-48FE-8D7E-DFE82773BF3A}"/>
              </a:ext>
            </a:extLst>
          </p:cNvPr>
          <p:cNvSpPr>
            <a:spLocks xmlns:a="http://schemas.openxmlformats.org/drawingml/2006/main" noGrp="1"/>
          </p:cNvSpPr>
          <p:nvPr/>
        </p:nvSpPr>
        <p:spPr>
          <a:xfrm xmlns:a="http://schemas.openxmlformats.org/drawingml/2006/main">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独立したデータレイヤーが将来消滅するなら、データ収集企業に未来はないように聞こえるかもしれない。しかし私の考えは逆で、むしろデータ収集こそが最も有利な出発点である。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363F7994-1C1E-43AE-95D2-83CF1ED76D95}"/>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4A8680-B6AD-429E-85C6-DF9D5DDF3A8F}"/>
              </a:ext>
            </a:extLst>
          </p:cNvPr>
          <p:cNvSpPr>
            <a:spLocks xmlns:a="http://schemas.openxmlformats.org/drawingml/2006/main" noGrp="1"/>
          </p:cNvSpPr>
          <p:nvPr/>
        </p:nvSpPr>
        <p:spPr>
          <a:xfrm xmlns:a="http://schemas.openxmlformats.org/drawingml/2006/main">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27534C5B-608F-42E4-BB54-3B8D093BCEDC}"/>
              </a:ext>
            </a:extLst>
          </p:cNvPr>
          <p:cNvSpPr>
            <a:spLocks xmlns:a="http://schemas.openxmlformats.org/drawingml/2006/main" noGrp="1"/>
          </p:cNvSpPr>
          <p:nvPr/>
        </p:nvSpPr>
        <p:spPr>
          <a:xfrm xmlns:a="http://schemas.openxmlformats.org/drawingml/2006/main">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330762333"/>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C434E2-7065-4A6F-8336-B3BDAC4455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A56D47-5320-4084-ADA9-04AD86772F9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4F8F8265-50E3-4A65-8E9E-625BBADD55A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968608-E6E1-4DA6-839F-BF565B3F768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D33F99CB-FD73-4DDB-87CC-C6DD363E0C6F}"/>
              </a:ext>
            </a:extLst>
          </p:cNvPr>
          <p:cNvSpPr>
            <a:spLocks xmlns:a="http://schemas.openxmlformats.org/drawingml/2006/main" noGrp="1"/>
          </p:cNvSpPr>
          <p:nvPr/>
        </p:nvSpPr>
        <p:spPr>
          <a:xfrm xmlns:a="http://schemas.openxmlformats.org/drawingml/2006/main">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38FAD94D-F251-49CF-AF51-DCA515DB0E53}"/>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5B57241-B1D3-4AA2-8BAD-C0B3833C6AA9}"/>
              </a:ext>
            </a:extLst>
          </p:cNvPr>
          <p:cNvSpPr>
            <a:spLocks xmlns:a="http://schemas.openxmlformats.org/drawingml/2006/main" noGrp="1"/>
          </p:cNvSpPr>
          <p:nvPr/>
        </p:nvSpPr>
        <p:spPr>
          <a:xfrm xmlns:a="http://schemas.openxmlformats.org/drawingml/2006/main">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243521030"/>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779F41-847C-4C90-9D3E-D66624EE7C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9DBA21-10C3-40E7-91BD-62AC9F845C5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9836543A-9A09-48E7-839A-8F136508B57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502B87-4E8F-42C3-B687-2EA9CDF8F0C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10BF5CB3-666A-4DFB-8040-39F341836563}"/>
              </a:ext>
            </a:extLst>
          </p:cNvPr>
          <p:cNvSpPr>
            <a:spLocks xmlns:a="http://schemas.openxmlformats.org/drawingml/2006/main" noGrp="1"/>
          </p:cNvSpPr>
          <p:nvPr/>
        </p:nvSpPr>
        <p:spPr>
          <a:xfrm xmlns:a="http://schemas.openxmlformats.org/drawingml/2006/main">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3410C23D-10B9-4EB1-91C7-2082C60B1102}"/>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A6ED9B1-C73A-4F8B-B16E-DDE64D6548A3}"/>
              </a:ext>
            </a:extLst>
          </p:cNvPr>
          <p:cNvSpPr>
            <a:spLocks xmlns:a="http://schemas.openxmlformats.org/drawingml/2006/main" noGrp="1"/>
          </p:cNvSpPr>
          <p:nvPr/>
        </p:nvSpPr>
        <p:spPr>
          <a:xfrm xmlns:a="http://schemas.openxmlformats.org/drawingml/2006/main">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486C6FBF-6E4A-420E-BF2F-C22E332570CD}"/>
              </a:ext>
            </a:extLst>
          </p:cNvPr>
          <p:cNvSpPr>
            <a:spLocks xmlns:a="http://schemas.openxmlformats.org/drawingml/2006/main" noGrp="1"/>
          </p:cNvSpPr>
          <p:nvPr/>
        </p:nvSpPr>
        <p:spPr>
          <a:xfrm xmlns:a="http://schemas.openxmlformats.org/drawingml/2006/main">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1367075735"/>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5A418A-09A0-4D44-9514-4C7E9F1DD5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DD9483-2C34-43F9-8BD4-404227FDAD2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90E873E2-CDF4-404D-864C-4077287EAE0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005968-66A4-40D8-ADF1-FE9CFB4C722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E2BC01E2-9BB9-4D89-8CA2-F20EC644B0B4}"/>
              </a:ext>
            </a:extLst>
          </p:cNvPr>
          <p:cNvSpPr>
            <a:spLocks xmlns:a="http://schemas.openxmlformats.org/drawingml/2006/main" noGrp="1"/>
          </p:cNvSpPr>
          <p:nvPr/>
        </p:nvSpPr>
        <p:spPr>
          <a:xfrm xmlns:a="http://schemas.openxmlformats.org/drawingml/2006/main">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7B347675-2E27-4881-8166-E1B125DA0E52}"/>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669491-EF10-461C-9460-9287ACC9D834}"/>
              </a:ext>
            </a:extLst>
          </p:cNvPr>
          <p:cNvSpPr>
            <a:spLocks xmlns:a="http://schemas.openxmlformats.org/drawingml/2006/main" noGrp="1"/>
          </p:cNvSpPr>
          <p:nvPr/>
        </p:nvSpPr>
        <p:spPr>
          <a:xfrm xmlns:a="http://schemas.openxmlformats.org/drawingml/2006/main">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5ABFC022-258F-4F81-A433-382265BA6303}"/>
              </a:ext>
            </a:extLst>
          </p:cNvPr>
          <p:cNvSpPr>
            <a:spLocks xmlns:a="http://schemas.openxmlformats.org/drawingml/2006/main" noGrp="1"/>
          </p:cNvSpPr>
          <p:nvPr/>
        </p:nvSpPr>
        <p:spPr>
          <a:xfrm xmlns:a="http://schemas.openxmlformats.org/drawingml/2006/main">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1613367166"/>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94E60A-3E3D-40E1-A5E6-58BCBC958BF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10C1DA-3826-4504-90AE-12F1E4DCE7F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EDE56A0A-4550-4CE0-94BE-B575929F0C2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2A3AF5-2EB2-4C05-842E-6182C1561DC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2181713F-7B2C-4300-A7FF-2206E8F0D15C}"/>
              </a:ext>
            </a:extLst>
          </p:cNvPr>
          <p:cNvSpPr>
            <a:spLocks xmlns:a="http://schemas.openxmlformats.org/drawingml/2006/main" noGrp="1"/>
          </p:cNvSpPr>
          <p:nvPr/>
        </p:nvSpPr>
        <p:spPr>
          <a:xfrm xmlns:a="http://schemas.openxmlformats.org/drawingml/2006/main">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7A54CCCB-AF15-40C0-8E42-1F149C090806}"/>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427D86-88A0-47D1-B2E6-F681CC6F05CC}"/>
              </a:ext>
            </a:extLst>
          </p:cNvPr>
          <p:cNvSpPr>
            <a:spLocks xmlns:a="http://schemas.openxmlformats.org/drawingml/2006/main" noGrp="1"/>
          </p:cNvSpPr>
          <p:nvPr/>
        </p:nvSpPr>
        <p:spPr>
          <a:xfrm xmlns:a="http://schemas.openxmlformats.org/drawingml/2006/main">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66A179CB-D3E3-4A10-9A82-D723BB115191}"/>
              </a:ext>
            </a:extLst>
          </p:cNvPr>
          <p:cNvSpPr>
            <a:spLocks xmlns:a="http://schemas.openxmlformats.org/drawingml/2006/main" noGrp="1"/>
          </p:cNvSpPr>
          <p:nvPr/>
        </p:nvSpPr>
        <p:spPr>
          <a:xfrm xmlns:a="http://schemas.openxmlformats.org/drawingml/2006/main">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1038593816"/>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592519-71AC-40F9-ACB1-C06B4A815FE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7D7CAD-3189-498A-BD4F-111B6DF9396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A2E8C06C-CA6C-4FF1-958C-8ACCF5C49AE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CD9B6E-154D-4F3F-BE49-B566FCFA412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85B91222-4B8B-4BF8-99C6-FA5523904C71}"/>
              </a:ext>
            </a:extLst>
          </p:cNvPr>
          <p:cNvSpPr>
            <a:spLocks xmlns:a="http://schemas.openxmlformats.org/drawingml/2006/main" noGrp="1"/>
          </p:cNvSpPr>
          <p:nvPr/>
        </p:nvSpPr>
        <p:spPr>
          <a:xfrm xmlns:a="http://schemas.openxmlformats.org/drawingml/2006/main">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DE40B05D-FAC2-4AD4-932B-7DC53B89D31C}"/>
              </a:ext>
            </a:extLst>
          </p:cNvPr>
          <p:cNvSpPr>
            <a:spLocks xmlns:a="http://schemas.openxmlformats.org/drawingml/2006/main" noGrp="1"/>
          </p:cNvSpPr>
          <p:nvPr/>
        </p:nvSpPr>
        <p:spPr>
          <a:xfrm xmlns:a="http://schemas.openxmlformats.org/drawingml/2006/main">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4FC62911-9FB0-4D58-9448-916D8FD5D057}"/>
              </a:ext>
            </a:extLst>
          </p:cNvPr>
          <p:cNvSpPr>
            <a:spLocks xmlns:a="http://schemas.openxmlformats.org/drawingml/2006/main" noGrp="1"/>
          </p:cNvSpPr>
          <p:nvPr/>
        </p:nvSpPr>
        <p:spPr>
          <a:xfrm xmlns:a="http://schemas.openxmlformats.org/drawingml/2006/main">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0D045D4A-7A23-4B34-92F3-ADC39EDADFD7}"/>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07FC322-5FEC-4469-B2B5-9F72C252ED0A}"/>
              </a:ext>
            </a:extLst>
          </p:cNvPr>
          <p:cNvSpPr>
            <a:spLocks xmlns:a="http://schemas.openxmlformats.org/drawingml/2006/main" noGrp="1"/>
          </p:cNvSpPr>
          <p:nvPr/>
        </p:nvSpPr>
        <p:spPr>
          <a:xfrm xmlns:a="http://schemas.openxmlformats.org/drawingml/2006/main">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1FD48104-F158-4128-A247-67209EEA3248}"/>
              </a:ext>
            </a:extLst>
          </p:cNvPr>
          <p:cNvSpPr>
            <a:spLocks xmlns:a="http://schemas.openxmlformats.org/drawingml/2006/main" noGrp="1"/>
          </p:cNvSpPr>
          <p:nvPr/>
        </p:nvSpPr>
        <p:spPr>
          <a:xfrm xmlns:a="http://schemas.openxmlformats.org/drawingml/2006/main">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32C943B6-8D73-4CEA-9946-4828F69FEF63}"/>
              </a:ext>
            </a:extLst>
          </p:cNvPr>
          <p:cNvSpPr>
            <a:spLocks xmlns:a="http://schemas.openxmlformats.org/drawingml/2006/main" noGrp="1"/>
          </p:cNvSpPr>
          <p:nvPr/>
        </p:nvSpPr>
        <p:spPr>
          <a:xfrm xmlns:a="http://schemas.openxmlformats.org/drawingml/2006/main">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586ABCD6-04BD-4492-A021-59E05B0A9DC4}"/>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650673909"/>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5F29EC9-5770-4C0B-BC46-84D14F8D61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B8E029-D77F-4DC3-AFE6-9C4C43464F2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80CACD75-DEA2-43FB-9C29-5EDF5E63B10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565CBF-C689-491B-8607-3BECA3E2FEA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5B248F55-6F8F-479D-9832-E02D7FDAC35C}"/>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3ADFCB0F-49B4-4D11-BCE5-7B98E5E206DF}"/>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834F5489-BB56-4D4A-A568-91B337BECE67}"/>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B5139900-9F8D-4924-BBBF-6828B6E4D117}"/>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48AD499E-C141-46DE-BB33-B7BEA6D33760}"/>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4241F4AA-4A39-4595-BC5B-740430634C1C}"/>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9B4731AA-F559-4794-AF8C-98CA8B275C7B}"/>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212AF2C-6B37-4C7B-BE75-CFD37A7133F7}"/>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4497F6D2-2552-41C7-91F9-6C197C452A75}"/>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515653AB-3821-4773-932D-FCED98FD2FB0}"/>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E3B93EF9-8513-4E03-B2E1-6FAE2E28FCF3}"/>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D7A2B690-F927-4DA4-BAA2-A3C999E6DE8E}"/>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341E0F29-5353-4DA0-B69B-ADA418D52E8D}"/>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B75392E-6F4D-4CE9-AFE8-B87D9938A52C}"/>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E5E16E5-9E1E-4D56-8732-2EA2B4DF5044}"/>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AAE19EDF-8783-4131-9970-59BF6D304C57}"/>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1E288230-F8E5-46B9-BE31-F8B4C4E0CB1D}"/>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5FB9B76-5D63-437A-9029-8D5B95139FF9}"/>
              </a:ext>
            </a:extLst>
          </p:cNvPr>
          <p:cNvSpPr>
            <a:spLocks xmlns:a="http://schemas.openxmlformats.org/drawingml/2006/main" noGrp="1"/>
          </p:cNvSpPr>
          <p:nvPr/>
        </p:nvSpPr>
        <p:spPr>
          <a:xfrm xmlns:a="http://schemas.openxmlformats.org/drawingml/2006/main">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884368086"/>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6D0C81-D8D6-427E-A204-722656F105C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FB1D9B-D33D-4262-B8EA-CFBFECF2189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668B11F0-EB3F-490D-815F-08A66B3E502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BBD71A-A852-4B9F-B5F6-19D277098FD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45836B1D-83C4-4CDD-BBBF-3ADE93999527}"/>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063B7EB9-82A0-4C74-9733-3183DC4D892B}"/>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170E1603-CD2D-4236-8E57-E885FD888441}"/>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B1A50BF-03E2-4681-BE14-3E0F7B903EFE}"/>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B540EC17-FF74-4D58-A30C-4BE8089F1164}"/>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80982915-0FD7-4E56-A8C6-F1E763CBD93D}"/>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2F7E5B1-7A10-4D22-9CC0-36481635AAD9}"/>
              </a:ext>
            </a:extLst>
          </p:cNvPr>
          <p:cNvSpPr>
            <a:spLocks xmlns:a="http://schemas.openxmlformats.org/drawingml/2006/main" noGrp="1"/>
          </p:cNvSpPr>
          <p:nvPr/>
        </p:nvSpPr>
        <p:spPr>
          <a:xfrm xmlns:a="http://schemas.openxmlformats.org/drawingml/2006/main">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F1E7FD22-BBFC-44D6-8129-97A1054F1FDA}"/>
              </a:ext>
            </a:extLst>
          </p:cNvPr>
          <p:cNvSpPr>
            <a:spLocks xmlns:a="http://schemas.openxmlformats.org/drawingml/2006/main" noGrp="1"/>
          </p:cNvSpPr>
          <p:nvPr/>
        </p:nvSpPr>
        <p:spPr>
          <a:xfrm xmlns:a="http://schemas.openxmlformats.org/drawingml/2006/main">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0AE7CAFF-AF7B-43CD-B3AE-E722E8B9C66C}"/>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FE140F-7638-4BCE-9D25-24B8F94AEAF4}"/>
              </a:ext>
            </a:extLst>
          </p:cNvPr>
          <p:cNvSpPr>
            <a:spLocks xmlns:a="http://schemas.openxmlformats.org/drawingml/2006/main" noGrp="1"/>
          </p:cNvSpPr>
          <p:nvPr/>
        </p:nvSpPr>
        <p:spPr>
          <a:xfrm xmlns:a="http://schemas.openxmlformats.org/drawingml/2006/main">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60A66FA5-036D-42B7-88B9-624D115729A3}"/>
              </a:ext>
            </a:extLst>
          </p:cNvPr>
          <p:cNvSpPr>
            <a:spLocks xmlns:a="http://schemas.openxmlformats.org/drawingml/2006/main" noGrp="1"/>
          </p:cNvSpPr>
          <p:nvPr/>
        </p:nvSpPr>
        <p:spPr>
          <a:xfrm xmlns:a="http://schemas.openxmlformats.org/drawingml/2006/main">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DBDEE6CF-FC1F-4A9F-B462-06B7C412927C}"/>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C344FE1-259B-4A06-9934-25D597F66195}"/>
              </a:ext>
            </a:extLst>
          </p:cNvPr>
          <p:cNvSpPr>
            <a:spLocks xmlns:a="http://schemas.openxmlformats.org/drawingml/2006/main" noGrp="1"/>
          </p:cNvSpPr>
          <p:nvPr/>
        </p:nvSpPr>
        <p:spPr>
          <a:xfrm xmlns:a="http://schemas.openxmlformats.org/drawingml/2006/main">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7213FBF8-69DF-4AE3-8197-EFFAEBE02DFB}"/>
              </a:ext>
            </a:extLst>
          </p:cNvPr>
          <p:cNvSpPr>
            <a:spLocks xmlns:a="http://schemas.openxmlformats.org/drawingml/2006/main" noGrp="1"/>
          </p:cNvSpPr>
          <p:nvPr/>
        </p:nvSpPr>
        <p:spPr>
          <a:xfrm xmlns:a="http://schemas.openxmlformats.org/drawingml/2006/main">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197090850"/>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3579C2-6904-4270-8F35-83A9586E0CE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D34BA9-713B-4C55-84A7-F1BFA085711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B4D0F5B7-9854-4AAC-AA94-89CFDFE6F6B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E0F4C9-D0B6-4049-9983-2DD29F1FCEC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7AE39BF2-81A9-4C2D-B0B4-A93F5638120E}"/>
              </a:ext>
            </a:extLst>
          </p:cNvPr>
          <p:cNvSpPr>
            <a:spLocks xmlns:a="http://schemas.openxmlformats.org/drawingml/2006/main" noGrp="1"/>
          </p:cNvSpPr>
          <p:nvPr/>
        </p:nvSpPr>
        <p:spPr>
          <a:xfrm xmlns:a="http://schemas.openxmlformats.org/drawingml/2006/main">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8E8F6E48-4016-4B6E-8866-B33E608425EF}"/>
              </a:ext>
            </a:extLst>
          </p:cNvPr>
          <p:cNvSpPr>
            <a:spLocks xmlns:a="http://schemas.openxmlformats.org/drawingml/2006/main" noGrp="1"/>
          </p:cNvSpPr>
          <p:nvPr/>
        </p:nvSpPr>
        <p:spPr>
          <a:xfrm xmlns:a="http://schemas.openxmlformats.org/drawingml/2006/main">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28EF2B7F-AA3A-477D-8A91-B9C3D095ED10}"/>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45C29AA-DBA5-450E-BF10-A5EFA3E56250}"/>
              </a:ext>
            </a:extLst>
          </p:cNvPr>
          <p:cNvSpPr>
            <a:spLocks xmlns:a="http://schemas.openxmlformats.org/drawingml/2006/main" noGrp="1"/>
          </p:cNvSpPr>
          <p:nvPr/>
        </p:nvSpPr>
        <p:spPr>
          <a:xfrm xmlns:a="http://schemas.openxmlformats.org/drawingml/2006/main">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5D6D9186-69F9-47DA-9A8C-F3DA71633DC4}"/>
              </a:ext>
            </a:extLst>
          </p:cNvPr>
          <p:cNvSpPr>
            <a:spLocks xmlns:a="http://schemas.openxmlformats.org/drawingml/2006/main" noGrp="1"/>
          </p:cNvSpPr>
          <p:nvPr/>
        </p:nvSpPr>
        <p:spPr>
          <a:xfrm xmlns:a="http://schemas.openxmlformats.org/drawingml/2006/main">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85236858-3A44-4B65-8B94-7B4DE359FAEB}"/>
              </a:ext>
            </a:extLst>
          </p:cNvPr>
          <p:cNvSpPr>
            <a:spLocks xmlns:a="http://schemas.openxmlformats.org/drawingml/2006/main" noGrp="1"/>
          </p:cNvSpPr>
          <p:nvPr/>
        </p:nvSpPr>
        <p:spPr>
          <a:xfrm xmlns:a="http://schemas.openxmlformats.org/drawingml/2006/main">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1541538777"/>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E27B185-4C59-4CED-8E66-3B7A8C5DF29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8982A8-F98B-4081-A4BE-320E8F33D59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DA55DE5C-084B-41B4-A68B-4082BF620CD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0FDFC8-899E-484E-B4E7-D200CC8A6E5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C19ACFC0-DE52-4EF2-A92E-60D10FDE73CA}"/>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6B878EBB-6821-4BC5-B2A5-4E5D8291F83F}"/>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BB1DF1D1-96D5-40E9-88DF-B4DF534C5AC3}"/>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C51E91-C4FC-4547-B283-4C4E9E67F16F}"/>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CA07FFB1-5BCD-4DD7-9BC4-EE6EAA998864}"/>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E4C7CC7F-F2E2-4A97-ACA8-576753B63D06}"/>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9B5F8C-8A67-4535-AFFE-BC4BED3563D6}"/>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5BFC3B9C-DCF7-45C8-A5E4-E919D85270A4}"/>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CF13699D-1E71-494B-8BBA-CB5E323BBDB9}"/>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3EE4B36-ABA9-4C12-BC51-99FA26E7E2F4}"/>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A81BF203-FF51-4CA3-A811-BACE244AD360}"/>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2025014189"/>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F630610-00CE-403C-BD5F-50C370F2CD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CDB82F-AD79-4C98-B96A-2FD95274A2B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67064374-D8C5-4C19-8412-5294A5F9E17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438BE3-D900-443A-A2C9-AA8DD9B1458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b4934b5a6b34151"/>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4E88B3D-1D4A-4E88-9FF2-2354A537B700}"/>
              </a:ext>
            </a:extLst>
          </p:cNvPr>
          <p:cNvSpPr>
            <a:spLocks xmlns:a="http://schemas.openxmlformats.org/drawingml/2006/main" noGrp="1"/>
          </p:cNvSpPr>
          <p:nvPr/>
        </p:nvSpPr>
        <p:spPr>
          <a:xfrm xmlns:a="http://schemas.openxmlformats.org/drawingml/2006/main">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B2294DD5-C1C3-42A6-BE1D-21D95970FC97}"/>
              </a:ext>
            </a:extLst>
          </p:cNvPr>
          <p:cNvSpPr>
            <a:spLocks xmlns:a="http://schemas.openxmlformats.org/drawingml/2006/main" noGrp="1"/>
          </p:cNvSpPr>
          <p:nvPr/>
        </p:nvSpPr>
        <p:spPr>
          <a:xfrm xmlns:a="http://schemas.openxmlformats.org/drawingml/2006/main">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EC75EF63-71AF-44C2-90C8-DA5C32CA3E53}"/>
              </a:ext>
            </a:extLst>
          </p:cNvPr>
          <p:cNvSpPr>
            <a:spLocks xmlns:a="http://schemas.openxmlformats.org/drawingml/2006/main" noGrp="1"/>
          </p:cNvSpPr>
          <p:nvPr/>
        </p:nvSpPr>
        <p:spPr>
          <a:xfrm xmlns:a="http://schemas.openxmlformats.org/drawingml/2006/main">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d9d6f1aa9174ed2"/>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2881B75-EE4F-4FCF-AEE2-A37D4C344A0B}"/>
              </a:ext>
            </a:extLst>
          </p:cNvPr>
          <p:cNvSpPr>
            <a:spLocks xmlns:a="http://schemas.openxmlformats.org/drawingml/2006/main" noGrp="1"/>
          </p:cNvSpPr>
          <p:nvPr/>
        </p:nvSpPr>
        <p:spPr>
          <a:xfrm xmlns:a="http://schemas.openxmlformats.org/drawingml/2006/main">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4B758B55-A5DE-41AF-ADEC-9F476367FA46}"/>
              </a:ext>
            </a:extLst>
          </p:cNvPr>
          <p:cNvSpPr>
            <a:spLocks xmlns:a="http://schemas.openxmlformats.org/drawingml/2006/main" noGrp="1"/>
          </p:cNvSpPr>
          <p:nvPr/>
        </p:nvSpPr>
        <p:spPr>
          <a:xfrm xmlns:a="http://schemas.openxmlformats.org/drawingml/2006/main">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0D609434-922E-4399-9110-52D607FA109B}"/>
              </a:ext>
            </a:extLst>
          </p:cNvPr>
          <p:cNvSpPr>
            <a:spLocks xmlns:a="http://schemas.openxmlformats.org/drawingml/2006/main" noGrp="1"/>
          </p:cNvSpPr>
          <p:nvPr/>
        </p:nvSpPr>
        <p:spPr>
          <a:xfrm xmlns:a="http://schemas.openxmlformats.org/drawingml/2006/main">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87b92640fd94a5b"/>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9D5B8AA-7DF5-4C71-A7F9-3439C2E0B61B}"/>
              </a:ext>
            </a:extLst>
          </p:cNvPr>
          <p:cNvSpPr>
            <a:spLocks xmlns:a="http://schemas.openxmlformats.org/drawingml/2006/main" noGrp="1"/>
          </p:cNvSpPr>
          <p:nvPr/>
        </p:nvSpPr>
        <p:spPr>
          <a:xfrm xmlns:a="http://schemas.openxmlformats.org/drawingml/2006/main">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F0D8D0FF-3D6C-469D-8B6D-2177FA10A679}"/>
              </a:ext>
            </a:extLst>
          </p:cNvPr>
          <p:cNvSpPr>
            <a:spLocks xmlns:a="http://schemas.openxmlformats.org/drawingml/2006/main" noGrp="1"/>
          </p:cNvSpPr>
          <p:nvPr/>
        </p:nvSpPr>
        <p:spPr>
          <a:xfrm xmlns:a="http://schemas.openxmlformats.org/drawingml/2006/main">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C3B95470-5937-4D0D-99CD-728EA0607B36}"/>
              </a:ext>
            </a:extLst>
          </p:cNvPr>
          <p:cNvSpPr>
            <a:spLocks xmlns:a="http://schemas.openxmlformats.org/drawingml/2006/main" noGrp="1"/>
          </p:cNvSpPr>
          <p:nvPr/>
        </p:nvSpPr>
        <p:spPr>
          <a:xfrm xmlns:a="http://schemas.openxmlformats.org/drawingml/2006/main">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585F1812-D8D9-4872-9BAE-E6D28B74C2C6}"/>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BDE3A27-D6D2-43C7-A69F-AA780CD38371}"/>
              </a:ext>
            </a:extLst>
          </p:cNvPr>
          <p:cNvSpPr>
            <a:spLocks xmlns:a="http://schemas.openxmlformats.org/drawingml/2006/main" noGrp="1"/>
          </p:cNvSpPr>
          <p:nvPr/>
        </p:nvSpPr>
        <p:spPr>
          <a:xfrm xmlns:a="http://schemas.openxmlformats.org/drawingml/2006/main">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092836162"/>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141647-74AB-46DC-BAFA-62F2B55A4C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EA44DE-4832-40CA-8EC5-4A3DEAFA16A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8C68A0F5-7E3C-4D02-B1ED-FA4434ABB8F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74A88E-B41D-498B-A920-803158A38FA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FD34F4F3-7C46-43F9-9E30-CD0FA9218174}"/>
              </a:ext>
            </a:extLst>
          </p:cNvPr>
          <p:cNvSpPr>
            <a:spLocks xmlns:a="http://schemas.openxmlformats.org/drawingml/2006/main" noGrp="1"/>
          </p:cNvSpPr>
          <p:nvPr/>
        </p:nvSpPr>
        <p:spPr>
          <a:xfrm xmlns:a="http://schemas.openxmlformats.org/drawingml/2006/main">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20D28C43-BAF2-4E7A-81FC-76269EFBBDB6}"/>
              </a:ext>
            </a:extLst>
          </p:cNvPr>
          <p:cNvSpPr>
            <a:spLocks xmlns:a="http://schemas.openxmlformats.org/drawingml/2006/main" noGrp="1"/>
          </p:cNvSpPr>
          <p:nvPr/>
        </p:nvSpPr>
        <p:spPr>
          <a:xfrm xmlns:a="http://schemas.openxmlformats.org/drawingml/2006/main">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1599981004"/>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809F88-2283-48CB-B824-24BFDF03C0B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8FD57A-EA5E-4855-89E6-C13D9D34BE7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BE4E94BB-47EC-45DA-8195-568732D0028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BDDAFE-0CCD-4F43-A4F5-6015FBB15CE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A5F3AA0-3BC0-4EEF-B29B-86309AFFD4B0}"/>
              </a:ext>
            </a:extLst>
          </p:cNvPr>
          <p:cNvSpPr>
            <a:spLocks xmlns:a="http://schemas.openxmlformats.org/drawingml/2006/main" noGrp="1"/>
          </p:cNvSpPr>
          <p:nvPr/>
        </p:nvSpPr>
        <p:spPr>
          <a:xfrm xmlns:a="http://schemas.openxmlformats.org/drawingml/2006/main">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2D31A668-C19B-4F15-A59A-41EA882ABA3C}"/>
              </a:ext>
            </a:extLst>
          </p:cNvPr>
          <p:cNvSpPr>
            <a:spLocks xmlns:a="http://schemas.openxmlformats.org/drawingml/2006/main" noGrp="1"/>
          </p:cNvSpPr>
          <p:nvPr/>
        </p:nvSpPr>
        <p:spPr>
          <a:xfrm xmlns:a="http://schemas.openxmlformats.org/drawingml/2006/main">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1840807654"/>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F44A54-CA4B-4C78-A825-DE2DB5FEE0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6A8ACD-B2BD-47E0-A1FB-9DAE8D262FD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BDED7DDE-D751-4A44-9AA1-6E799DE5288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73E79E-A4C3-4480-A12A-B864E0F7519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631D2253-E621-4146-801E-41D5C7C56F18}"/>
              </a:ext>
            </a:extLst>
          </p:cNvPr>
          <p:cNvSpPr>
            <a:spLocks xmlns:a="http://schemas.openxmlformats.org/drawingml/2006/main" noGrp="1"/>
          </p:cNvSpPr>
          <p:nvPr/>
        </p:nvSpPr>
        <p:spPr>
          <a:xfrm xmlns:a="http://schemas.openxmlformats.org/drawingml/2006/main">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D2BA209-9626-4824-89C0-753D20E40B37}"/>
              </a:ext>
            </a:extLst>
          </p:cNvPr>
          <p:cNvSpPr>
            <a:spLocks xmlns:a="http://schemas.openxmlformats.org/drawingml/2006/main" noGrp="1"/>
          </p:cNvSpPr>
          <p:nvPr/>
        </p:nvSpPr>
        <p:spPr>
          <a:xfrm xmlns:a="http://schemas.openxmlformats.org/drawingml/2006/main">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1423922123"/>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700C5B9-0EFF-472E-B571-2E532E309EF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D084F1-424B-456F-A565-F2DBBEB427B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CA794F0E-C93C-467D-8EB8-6A47A160FE2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FD28CA-6903-44CE-A021-C24DE145ABA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C4CBD459-E5CE-4AF5-9C01-F56311704277}"/>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78951FD0-6114-438D-9EAB-06B5B31A23D0}"/>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502C9FBB-A03B-452B-8F59-CD341005B920}"/>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B115A98-B1DA-4C7B-AF4B-0071602FAD1A}"/>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440AE4D8-71B7-40F9-9158-237606D8C530}"/>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94074178-AFBF-41A9-A930-A23684E2133D}"/>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93B38AB-7168-4411-8758-6CB1B5D8F119}"/>
              </a:ext>
            </a:extLst>
          </p:cNvPr>
          <p:cNvSpPr>
            <a:spLocks xmlns:a="http://schemas.openxmlformats.org/drawingml/2006/main" noGrp="1"/>
          </p:cNvSpPr>
          <p:nvPr/>
        </p:nvSpPr>
        <p:spPr>
          <a:xfrm xmlns:a="http://schemas.openxmlformats.org/drawingml/2006/main">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784EA497-D87F-4772-A367-48A3DD9AD4D4}"/>
              </a:ext>
            </a:extLst>
          </p:cNvPr>
          <p:cNvSpPr>
            <a:spLocks xmlns:a="http://schemas.openxmlformats.org/drawingml/2006/main" noGrp="1"/>
          </p:cNvSpPr>
          <p:nvPr/>
        </p:nvSpPr>
        <p:spPr>
          <a:xfrm xmlns:a="http://schemas.openxmlformats.org/drawingml/2006/main">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F9AB7E5B-4337-42C6-A451-D7637AC5BED5}"/>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E50FAA-D405-4BC2-8764-1830EC966F9B}"/>
              </a:ext>
            </a:extLst>
          </p:cNvPr>
          <p:cNvSpPr>
            <a:spLocks xmlns:a="http://schemas.openxmlformats.org/drawingml/2006/main" noGrp="1"/>
          </p:cNvSpPr>
          <p:nvPr/>
        </p:nvSpPr>
        <p:spPr>
          <a:xfrm xmlns:a="http://schemas.openxmlformats.org/drawingml/2006/main">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2E41F0D6-246F-4308-9553-76FCE9D010F7}"/>
              </a:ext>
            </a:extLst>
          </p:cNvPr>
          <p:cNvSpPr>
            <a:spLocks xmlns:a="http://schemas.openxmlformats.org/drawingml/2006/main" noGrp="1"/>
          </p:cNvSpPr>
          <p:nvPr/>
        </p:nvSpPr>
        <p:spPr>
          <a:xfrm xmlns:a="http://schemas.openxmlformats.org/drawingml/2006/main">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250136175"/>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9CC37D-FBB2-428D-8004-B423222A4C0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3D1300-3743-46EA-B31C-B4A2915755E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07C85FE5-89DD-456B-9347-D4F2F28D17A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A4AB15-007A-42D1-9C9A-260F4AE0E78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0981D345-C460-4985-B7AF-76DE02A62F6D}"/>
              </a:ext>
            </a:extLst>
          </p:cNvPr>
          <p:cNvSpPr>
            <a:spLocks xmlns:a="http://schemas.openxmlformats.org/drawingml/2006/main" noGrp="1"/>
          </p:cNvSpPr>
          <p:nvPr/>
        </p:nvSpPr>
        <p:spPr>
          <a:xfrm xmlns:a="http://schemas.openxmlformats.org/drawingml/2006/main">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E49C08FF-ACF0-4286-9976-6A8D4C3410DD}"/>
              </a:ext>
            </a:extLst>
          </p:cNvPr>
          <p:cNvSpPr>
            <a:spLocks xmlns:a="http://schemas.openxmlformats.org/drawingml/2006/main" noGrp="1"/>
          </p:cNvSpPr>
          <p:nvPr/>
        </p:nvSpPr>
        <p:spPr>
          <a:xfrm xmlns:a="http://schemas.openxmlformats.org/drawingml/2006/main">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4985D675-7C01-4293-8230-0C0445B77731}"/>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916743-971A-42D6-9FBC-B32ACB44C3EC}"/>
              </a:ext>
            </a:extLst>
          </p:cNvPr>
          <p:cNvSpPr>
            <a:spLocks xmlns:a="http://schemas.openxmlformats.org/drawingml/2006/main" noGrp="1"/>
          </p:cNvSpPr>
          <p:nvPr/>
        </p:nvSpPr>
        <p:spPr>
          <a:xfrm xmlns:a="http://schemas.openxmlformats.org/drawingml/2006/main">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98AD11E3-E857-4008-9C7B-750FA8236622}"/>
              </a:ext>
            </a:extLst>
          </p:cNvPr>
          <p:cNvSpPr>
            <a:spLocks xmlns:a="http://schemas.openxmlformats.org/drawingml/2006/main" noGrp="1"/>
          </p:cNvSpPr>
          <p:nvPr/>
        </p:nvSpPr>
        <p:spPr>
          <a:xfrm xmlns:a="http://schemas.openxmlformats.org/drawingml/2006/main">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8D3E7259-5E57-4656-9123-5FB0BC397E3D}"/>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E44A4C-8F7F-4D59-A03F-30C235D1CFA3}"/>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655DC287-30EE-45A8-9C6D-DFA55B629F38}"/>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D35E036E-3B84-42E5-98CE-B587722E6708}"/>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906381527"/>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6E91D0D-FF6E-4DDB-8EF2-4DD3748E138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CB239F-6350-4AD7-B271-2827ED88C26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2A58E97B-E51F-4428-B9B9-F6B1AFC0008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6CD259-0BBE-4E0A-8D21-1F66CA5055B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CCE5D93F-CFA1-4261-B739-CF8C2AB3213A}"/>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8C25DB64-A789-4D2B-8809-8A368927FA2E}"/>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938C25E3-FBF0-4ABB-BE2C-60E233896EE4}"/>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2FF4389-936A-43A5-8F08-F316A1EF5AF8}"/>
              </a:ext>
            </a:extLst>
          </p:cNvPr>
          <p:cNvSpPr>
            <a:spLocks xmlns:a="http://schemas.openxmlformats.org/drawingml/2006/main" noGrp="1"/>
          </p:cNvSpPr>
          <p:nvPr/>
        </p:nvSpPr>
        <p:spPr>
          <a:xfrm xmlns:a="http://schemas.openxmlformats.org/drawingml/2006/main">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0DD2A736-8059-41EF-AA84-4048B90DB92C}"/>
              </a:ext>
            </a:extLst>
          </p:cNvPr>
          <p:cNvSpPr>
            <a:spLocks xmlns:a="http://schemas.openxmlformats.org/drawingml/2006/main" noGrp="1"/>
          </p:cNvSpPr>
          <p:nvPr/>
        </p:nvSpPr>
        <p:spPr>
          <a:xfrm xmlns:a="http://schemas.openxmlformats.org/drawingml/2006/main">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4B73951A-2E97-49C1-BC28-210EFD448F74}"/>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E6096F-2E5A-4646-9C8B-33F362261844}"/>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6D20FC68-888D-4A9C-8E2F-BD88F95D9D9B}"/>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67777E41-8EA3-454E-B495-0C9D856BBF6F}"/>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633212730"/>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29B2BB2-44C7-4A00-96CC-31156E102F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815A31-DFB3-4FD5-889B-F5C1DA1C052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E817EB2A-C66D-4C5D-9501-BF1206637EE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256F50-D730-4205-8029-27F93CA2AB4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1AA7D5B0-850F-4C3D-9A46-84ADF729C3D1}"/>
              </a:ext>
            </a:extLst>
          </p:cNvPr>
          <p:cNvSpPr>
            <a:spLocks xmlns:a="http://schemas.openxmlformats.org/drawingml/2006/main" noGrp="1"/>
          </p:cNvSpPr>
          <p:nvPr/>
        </p:nvSpPr>
        <p:spPr>
          <a:xfrm xmlns:a="http://schemas.openxmlformats.org/drawingml/2006/main">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DF9AF82B-85F4-46C7-BF75-166CBD73C785}"/>
              </a:ext>
            </a:extLst>
          </p:cNvPr>
          <p:cNvSpPr>
            <a:spLocks xmlns:a="http://schemas.openxmlformats.org/drawingml/2006/main" noGrp="1"/>
          </p:cNvSpPr>
          <p:nvPr/>
        </p:nvSpPr>
        <p:spPr>
          <a:xfrm xmlns:a="http://schemas.openxmlformats.org/drawingml/2006/main">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39A9508F-F13F-4B34-ADF8-F7C9E86278B8}"/>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FDF8E1-E499-4CA5-92CF-740A2318582E}"/>
              </a:ext>
            </a:extLst>
          </p:cNvPr>
          <p:cNvSpPr>
            <a:spLocks xmlns:a="http://schemas.openxmlformats.org/drawingml/2006/main" noGrp="1"/>
          </p:cNvSpPr>
          <p:nvPr/>
        </p:nvSpPr>
        <p:spPr>
          <a:xfrm xmlns:a="http://schemas.openxmlformats.org/drawingml/2006/main">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63835E4A-5022-4B8E-96E6-DA4BEE8C5018}"/>
              </a:ext>
            </a:extLst>
          </p:cNvPr>
          <p:cNvSpPr>
            <a:spLocks xmlns:a="http://schemas.openxmlformats.org/drawingml/2006/main" noGrp="1"/>
          </p:cNvSpPr>
          <p:nvPr/>
        </p:nvSpPr>
        <p:spPr>
          <a:xfrm xmlns:a="http://schemas.openxmlformats.org/drawingml/2006/main">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77DF0612-7072-4477-8B57-2D836D909107}"/>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26AFF8-BBAB-4E8E-BF4D-7394EB20C247}"/>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6B0A0BF7-D38D-462B-84D2-8417E7679550}"/>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58F6F1D5-E9BA-41F0-9007-30B0DB766E59}"/>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889314-E5A8-4055-B82D-3576A4922991}"/>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735B7AA7-7D06-47BA-B456-84DA35D5F82B}"/>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1084370853"/>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33E494-2440-49B3-B982-6257EC298F4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05CAF8-52E9-4F8E-9C52-B63BF631108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8842856B-3511-4AE1-8B74-948DDF563BA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D880D1-BE42-4E15-AC78-8BD9C6CC5EA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D56E6D9D-F7EB-4351-B8F0-AFB221FB51AE}"/>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22AA7D53-B518-45F8-9A69-B90D68CD1768}"/>
              </a:ext>
            </a:extLst>
          </p:cNvPr>
          <p:cNvSpPr>
            <a:spLocks xmlns:a="http://schemas.openxmlformats.org/drawingml/2006/main" noGrp="1"/>
          </p:cNvSpPr>
          <p:nvPr/>
        </p:nvSpPr>
        <p:spPr>
          <a:xfrm xmlns:a="http://schemas.openxmlformats.org/drawingml/2006/main">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29E3A543-9EA3-460A-B3D8-D611B347B7A7}"/>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CD215A-2700-40B6-A5F9-1CF4B9D90E8E}"/>
              </a:ext>
            </a:extLst>
          </p:cNvPr>
          <p:cNvSpPr>
            <a:spLocks xmlns:a="http://schemas.openxmlformats.org/drawingml/2006/main" noGrp="1"/>
          </p:cNvSpPr>
          <p:nvPr/>
        </p:nvSpPr>
        <p:spPr>
          <a:xfrm xmlns:a="http://schemas.openxmlformats.org/drawingml/2006/main">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B62F25CB-2278-41AF-80E8-23678A376F78}"/>
              </a:ext>
            </a:extLst>
          </p:cNvPr>
          <p:cNvSpPr>
            <a:spLocks xmlns:a="http://schemas.openxmlformats.org/drawingml/2006/main" noGrp="1"/>
          </p:cNvSpPr>
          <p:nvPr/>
        </p:nvSpPr>
        <p:spPr>
          <a:xfrm xmlns:a="http://schemas.openxmlformats.org/drawingml/2006/main">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37068FAE-176C-460D-A8B1-B1D57F93ADF4}"/>
              </a:ext>
            </a:extLst>
          </p:cNvPr>
          <p:cNvSpPr>
            <a:spLocks xmlns:a="http://schemas.openxmlformats.org/drawingml/2006/main" noGrp="1"/>
          </p:cNvSpPr>
          <p:nvPr/>
        </p:nvSpPr>
        <p:spPr>
          <a:xfrm xmlns:a="http://schemas.openxmlformats.org/drawingml/2006/main">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2080279356"/>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F1C5E1-43C9-4DBD-A41A-E5FAB40FF6C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C28323-9AF5-4907-82EB-748E0FA7BD9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6DD3776C-8501-43F9-87B2-CF7051C0E65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9A09BC-7412-40A2-8F5B-6A2DF95596E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C0BE3956-3B38-4E06-99A0-325D31C06117}"/>
              </a:ext>
            </a:extLst>
          </p:cNvPr>
          <p:cNvSpPr>
            <a:spLocks xmlns:a="http://schemas.openxmlformats.org/drawingml/2006/main" noGrp="1"/>
          </p:cNvSpPr>
          <p:nvPr/>
        </p:nvSpPr>
        <p:spPr>
          <a:xfrm xmlns:a="http://schemas.openxmlformats.org/drawingml/2006/main">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9499B501-5D5F-494D-8209-8E29ADE541A9}"/>
              </a:ext>
            </a:extLst>
          </p:cNvPr>
          <p:cNvSpPr>
            <a:spLocks xmlns:a="http://schemas.openxmlformats.org/drawingml/2006/main" noGrp="1"/>
          </p:cNvSpPr>
          <p:nvPr/>
        </p:nvSpPr>
        <p:spPr>
          <a:xfrm xmlns:a="http://schemas.openxmlformats.org/drawingml/2006/main">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592E8B0C-95EB-43CC-956A-80A5C3B3AEE8}"/>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358AFD-2494-4361-B9D2-B649FD51970B}"/>
              </a:ext>
            </a:extLst>
          </p:cNvPr>
          <p:cNvSpPr>
            <a:spLocks xmlns:a="http://schemas.openxmlformats.org/drawingml/2006/main" noGrp="1"/>
          </p:cNvSpPr>
          <p:nvPr/>
        </p:nvSpPr>
        <p:spPr>
          <a:xfrm xmlns:a="http://schemas.openxmlformats.org/drawingml/2006/main">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D0155AF6-B9C3-4FB8-AD25-B3C9FA97A47D}"/>
              </a:ext>
            </a:extLst>
          </p:cNvPr>
          <p:cNvSpPr>
            <a:spLocks xmlns:a="http://schemas.openxmlformats.org/drawingml/2006/main" noGrp="1"/>
          </p:cNvSpPr>
          <p:nvPr/>
        </p:nvSpPr>
        <p:spPr>
          <a:xfrm xmlns:a="http://schemas.openxmlformats.org/drawingml/2006/main">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538360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2026-09-14T21:56:56.4060000Z</dcterms:created>
  <dcterms:modified xsi:type="dcterms:W3CDTF">2026-09-14T21:56:56.4060000Z</dcterms:modified>
</coreProperties>
</file>