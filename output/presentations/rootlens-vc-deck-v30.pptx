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5eff721d214b9b" /><Relationship Type="http://schemas.openxmlformats.org/officeDocument/2006/relationships/extended-properties" Target="/docProps/app.xml" Id="R413131be01b94c4c" /><Relationship Type="http://schemas.openxmlformats.org/officeDocument/2006/relationships/officeDocument" Target="/ppt/presentation.xml" Id="R497ba6bc834d4d84" /></Relationships>
</file>

<file path=ppt/presentation.xml><?xml version="1.0" encoding="utf-8"?>
<p:presentation xmlns:p="http://schemas.openxmlformats.org/presentationml/2006/main">
  <p:sldMasterIdLst>
    <p:sldMasterId xmlns:r="http://schemas.openxmlformats.org/officeDocument/2006/relationships" id="2147483648" r:id="R387cbee8d2074d0f"/>
  </p:sldMasterIdLst>
  <p:notesMasterIdLst>
    <p:notesMasterId xmlns:r="http://schemas.openxmlformats.org/officeDocument/2006/relationships" r:id="Ra5f54646a3b44213"/>
  </p:notesMasterIdLst>
  <p:sldIdLst>
    <p:sldId xmlns:r="http://schemas.openxmlformats.org/officeDocument/2006/relationships" id="256" r:id="R3197b27c24894ea7"/>
    <p:sldId xmlns:r="http://schemas.openxmlformats.org/officeDocument/2006/relationships" id="257" r:id="R7e9d266941024da1"/>
    <p:sldId xmlns:r="http://schemas.openxmlformats.org/officeDocument/2006/relationships" id="258" r:id="Reee823a2b64644b9"/>
    <p:sldId xmlns:r="http://schemas.openxmlformats.org/officeDocument/2006/relationships" id="259" r:id="R4a955cc9f67f466e"/>
    <p:sldId xmlns:r="http://schemas.openxmlformats.org/officeDocument/2006/relationships" id="260" r:id="Rb69263ec32c6465e"/>
    <p:sldId xmlns:r="http://schemas.openxmlformats.org/officeDocument/2006/relationships" id="261" r:id="Rd6636795060f427d"/>
    <p:sldId xmlns:r="http://schemas.openxmlformats.org/officeDocument/2006/relationships" id="262" r:id="R46a5a62468f2463b"/>
    <p:sldId xmlns:r="http://schemas.openxmlformats.org/officeDocument/2006/relationships" id="263" r:id="R08a051a709f14f2b"/>
    <p:sldId xmlns:r="http://schemas.openxmlformats.org/officeDocument/2006/relationships" id="264" r:id="Rd2303777ad274f1b"/>
    <p:sldId xmlns:r="http://schemas.openxmlformats.org/officeDocument/2006/relationships" id="265" r:id="Rc8d35780f9b2432c"/>
    <p:sldId xmlns:r="http://schemas.openxmlformats.org/officeDocument/2006/relationships" id="266" r:id="Rd883e3c6c0fe4c30"/>
    <p:sldId xmlns:r="http://schemas.openxmlformats.org/officeDocument/2006/relationships" id="267" r:id="Rb9c880a6408c400c"/>
    <p:sldId xmlns:r="http://schemas.openxmlformats.org/officeDocument/2006/relationships" id="268" r:id="R7d311db86f85441a"/>
    <p:sldId xmlns:r="http://schemas.openxmlformats.org/officeDocument/2006/relationships" id="269" r:id="R759d18de93ee4e80"/>
    <p:sldId xmlns:r="http://schemas.openxmlformats.org/officeDocument/2006/relationships" id="270" r:id="Ra41f36090ef84729"/>
    <p:sldId xmlns:r="http://schemas.openxmlformats.org/officeDocument/2006/relationships" id="271" r:id="Rec0aa0c0e6864c49"/>
    <p:sldId xmlns:r="http://schemas.openxmlformats.org/officeDocument/2006/relationships" id="272" r:id="R63c0239acce84b88"/>
    <p:sldId xmlns:r="http://schemas.openxmlformats.org/officeDocument/2006/relationships" id="273" r:id="R3d12e6827a404612"/>
    <p:sldId xmlns:r="http://schemas.openxmlformats.org/officeDocument/2006/relationships" id="274" r:id="R90f1f3c500484726"/>
    <p:sldId xmlns:r="http://schemas.openxmlformats.org/officeDocument/2006/relationships" id="275" r:id="R86a13583b426454e"/>
    <p:sldId xmlns:r="http://schemas.openxmlformats.org/officeDocument/2006/relationships" id="276" r:id="Ree3a66bbbc23498f"/>
    <p:sldId xmlns:r="http://schemas.openxmlformats.org/officeDocument/2006/relationships" id="277" r:id="R68c7c587450e483e"/>
    <p:sldId xmlns:r="http://schemas.openxmlformats.org/officeDocument/2006/relationships" id="278" r:id="Rdc9b989840714102"/>
    <p:sldId xmlns:r="http://schemas.openxmlformats.org/officeDocument/2006/relationships" id="279" r:id="R7a7b84fb6d2040e9"/>
    <p:sldId xmlns:r="http://schemas.openxmlformats.org/officeDocument/2006/relationships" id="280" r:id="Redfe2f4cc5154a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4d297c63994bd5" /><Relationship Type="http://schemas.openxmlformats.org/officeDocument/2006/relationships/slideMaster" Target="/ppt/slideMasters/slideMaster1.xml" Id="R387cbee8d2074d0f" /><Relationship Type="http://schemas.openxmlformats.org/officeDocument/2006/relationships/notesMaster" Target="/ppt/notesMasters/notesMaster1.xml" Id="Ra5f54646a3b44213" /><Relationship Type="http://schemas.openxmlformats.org/officeDocument/2006/relationships/presProps" Target="/ppt/presProps.xml" Id="Rd6d28ed3952743be" /><Relationship Type="http://schemas.openxmlformats.org/officeDocument/2006/relationships/tableStyles" Target="/ppt/tableStyles.xml" Id="R6ab015c0fdb54373" /><Relationship Type="http://schemas.openxmlformats.org/officeDocument/2006/relationships/slide" Target="/ppt/slides/slide1.xml" Id="R3197b27c24894ea7" /><Relationship Type="http://schemas.openxmlformats.org/officeDocument/2006/relationships/slide" Target="/ppt/slides/slide2.xml" Id="R7e9d266941024da1" /><Relationship Type="http://schemas.openxmlformats.org/officeDocument/2006/relationships/slide" Target="/ppt/slides/slide3.xml" Id="Reee823a2b64644b9" /><Relationship Type="http://schemas.openxmlformats.org/officeDocument/2006/relationships/slide" Target="/ppt/slides/slide4.xml" Id="R4a955cc9f67f466e" /><Relationship Type="http://schemas.openxmlformats.org/officeDocument/2006/relationships/slide" Target="/ppt/slides/slide5.xml" Id="Rb69263ec32c6465e" /><Relationship Type="http://schemas.openxmlformats.org/officeDocument/2006/relationships/slide" Target="/ppt/slides/slide6.xml" Id="Rd6636795060f427d" /><Relationship Type="http://schemas.openxmlformats.org/officeDocument/2006/relationships/slide" Target="/ppt/slides/slide7.xml" Id="R46a5a62468f2463b" /><Relationship Type="http://schemas.openxmlformats.org/officeDocument/2006/relationships/slide" Target="/ppt/slides/slide8.xml" Id="R08a051a709f14f2b" /><Relationship Type="http://schemas.openxmlformats.org/officeDocument/2006/relationships/slide" Target="/ppt/slides/slide9.xml" Id="Rd2303777ad274f1b" /><Relationship Type="http://schemas.openxmlformats.org/officeDocument/2006/relationships/slide" Target="/ppt/slides/slide10.xml" Id="Rc8d35780f9b2432c" /><Relationship Type="http://schemas.openxmlformats.org/officeDocument/2006/relationships/slide" Target="/ppt/slides/slide11.xml" Id="Rd883e3c6c0fe4c30" /><Relationship Type="http://schemas.openxmlformats.org/officeDocument/2006/relationships/slide" Target="/ppt/slides/slide12.xml" Id="Rb9c880a6408c400c" /><Relationship Type="http://schemas.openxmlformats.org/officeDocument/2006/relationships/slide" Target="/ppt/slides/slide13.xml" Id="R7d311db86f85441a" /><Relationship Type="http://schemas.openxmlformats.org/officeDocument/2006/relationships/slide" Target="/ppt/slides/slide14.xml" Id="R759d18de93ee4e80" /><Relationship Type="http://schemas.openxmlformats.org/officeDocument/2006/relationships/slide" Target="/ppt/slides/slide15.xml" Id="Ra41f36090ef84729" /><Relationship Type="http://schemas.openxmlformats.org/officeDocument/2006/relationships/slide" Target="/ppt/slides/slide16.xml" Id="Rec0aa0c0e6864c49" /><Relationship Type="http://schemas.openxmlformats.org/officeDocument/2006/relationships/slide" Target="/ppt/slides/slide17.xml" Id="R63c0239acce84b88" /><Relationship Type="http://schemas.openxmlformats.org/officeDocument/2006/relationships/slide" Target="/ppt/slides/slide18.xml" Id="R3d12e6827a404612" /><Relationship Type="http://schemas.openxmlformats.org/officeDocument/2006/relationships/slide" Target="/ppt/slides/slide19.xml" Id="R90f1f3c500484726" /><Relationship Type="http://schemas.openxmlformats.org/officeDocument/2006/relationships/slide" Target="/ppt/slides/slide20.xml" Id="R86a13583b426454e" /><Relationship Type="http://schemas.openxmlformats.org/officeDocument/2006/relationships/slide" Target="/ppt/slides/slide21.xml" Id="Ree3a66bbbc23498f" /><Relationship Type="http://schemas.openxmlformats.org/officeDocument/2006/relationships/slide" Target="/ppt/slides/slide22.xml" Id="R68c7c587450e483e" /><Relationship Type="http://schemas.openxmlformats.org/officeDocument/2006/relationships/slide" Target="/ppt/slides/slide23.xml" Id="Rdc9b989840714102" /><Relationship Type="http://schemas.openxmlformats.org/officeDocument/2006/relationships/slide" Target="/ppt/slides/slide24.xml" Id="R7a7b84fb6d2040e9" /><Relationship Type="http://schemas.openxmlformats.org/officeDocument/2006/relationships/slide" Target="/ppt/slides/slide25.xml" Id="Redfe2f4cc5154a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49a1749d8e4e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43ed0afce74ff9" /><Relationship Type="http://schemas.openxmlformats.org/officeDocument/2006/relationships/notesMaster" Target="/ppt/notesMasters/notesMaster1.xml" Id="R984cbf4554f040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c853c59f11478c" /><Relationship Type="http://schemas.openxmlformats.org/officeDocument/2006/relationships/notesMaster" Target="/ppt/notesMasters/notesMaster1.xml" Id="Re83715e8df7d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0154d0b744493d" /><Relationship Type="http://schemas.openxmlformats.org/officeDocument/2006/relationships/notesMaster" Target="/ppt/notesMasters/notesMaster1.xml" Id="R35d0a925c2034e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01a30ca3094168" /><Relationship Type="http://schemas.openxmlformats.org/officeDocument/2006/relationships/notesMaster" Target="/ppt/notesMasters/notesMaster1.xml" Id="Re7966900938a48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3f48fb1ac46bd" /><Relationship Type="http://schemas.openxmlformats.org/officeDocument/2006/relationships/notesMaster" Target="/ppt/notesMasters/notesMaster1.xml" Id="R71b8e61d2c5644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e27b02d32342c5" /><Relationship Type="http://schemas.openxmlformats.org/officeDocument/2006/relationships/notesMaster" Target="/ppt/notesMasters/notesMaster1.xml" Id="R481b3a8e084d4c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234a9e983b4b4f" /><Relationship Type="http://schemas.openxmlformats.org/officeDocument/2006/relationships/notesMaster" Target="/ppt/notesMasters/notesMaster1.xml" Id="Ra75b89dd290c41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b6c5f7153c47da" /><Relationship Type="http://schemas.openxmlformats.org/officeDocument/2006/relationships/notesMaster" Target="/ppt/notesMasters/notesMaster1.xml" Id="R4195d74a1ddf45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e919713d6649fc" /><Relationship Type="http://schemas.openxmlformats.org/officeDocument/2006/relationships/notesMaster" Target="/ppt/notesMasters/notesMaster1.xml" Id="R57cd3cb588e945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77dcc44b8d41c2" /><Relationship Type="http://schemas.openxmlformats.org/officeDocument/2006/relationships/notesMaster" Target="/ppt/notesMasters/notesMaster1.xml" Id="R29ad1744df574a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9cc923803544bd" /><Relationship Type="http://schemas.openxmlformats.org/officeDocument/2006/relationships/notesMaster" Target="/ppt/notesMasters/notesMaster1.xml" Id="R0ce189381a274b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842c7ce79e49c4" /><Relationship Type="http://schemas.openxmlformats.org/officeDocument/2006/relationships/notesMaster" Target="/ppt/notesMasters/notesMaster1.xml" Id="R584bf935c55c4b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90969f8cac4b9b" /><Relationship Type="http://schemas.openxmlformats.org/officeDocument/2006/relationships/notesMaster" Target="/ppt/notesMasters/notesMaster1.xml" Id="R941c5452a57443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6256651f4644c8" /><Relationship Type="http://schemas.openxmlformats.org/officeDocument/2006/relationships/notesMaster" Target="/ppt/notesMasters/notesMaster1.xml" Id="Rebdcf29f864b41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0d664e63254e24" /><Relationship Type="http://schemas.openxmlformats.org/officeDocument/2006/relationships/notesMaster" Target="/ppt/notesMasters/notesMaster1.xml" Id="R4b5f980b7d5744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eca2b44cbf464f" /><Relationship Type="http://schemas.openxmlformats.org/officeDocument/2006/relationships/notesMaster" Target="/ppt/notesMasters/notesMaster1.xml" Id="Rc98fd2185b444c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7349544b5e499f" /><Relationship Type="http://schemas.openxmlformats.org/officeDocument/2006/relationships/notesMaster" Target="/ppt/notesMasters/notesMaster1.xml" Id="R32e5ce2244fa4d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62105972fa451a" /><Relationship Type="http://schemas.openxmlformats.org/officeDocument/2006/relationships/notesMaster" Target="/ppt/notesMasters/notesMaster1.xml" Id="Red9a21087df442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2e574d113b4955" /><Relationship Type="http://schemas.openxmlformats.org/officeDocument/2006/relationships/notesMaster" Target="/ppt/notesMasters/notesMaster1.xml" Id="R1506644665a24c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68cae90fb6408d" /><Relationship Type="http://schemas.openxmlformats.org/officeDocument/2006/relationships/notesMaster" Target="/ppt/notesMasters/notesMaster1.xml" Id="R1910efde95a04a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600a05b6a2466b" /><Relationship Type="http://schemas.openxmlformats.org/officeDocument/2006/relationships/notesMaster" Target="/ppt/notesMasters/notesMaster1.xml" Id="Rb84ace3009574c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1e0ac1b3a9d484f" /><Relationship Type="http://schemas.openxmlformats.org/officeDocument/2006/relationships/notesMaster" Target="/ppt/notesMasters/notesMaster1.xml" Id="R2fd16e59325948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fcf831798a4bfa" /><Relationship Type="http://schemas.openxmlformats.org/officeDocument/2006/relationships/notesMaster" Target="/ppt/notesMasters/notesMaster1.xml" Id="R5e3303810e1e41c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09c0327b804a11" /><Relationship Type="http://schemas.openxmlformats.org/officeDocument/2006/relationships/notesMaster" Target="/ppt/notesMasters/notesMaster1.xml" Id="R58bed625d2694d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9dd81ee9824d7b" /><Relationship Type="http://schemas.openxmlformats.org/officeDocument/2006/relationships/notesMaster" Target="/ppt/notesMasters/notesMaster1.xml" Id="R87d021582a1d4a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競合がいないというより、まだ直接競争が始まっていないという認識です。同じ現場の撮影で被り、一つの撮影先がRootLensか別の収集会社を選ぶ段階に来て、初めて競合します。海外のプレイヤーは現段階で日本の現場に来ておらず、今は単なる同業者です。撮影先A、B、Cを取り合っているのではなく、まだAとBしか取れていない状態です。</a:t>
            </a:r>
          </a:p>
          <a:p xmlns:a="http://schemas.openxmlformats.org/drawingml/2006/main">
            <a:r>
              <a:t/>
            </a:r>
          </a:p>
          <a:p xmlns:a="http://schemas.openxmlformats.org/drawingml/2006/main">
            <a:r>
              <a:t>販売先側では、月間1,000時間ほどの収集規模が商談の目安になります。他社が100万時間を持っていても、それ以上のデータが不要になるわけではありません。データには現場や作業の多様性が必要だからです。したがって、他社の数字を並べるより、空いている現場へ入り、販売できる収集規模まで拡大できるかを見る方が、現時点の競合リスクを正確に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理由はデータの品質ではなく、私たちの収集規模が世界的にはまだ小さく、低い優先度として扱われているためです。収集規模を拡大すれば解決できる課題だ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653f1e908540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8601e0832a4def" /><Relationship Type="http://schemas.openxmlformats.org/officeDocument/2006/relationships/slideLayout" Target="/ppt/slideLayouts/slideLayout1.xml" Id="R40319fdb804b45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319fdb804b45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d48a915ab45b3" /><Relationship Type="http://schemas.openxmlformats.org/officeDocument/2006/relationships/notesSlide" Target="/ppt/notesSlides/notesSlide1.xml" Id="R7112435fad4449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9c59a350c0493e" /><Relationship Type="http://schemas.openxmlformats.org/officeDocument/2006/relationships/notesSlide" Target="/ppt/notesSlides/notesSlide2.xml" Id="R2f080c07d90e46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cc7b9a038441bc" /><Relationship Type="http://schemas.openxmlformats.org/officeDocument/2006/relationships/notesSlide" Target="/ppt/notesSlides/notesSlide3.xml" Id="R0ffa6c117c4f4c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83c16034c5497d" /><Relationship Type="http://schemas.openxmlformats.org/officeDocument/2006/relationships/notesSlide" Target="/ppt/notesSlides/notesSlide4.xml" Id="Rb993c3f896a34a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92bdd80da944d0" /><Relationship Type="http://schemas.openxmlformats.org/officeDocument/2006/relationships/notesSlide" Target="/ppt/notesSlides/notesSlide5.xml" Id="R78d6b3afa93a47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15a914797b43f3" /><Relationship Type="http://schemas.openxmlformats.org/officeDocument/2006/relationships/notesSlide" Target="/ppt/notesSlides/notesSlide6.xml" Id="R35bcb8e08b4347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470b337e684f09" /><Relationship Type="http://schemas.openxmlformats.org/officeDocument/2006/relationships/notesSlide" Target="/ppt/notesSlides/notesSlide7.xml" Id="Rae680d3adb0748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f6224dae004064" /><Relationship Type="http://schemas.openxmlformats.org/officeDocument/2006/relationships/notesSlide" Target="/ppt/notesSlides/notesSlide8.xml" Id="Rafbdd6a2a03c41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ef923d7f3542f9" /><Relationship Type="http://schemas.openxmlformats.org/officeDocument/2006/relationships/notesSlide" Target="/ppt/notesSlides/notesSlide9.xml" Id="Rdaa1dfab81b741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e3b761f8d340d9" /><Relationship Type="http://schemas.openxmlformats.org/officeDocument/2006/relationships/notesSlide" Target="/ppt/notesSlides/notesSlide10.xml" Id="R2b641ec8bdf746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2bdd92f5494108" /><Relationship Type="http://schemas.openxmlformats.org/officeDocument/2006/relationships/notesSlide" Target="/ppt/notesSlides/notesSlide11.xml" Id="Ra0397416ce5d41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0c9969935546f6" /><Relationship Type="http://schemas.openxmlformats.org/officeDocument/2006/relationships/notesSlide" Target="/ppt/notesSlides/notesSlide12.xml" Id="R3e49a7d3c4da41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4b63ffcfd244fb" /><Relationship Type="http://schemas.openxmlformats.org/officeDocument/2006/relationships/notesSlide" Target="/ppt/notesSlides/notesSlide13.xml" Id="Rcea626e104bd48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83023048344fae" /><Relationship Type="http://schemas.openxmlformats.org/officeDocument/2006/relationships/notesSlide" Target="/ppt/notesSlides/notesSlide14.xml" Id="R7be668b58a7d42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fe889c6317430b" /><Relationship Type="http://schemas.openxmlformats.org/officeDocument/2006/relationships/notesSlide" Target="/ppt/notesSlides/notesSlide15.xml" Id="R0efcf7c0ae5643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ef6769863f44fa3" /><Relationship Type="http://schemas.openxmlformats.org/officeDocument/2006/relationships/notesSlide" Target="/ppt/notesSlides/notesSlide16.xml" Id="Rf7817ad37ef343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148ea7104ca43fe" /><Relationship Type="http://schemas.openxmlformats.org/officeDocument/2006/relationships/image" Target="/ppt/media/image.jpeg" Id="R6f3075b728f345ed" /><Relationship Type="http://schemas.openxmlformats.org/officeDocument/2006/relationships/image" Target="/ppt/media/image2.jpeg" Id="R03505fea833b4346" /><Relationship Type="http://schemas.openxmlformats.org/officeDocument/2006/relationships/image" Target="/ppt/media/image3.jpeg" Id="R7aeae6074d924286" /><Relationship Type="http://schemas.openxmlformats.org/officeDocument/2006/relationships/notesSlide" Target="/ppt/notesSlides/notesSlide17.xml" Id="R722cb93ec06246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87ab956b3b4471d" /><Relationship Type="http://schemas.openxmlformats.org/officeDocument/2006/relationships/notesSlide" Target="/ppt/notesSlides/notesSlide18.xml" Id="R84c391a7671a40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ef6d405eab243d2" /><Relationship Type="http://schemas.openxmlformats.org/officeDocument/2006/relationships/notesSlide" Target="/ppt/notesSlides/notesSlide19.xml" Id="Rd1d49f6fb79c41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fa9d0ad9db04872" /><Relationship Type="http://schemas.openxmlformats.org/officeDocument/2006/relationships/notesSlide" Target="/ppt/notesSlides/notesSlide20.xml" Id="Rebc0db9db91d48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2070cb923243dd" /><Relationship Type="http://schemas.openxmlformats.org/officeDocument/2006/relationships/notesSlide" Target="/ppt/notesSlides/notesSlide21.xml" Id="Rca5e30c1902742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a1528c879ff4e46" /><Relationship Type="http://schemas.openxmlformats.org/officeDocument/2006/relationships/notesSlide" Target="/ppt/notesSlides/notesSlide22.xml" Id="R165a9137f2ff47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4757267424d470a" /><Relationship Type="http://schemas.openxmlformats.org/officeDocument/2006/relationships/notesSlide" Target="/ppt/notesSlides/notesSlide23.xml" Id="R3420109b2e7849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30e08c3f12a49ce" /><Relationship Type="http://schemas.openxmlformats.org/officeDocument/2006/relationships/notesSlide" Target="/ppt/notesSlides/notesSlide24.xml" Id="R70173ea6612b4b7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204275074794ba1" /><Relationship Type="http://schemas.openxmlformats.org/officeDocument/2006/relationships/notesSlide" Target="/ppt/notesSlides/notesSlide25.xml" Id="R27eb92b313004ffb"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AE07F4-3C96-45BB-8F7E-5C7FE95C90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4EE396-0F51-457F-986F-104D53C5FEB0}"/>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E479491A-075F-49AC-8D61-4E6B039B52A2}"/>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C2B2E11A-07B5-46FA-B91A-E45B747641CE}"/>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3B97F2-5C86-450B-8348-60718A3F12FD}"/>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BBE55DEC-8B68-4234-A1D0-74E7246609DC}"/>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214189550"/>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E6D7BF4-E279-4F06-809C-C60D5EC78F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ECF112-7FB3-4166-8BCB-8B62A41854D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50B960A3-9BDA-4FCD-ACEF-2AB222E3A14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79FF1F-E2BA-4D59-A8CB-994C1DFB496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17FAB091-02E7-4451-9EF3-13C869AE40CC}"/>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00A68F30-05C6-43F3-B3C3-B9D888754D3F}"/>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8B2ABB-1C43-4E54-95B6-BB69DB515D5E}"/>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AA9258-F462-4F6E-A295-497AF41797EE}"/>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D0BF82-8EDE-49E7-92F9-6BA3DEB2ACE6}"/>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CEDCC9D2-63A9-4248-919F-BD2B98F3FAAD}"/>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9C796263-BA61-488D-B647-DCDF711CA39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0C9EA09-EF9D-4FB7-9BA1-6219AAF27733}"/>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38370102-BE68-416E-85D1-CEB092208020}"/>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4B15B99-E9CF-44E1-9863-D07F4BC2D8A8}"/>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4B28745-F9B8-4344-89C0-F8A479044708}"/>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389B2A37-6BAB-42DA-AFF6-201B48CF4F9B}"/>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8B5AFB03-59F8-4140-9F67-7E3366118307}"/>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3DE2DD-45AA-48FC-9849-E32F1D1624AF}"/>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9987E2D-5288-40F9-A3DF-D4926304AF2B}"/>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FD03C6C-E9DC-4BC6-87AE-561F3115C515}"/>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C54DC16D-006D-4BB2-B053-97CD5B4514BD}"/>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631189F9-8CB0-40B1-B6E5-F58FC3EB2DFA}"/>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6410F72-BC4F-4F4E-B7D3-6CE599BABA14}"/>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65B8C342-6268-4FE7-9BAE-5DF7001CC4A0}"/>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201C9582-D74A-49BE-9D82-2278D4C82AD5}"/>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DF00FACB-44F3-405C-9F71-AF7E4297553B}"/>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48159055-C02F-41BF-B564-447D1028095D}"/>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3BC94FE3-9133-4B82-A38F-48BD3CF02170}"/>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D251ABE4-CEEC-41E7-A1E6-A42D9D13AA6C}"/>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6CFA9471-3974-4579-B526-17BC78DCD934}"/>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06EFE36F-9D54-4EF8-B6FF-2F945BDB8E0E}"/>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FDF87482-D048-4596-8255-BED307B6A48C}"/>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4DF00993-3E24-47E8-9741-0DA7039553DB}"/>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5FCD0BCC-C507-4946-A815-83147346843D}"/>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D2B23C41-56C9-4CBF-8DC7-317EE438CEA3}"/>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54BF8BF7-88D7-42DA-BF0C-E4BC82C06859}"/>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2075297777"/>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FF2014-BC40-4494-81F1-85B796F1C61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92EE8E-ED21-47BD-8A32-462D76CFB21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A2E46CF4-B61A-47A6-9D3F-A1966A31978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527538-3B5A-45F3-B260-46717D80941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0C686E6E-6BEB-49F9-82E7-8D1EC55CB865}"/>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BFDB8D1C-AE54-44E6-AF72-0D5858482738}"/>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61B16883-5B42-453F-B1A8-D0D051C5F610}"/>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94D2D9D4-4CE7-4136-817B-7E7DB048315B}"/>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BE030A83-A4B8-44A0-A348-138A66AD7609}"/>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948E2D4-DAF9-4A67-9911-E882B586F362}"/>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75542A56-95EB-4CE4-9EF6-9D2E1C6637B2}"/>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CDF4CE1C-D525-4C13-804B-79707401D810}"/>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760378173"/>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F21299-639E-42DB-8297-53B88EAC1FC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DBCBA8-96CA-40D9-90FC-026063645AB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A074CB38-E6D1-4D60-ABE1-5E873DCC74B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BC08C1-AFAF-474C-B648-684AC478C39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5F74108D-9A3C-4FA4-A291-45B6E2EA16D2}"/>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4F4AC7E4-6E74-49C5-8F39-01F6F140A187}"/>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14D08B9E-5E1A-4654-9690-BEA13450FE3C}"/>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人間の作業データ、遠隔操作による収集、合成データ、生データの加工。収集に特化したデバイス開発も広がりはじめている。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15D415F3-A4A1-437D-8C87-D54F0F8FEF67}"/>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5C8A97-68A8-455A-9E93-4A66A9ACDFD5}"/>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FD94BAA2-A556-4890-9A25-7F0FA4AE7DBD}"/>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AE88DB32-F92C-44B0-8F31-857195D98564}"/>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現実世界を仮想環境に再現し、必要な実データ量を抑えながらモデル開発を進める。</a:t>
            </a:r>
          </a:p>
        </p:txBody>
      </p:sp>
      <p:sp>
        <p:nvSpPr>
          <p:cNvPr id="12" name="">
            <a:extLst xmlns:a="http://schemas.openxmlformats.org/drawingml/2006/main">
              <a:ext uri="{FF2B5EF4-FFF2-40B4-BE49-F238E27FC236}">
                <a16:creationId xmlns:a16="http://schemas.microsoft.com/office/drawing/2014/main" id="{8969A816-F157-4D58-B247-0F9DC582E496}"/>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2E23C2-6E05-4EAE-AEA3-4D3C13CEAF06}"/>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D2CB05AF-0B0D-4322-9E70-0553D1EF3FBD}"/>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E05DE80A-917F-4086-AC0C-3F78846B2DC1}"/>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FC02D61E-3974-4D9B-BDBB-A64E4C0A08BF}"/>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F227A0-0B2D-4AB1-AB8F-9438502BECE0}"/>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5AAA0476-08BA-4C21-A4FA-519E12955891}"/>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B7893924-125D-4D41-930B-173DFD5DDB79}"/>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D4723EBB-6657-41A2-B791-EFCB858D63D3}"/>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1543821589"/>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88EF609C-3A9B-4FE5-8404-29B2F2D7F6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3D6879-BEC8-48F9-A1DA-F1D2B73F19D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現場を含む「ループ」を持つ企業が勝つ</a:t>
            </a:r>
          </a:p>
        </p:txBody>
      </p:sp>
      <p:sp>
        <p:nvSpPr>
          <p:cNvPr id="3" name="">
            <a:extLst xmlns:a="http://schemas.openxmlformats.org/drawingml/2006/main">
              <a:ext uri="{FF2B5EF4-FFF2-40B4-BE49-F238E27FC236}">
                <a16:creationId xmlns:a16="http://schemas.microsoft.com/office/drawing/2014/main" id="{3AFB07FA-9172-46E5-A15B-4F47F79D13C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7F345E-1412-4E74-A970-4104BB0D433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9D3A50EC-FCC7-40B4-8B53-0AC80A0B9D06}"/>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A5E10BE6-E0CD-4DBE-AA9A-B6452FE3C79D}"/>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772345-6BE6-405B-B12B-7800552AE47C}"/>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794D14-126F-4EF1-9945-C8BFDEB4F34B}"/>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28DCD3-D8BA-488D-9249-093333502BDE}"/>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20B049C-19A9-4293-BFBD-23BA25012491}"/>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5C408C60-29C5-4D0A-872C-49B867F6BC4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E974EE8A-CB74-4BB9-AAD1-44D3BE06EE50}"/>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8E940837-8F68-4477-8E2F-AA4761FE14F8}"/>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EB0409D1-44B7-4BB7-910A-40E24A1E0B64}"/>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5A902240-F077-4B1E-A9A1-126568C2D99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7E8FA13-A2B6-4B4A-A287-F3871AAC2340}"/>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D6FE0E0-07CA-4A86-B7F4-66092E7C0EF3}"/>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A4C9F13-29BD-4785-A49C-2C5C141B806F}"/>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439FF06-0CAE-4063-AA5B-5E9116B5289F}"/>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2825304-801C-41CD-8A13-00A8EA36871B}"/>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624A3E3B-5DD3-4A98-8C27-B695A7FEEDFE}"/>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1860C4E4-AFFE-44DE-A447-EDBAD089320A}"/>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93D22B-EB6F-4351-80F5-2ED5A4742CC6}"/>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1B434456-0F15-49F2-BFD2-CC664C59475C}"/>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C43A5A-8218-4CD5-8779-957AB6B1F2B0}"/>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9E197B0-32AB-47A7-BDEB-3D54B70AE32C}"/>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FBC7807-14DD-472C-99D3-54642F8E5F37}"/>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767601D-0146-4377-842B-45B1C7BD609A}"/>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8B7F9BD-A068-4ABC-8E2B-C992698310B4}"/>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EC85846-457C-4EFE-ADEB-70B285D268E5}"/>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2D2C708-F58B-427C-A70F-81C4AEC35802}"/>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5FBAD60-4B90-4142-B095-9814563BFA90}"/>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6D445FB-7F7A-49A5-8AB4-B62A386D57AF}"/>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24BF6A6-1B86-4143-8903-9F97413C5337}"/>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7112D96-79A4-4F2C-9EDD-6AED4FF45962}"/>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C61DFB5-7E3D-4D8A-83BD-29F09289CF54}"/>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43AD70A-903F-4D97-902D-5319280891A3}"/>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DB736D7-232A-476C-878E-A64A509DD9A1}"/>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229DF02-3B19-4B47-94A7-1FE2097FD594}"/>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8D85AF9-6798-46F8-BF48-AC987C96AAC7}"/>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B793B69-5BD5-4E81-B39F-9A6B7B46F4CE}"/>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1E558AA-15C9-4F7E-9A96-DB7C6DA05EBB}"/>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8888D09-75D5-4EBF-8A9E-CD3B2E3E386F}"/>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E005153-ED74-41FF-87B5-53672E890997}"/>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69FA7E8-A98F-4E22-B437-50B2F04CF274}"/>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3C5FAB9-E3DD-406E-A5F6-8A8FF4B3BE90}"/>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29C2EF9-457C-443B-BAD6-9455B7E4F744}"/>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F6CE5E0-A27F-4921-8EE0-6C8159210382}"/>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A5B9B2C-2D20-468E-8E8F-4E9D33B1F87D}"/>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FB9977E7-4C61-47FA-B588-2046C1B9A3E2}"/>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694D5542-4559-4266-B4E7-9A37CE60E334}"/>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4170A4F-38A8-4A87-ACA9-00FF8B817839}"/>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C67D3609-447C-4E66-8664-51FFA84A01EC}"/>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EB6F352A-6C16-4C29-835C-DB7DE1E84D06}"/>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E3FABE51-8729-439E-8A3E-0D56E0B915AD}"/>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8AFAF82-C86A-443B-BA7E-978FEE240A41}"/>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C9B9167C-7C3F-4B96-8726-18E187F7BD95}"/>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9624AFB9-52B3-4E1C-99B4-1880338A9008}"/>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1AF819C3-ECF6-43BC-A236-2B7EF58DB3AE}"/>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FADB3401-5D6C-4E67-AC80-D34C38D294EE}"/>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4FE2ACD-E8F8-4938-9F9F-0C66429C385B}"/>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A846DB10-FACA-487F-91CE-C385640C7591}"/>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92F1CA15-E3A5-4289-A3F0-47D52FA167C7}"/>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F9F32A0D-866F-49E3-BD0C-DD6C72E76B6E}"/>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26962145"/>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AAD242A9-F90D-4742-BAA9-1EE7B1E467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E907B0-8B7D-44D2-A905-55221ADEEC8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FEDC85A3-4049-4A96-A9A3-996AFDA676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E59CF8-360A-41E7-B84B-E20BA7FE840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B4E58CF1-0C91-45C7-BAB3-D89413638AD1}"/>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DC21114E-4327-4824-B9F3-5B77B419C0C3}"/>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6A0E6587-8DB3-4F36-8794-08A76E69E4B7}"/>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2C5AB7BD-B6FA-40C7-A517-FC140F966A8B}"/>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60604E67-211B-4D5F-A457-4243ED05D1E0}"/>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B7154841-46D5-4CA4-90DB-F4543DCC5766}"/>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1F5DA0A1-C366-4DE9-9BAF-0365B86E86F1}"/>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70C956-E08A-4431-BC4B-298BDBF643D2}"/>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5A6F322-FA56-48F0-A105-071CA842B72A}"/>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F77F9CF-EAF8-4B2C-9563-884F2976FD39}"/>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4624A30-5267-4441-9599-BD09DDA1D800}"/>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84E26A-1A23-438B-BF11-3C78C8DAA2B6}"/>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C597B6-6664-4160-AAE0-CAEA3071318E}"/>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A23B0CC-8189-4957-B1E6-E656BE67B531}"/>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154B4B8-BAC4-4F9F-A2F4-35B1DED6CC55}"/>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5A68DF4-50E7-407E-82EF-BAB6DE775734}"/>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607FA26-8469-4416-9560-2087C25AB478}"/>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4392542-0D0B-4AA5-A156-265F9681D5F3}"/>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9A0625F-698A-4E69-8522-EBCA9758AEFF}"/>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4CC65D0-C812-45C7-87B0-76B7AD34415D}"/>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A4E01DA-2C1C-4753-8C57-3A67A7BCE06F}"/>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370009C-72C0-48A4-8120-EA7B850607A2}"/>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F61565B-0AE9-4D6B-92A5-8E3716802981}"/>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2BCDEC0-AD63-4B14-A827-DCD05466A86B}"/>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2641114-553C-4E03-AC00-09568189C5D4}"/>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9CE254D-1D2C-4333-A715-51AF4AE4E2B6}"/>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DD75E14-BDEC-4E40-80ED-DA2E37D3C2E1}"/>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02D07EA-62EB-41C9-9A51-0EABC8AF36EF}"/>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53514BE-2015-4A52-8B59-DDBCBE560658}"/>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AFF4E1E-851B-4C37-8C84-BE68B22F6CDC}"/>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008A4A6-59CE-4638-AD12-6F16F83CAACA}"/>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A82C54D-0152-41F6-8D5D-1F09B3E87C6A}"/>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0887920-34E2-4F8E-BE07-BDF08A502F6D}"/>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F0BB7D5-A551-4818-B978-24053DA56934}"/>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931AABA-D5BB-4D8D-97C2-BE49B6BFEE82}"/>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D143D24-040A-4E70-B47C-7E0CD5E72264}"/>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70D0B2C-7A92-4030-89BB-07E8BE393039}"/>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4A1B20B-767E-493E-A8C8-0113D102CE33}"/>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FE4D973-F72E-431B-8F1A-ABF11E528618}"/>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78A1F79-C46C-49D3-BAA0-617C4ECE9A95}"/>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46B341E-7DA9-409D-86FA-6E02CEE514AD}"/>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30695B5-796C-4E6E-96CE-E5385596EDDD}"/>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D09A4DC-15E2-47FD-9ECC-6652B1904CD1}"/>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74DA2B3-AD74-4B1F-B4F9-17C449C3424C}"/>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22092E0-CB6F-42C5-A242-A1CA83D4CF49}"/>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0F4F4E36-2148-4C56-92FE-FAFF445A9F31}"/>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54FD7CA3-3BB0-4812-9A79-B8AE799697DC}"/>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5438CEF0-63A1-4E6F-ABE0-43284CCB5F09}"/>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136DBA30-0FCF-447C-893A-927C5F12C357}"/>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95E13AC2-36B9-45DC-A317-25A268C474E5}"/>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2E2AA631-0FFF-4D1D-9CAA-3B72AD45DFDC}"/>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DE51D45-29A8-48C9-B22F-46451C780FAB}"/>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C777306-1FEC-4498-9DA5-21E0157F8E0A}"/>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9B5C00AF-2590-4AD0-948C-8D3ECB3FFFA8}"/>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EC95F495-6155-48A5-AC52-23FAB90118C7}"/>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E952A691-5211-42F1-89EF-AC75271D1FD3}"/>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0555BED-01CF-4D0E-9C22-F0F3C0D4806C}"/>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CB16B5CE-5149-4F98-8B7B-EF48F513942E}"/>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2D7A8CD-BB1F-4711-BD7D-1C260A57B903}"/>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FCCE8729-94F7-478C-ABE8-4E1E52416F46}"/>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E0EB230-2D3A-41E5-BCF7-0AC7D87E7A23}"/>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49256868-147D-4B56-815A-75ED65CF68B3}"/>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7921E949-4213-4956-824E-6231267F80F2}"/>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7BA24B26-E337-4966-A266-7FEE8E7C1DFF}"/>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1530142732"/>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68F8810-FFB1-49C2-BFE1-3E32DB65164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00B17-383B-4169-8844-7E7B25CA62E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6E62DAE0-F917-4290-8465-9AF590874A5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091A2A-E832-4EA6-BC2B-C319D745FB2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23A82F1D-6D13-4E51-BEF8-8A28F1642424}"/>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28549F96-B080-47D3-9373-2B8B770D3D02}"/>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BD317E42-90A8-44C3-AAE5-C0FF56AF1E26}"/>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E00EA7A9-78E2-4051-B243-58254934DFBD}"/>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F045FE60-6EE5-4FFD-A2DF-8C42EE933C37}"/>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9D17C067-662E-49CB-8D6A-8298B77D9506}"/>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CDC9DEEF-6D71-4742-A0A4-E053DD8F75A8}"/>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D779A5FD-F8AD-4A65-880C-CE52FC666AA2}"/>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C6F484F7-17B8-4724-905C-4ED3DE7F8FF8}"/>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22B57861-65DD-47CA-AEC1-0F6429C2FD8D}"/>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898AC17D-AFEC-49F0-B977-A38D2AF572E2}"/>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07D0D63B-6C13-43CC-AC92-606FF950A66F}"/>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719FC31-3621-4FAC-AE9E-5EB6A80C3682}"/>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E06E606A-513C-472C-B509-29EAD45ADE7B}"/>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D689B2-5826-4294-88FF-BCC20FD37F23}"/>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C4CFBD-DC77-47F9-8326-A982D68C1ADD}"/>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2B9538A-723A-4B6E-8770-C9C8E6FA37EA}"/>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05E22663-27EF-471C-9F9D-FE0BB4B3A090}"/>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B799E259-44B8-4533-BE5E-6C18E7A1FBC2}"/>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455995266"/>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EBCBAE5-9976-40EB-9E4F-5BC6D05F03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BA510D-5E4C-4ED6-A2E9-9B73DA7F287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93492020-DB79-497E-A437-0158951556F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4B166F-3D17-4B3A-8A2A-ED9B725B18D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FAF804EE-03BF-4BFC-8D91-25679F5561A3}"/>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10101C64-7863-4462-9FD8-12682A00DE00}"/>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D544EB3B-A758-4E20-8DE2-EE34EC4E825E}"/>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1D1929-6738-46A9-85A1-9E642C28CB7A}"/>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FB6105-D4DB-46F2-91F6-1D7F625F7E9A}"/>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6AD17AC7-8C30-4230-969F-B0A5CD29E729}"/>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C6976D-FE2D-49FC-80B9-6864A6AA048E}"/>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2549010D-19CA-4C91-85D1-5DBDA4091183}"/>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F5F4B4F-780A-4EBB-9B8E-C00FA46CC8EA}"/>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2DF9CD61-00EF-435D-BA76-0B60A945C46C}"/>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98C863-29A5-46E7-94CF-6FC0859D54B2}"/>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9C75330-F946-4141-BDBE-08AC8AE02747}"/>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61DF26A0-3635-444E-BBF5-5F7970A2A02F}"/>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92D46E6-AD38-489B-9F8D-D3C43A82D91C}"/>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2076796534"/>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EFDC683-BBB2-45C8-8441-8360137BE6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431C2F-76A1-464A-83AF-410123AE151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5191B"/>
                </a:solidFill>
                <a:latin typeface="Hiragino Sans"/>
                <a:ea typeface="Hiragino Sans"/>
                <a:cs typeface="Hiragino Sans"/>
              </a:defRPr>
            </a:pPr>
            <a:r>
              <a:rPr sz="2400" b="1">
                <a:solidFill>
                  <a:srgbClr val="15191B"/>
                </a:solidFill>
                <a:latin typeface="Hiragino Sans"/>
                <a:ea typeface="Hiragino Sans"/>
                <a:cs typeface="Hiragino Sans"/>
              </a:rPr>
              <a:t>直接競合はまだいない。現場の取り合いが始まっていない</a:t>
            </a:r>
          </a:p>
        </p:txBody>
      </p:sp>
      <p:sp>
        <p:nvSpPr>
          <p:cNvPr id="3" name="">
            <a:extLst xmlns:a="http://schemas.openxmlformats.org/drawingml/2006/main">
              <a:ext uri="{FF2B5EF4-FFF2-40B4-BE49-F238E27FC236}">
                <a16:creationId xmlns:a16="http://schemas.microsoft.com/office/drawing/2014/main" id="{5536F4DC-FACF-4982-87D2-F814E46BCB2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FE2B07-AA44-4021-ACD2-83046CECEBB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E72BF76F-5F98-45AC-885A-00741FC9D6EB}"/>
              </a:ext>
            </a:extLst>
          </p:cNvPr>
          <p:cNvSpPr>
            <a:spLocks xmlns:a="http://schemas.openxmlformats.org/drawingml/2006/main" noGrp="1"/>
          </p:cNvSpPr>
          <p:nvPr/>
        </p:nvSpPr>
        <p:spPr>
          <a:xfrm xmlns:a="http://schemas.openxmlformats.org/drawingml/2006/main">
            <a:off x="723900" y="1809750"/>
            <a:ext cx="190500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6" name="">
            <a:extLst xmlns:a="http://schemas.openxmlformats.org/drawingml/2006/main">
              <a:ext uri="{FF2B5EF4-FFF2-40B4-BE49-F238E27FC236}">
                <a16:creationId xmlns:a16="http://schemas.microsoft.com/office/drawing/2014/main" id="{586F07C6-0078-466C-BBA0-C8870DF0A32A}"/>
              </a:ext>
            </a:extLst>
          </p:cNvPr>
          <p:cNvSpPr>
            <a:spLocks xmlns:a="http://schemas.openxmlformats.org/drawingml/2006/main" noGrp="1"/>
          </p:cNvSpPr>
          <p:nvPr/>
        </p:nvSpPr>
        <p:spPr>
          <a:xfrm xmlns:a="http://schemas.openxmlformats.org/drawingml/2006/main">
            <a:off x="2628900" y="1809750"/>
            <a:ext cx="219075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7" name="">
            <a:extLst xmlns:a="http://schemas.openxmlformats.org/drawingml/2006/main">
              <a:ext uri="{FF2B5EF4-FFF2-40B4-BE49-F238E27FC236}">
                <a16:creationId xmlns:a16="http://schemas.microsoft.com/office/drawing/2014/main" id="{2974B7D6-4DBD-4C17-A8B2-1CE18E2972A0}"/>
              </a:ext>
            </a:extLst>
          </p:cNvPr>
          <p:cNvSpPr>
            <a:spLocks xmlns:a="http://schemas.openxmlformats.org/drawingml/2006/main" noGrp="1"/>
          </p:cNvSpPr>
          <p:nvPr/>
        </p:nvSpPr>
        <p:spPr>
          <a:xfrm xmlns:a="http://schemas.openxmlformats.org/drawingml/2006/main">
            <a:off x="4819650" y="1809750"/>
            <a:ext cx="647700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BF976477-0FD0-4CF7-9255-AC3FCDE2052B}"/>
              </a:ext>
            </a:extLst>
          </p:cNvPr>
          <p:cNvSpPr>
            <a:spLocks xmlns:a="http://schemas.openxmlformats.org/drawingml/2006/main" noGrp="1"/>
          </p:cNvSpPr>
          <p:nvPr/>
        </p:nvSpPr>
        <p:spPr>
          <a:xfrm xmlns:a="http://schemas.openxmlformats.org/drawingml/2006/main" rot="0">
            <a:off x="876300" y="191452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地域</a:t>
            </a:r>
          </a:p>
        </p:txBody>
      </p:sp>
      <p:sp>
        <p:nvSpPr>
          <p:cNvPr id="9" name="">
            <a:extLst xmlns:a="http://schemas.openxmlformats.org/drawingml/2006/main">
              <a:ext uri="{FF2B5EF4-FFF2-40B4-BE49-F238E27FC236}">
                <a16:creationId xmlns:a16="http://schemas.microsoft.com/office/drawing/2014/main" id="{C516E068-1096-4A7B-B258-26E3A87EE706}"/>
              </a:ext>
            </a:extLst>
          </p:cNvPr>
          <p:cNvSpPr>
            <a:spLocks xmlns:a="http://schemas.openxmlformats.org/drawingml/2006/main" noGrp="1"/>
          </p:cNvSpPr>
          <p:nvPr/>
        </p:nvSpPr>
        <p:spPr>
          <a:xfrm xmlns:a="http://schemas.openxmlformats.org/drawingml/2006/main" rot="0">
            <a:off x="2781300" y="19145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開拓状況</a:t>
            </a:r>
          </a:p>
        </p:txBody>
      </p:sp>
      <p:sp>
        <p:nvSpPr>
          <p:cNvPr id="10" name="">
            <a:extLst xmlns:a="http://schemas.openxmlformats.org/drawingml/2006/main">
              <a:ext uri="{FF2B5EF4-FFF2-40B4-BE49-F238E27FC236}">
                <a16:creationId xmlns:a16="http://schemas.microsoft.com/office/drawing/2014/main" id="{860D76B6-3298-4076-B300-350A24FCD65E}"/>
              </a:ext>
            </a:extLst>
          </p:cNvPr>
          <p:cNvSpPr>
            <a:spLocks xmlns:a="http://schemas.openxmlformats.org/drawingml/2006/main" noGrp="1"/>
          </p:cNvSpPr>
          <p:nvPr/>
        </p:nvSpPr>
        <p:spPr>
          <a:xfrm xmlns:a="http://schemas.openxmlformats.org/drawingml/2006/main" rot="0">
            <a:off x="4972050" y="1914525"/>
            <a:ext cx="617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現場との接続</a:t>
            </a:r>
          </a:p>
        </p:txBody>
      </p:sp>
      <p:sp>
        <p:nvSpPr>
          <p:cNvPr id="11" name="">
            <a:extLst xmlns:a="http://schemas.openxmlformats.org/drawingml/2006/main">
              <a:ext uri="{FF2B5EF4-FFF2-40B4-BE49-F238E27FC236}">
                <a16:creationId xmlns:a16="http://schemas.microsoft.com/office/drawing/2014/main" id="{62867E43-E0F2-40E6-8652-0E6DB669D4EE}"/>
              </a:ext>
            </a:extLst>
          </p:cNvPr>
          <p:cNvSpPr>
            <a:spLocks xmlns:a="http://schemas.openxmlformats.org/drawingml/2006/main" noGrp="1"/>
          </p:cNvSpPr>
          <p:nvPr/>
        </p:nvSpPr>
        <p:spPr>
          <a:xfrm xmlns:a="http://schemas.openxmlformats.org/drawingml/2006/main">
            <a:off x="723900" y="2209800"/>
            <a:ext cx="1905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E50AAB0A-10BC-416D-AF25-A6B67BDBA608}"/>
              </a:ext>
            </a:extLst>
          </p:cNvPr>
          <p:cNvSpPr>
            <a:spLocks xmlns:a="http://schemas.openxmlformats.org/drawingml/2006/main" noGrp="1"/>
          </p:cNvSpPr>
          <p:nvPr/>
        </p:nvSpPr>
        <p:spPr>
          <a:xfrm xmlns:a="http://schemas.openxmlformats.org/drawingml/2006/main">
            <a:off x="2628900" y="2209800"/>
            <a:ext cx="2190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79C3350B-DDDD-404B-80AD-832E8A027423}"/>
              </a:ext>
            </a:extLst>
          </p:cNvPr>
          <p:cNvSpPr>
            <a:spLocks xmlns:a="http://schemas.openxmlformats.org/drawingml/2006/main" noGrp="1"/>
          </p:cNvSpPr>
          <p:nvPr/>
        </p:nvSpPr>
        <p:spPr>
          <a:xfrm xmlns:a="http://schemas.openxmlformats.org/drawingml/2006/main">
            <a:off x="4819650" y="2209800"/>
            <a:ext cx="6477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D8CAB540-A32E-4BC2-B9B2-FB24141456EB}"/>
              </a:ext>
            </a:extLst>
          </p:cNvPr>
          <p:cNvSpPr>
            <a:spLocks xmlns:a="http://schemas.openxmlformats.org/drawingml/2006/main" noGrp="1"/>
          </p:cNvSpPr>
          <p:nvPr/>
        </p:nvSpPr>
        <p:spPr>
          <a:xfrm xmlns:a="http://schemas.openxmlformats.org/drawingml/2006/main" rot="0">
            <a:off x="876300" y="24669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15" name="">
            <a:extLst xmlns:a="http://schemas.openxmlformats.org/drawingml/2006/main">
              <a:ext uri="{FF2B5EF4-FFF2-40B4-BE49-F238E27FC236}">
                <a16:creationId xmlns:a16="http://schemas.microsoft.com/office/drawing/2014/main" id="{0871898F-81C9-4EDC-B2F3-8A169EBE8366}"/>
              </a:ext>
            </a:extLst>
          </p:cNvPr>
          <p:cNvSpPr>
            <a:spLocks xmlns:a="http://schemas.openxmlformats.org/drawingml/2006/main" noGrp="1"/>
          </p:cNvSpPr>
          <p:nvPr/>
        </p:nvSpPr>
        <p:spPr>
          <a:xfrm xmlns:a="http://schemas.openxmlformats.org/drawingml/2006/main" rot="0">
            <a:off x="2781300" y="2486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急速に進行中</a:t>
            </a:r>
          </a:p>
        </p:txBody>
      </p:sp>
      <p:sp>
        <p:nvSpPr>
          <p:cNvPr id="16" name="">
            <a:extLst xmlns:a="http://schemas.openxmlformats.org/drawingml/2006/main">
              <a:ext uri="{FF2B5EF4-FFF2-40B4-BE49-F238E27FC236}">
                <a16:creationId xmlns:a16="http://schemas.microsoft.com/office/drawing/2014/main" id="{DB34B741-846F-4A14-AAE4-8AD577C78259}"/>
              </a:ext>
            </a:extLst>
          </p:cNvPr>
          <p:cNvSpPr>
            <a:spLocks xmlns:a="http://schemas.openxmlformats.org/drawingml/2006/main" noGrp="1"/>
          </p:cNvSpPr>
          <p:nvPr/>
        </p:nvSpPr>
        <p:spPr>
          <a:xfrm xmlns:a="http://schemas.openxmlformats.org/drawingml/2006/main">
            <a:off x="514350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55ED038C-F08E-42B5-A5CF-2C1606D35B55}"/>
              </a:ext>
            </a:extLst>
          </p:cNvPr>
          <p:cNvSpPr>
            <a:spLocks xmlns:a="http://schemas.openxmlformats.org/drawingml/2006/main" noGrp="1"/>
          </p:cNvSpPr>
          <p:nvPr/>
        </p:nvSpPr>
        <p:spPr>
          <a:xfrm xmlns:a="http://schemas.openxmlformats.org/drawingml/2006/main" rot="0">
            <a:off x="514350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62D1C64E-67E1-4BF0-A696-759434B8BA9C}"/>
              </a:ext>
            </a:extLst>
          </p:cNvPr>
          <p:cNvSpPr>
            <a:spLocks xmlns:a="http://schemas.openxmlformats.org/drawingml/2006/main" noGrp="1"/>
          </p:cNvSpPr>
          <p:nvPr/>
        </p:nvSpPr>
        <p:spPr>
          <a:xfrm xmlns:a="http://schemas.openxmlformats.org/drawingml/2006/main">
            <a:off x="6048375"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BAEA06B4-5FA4-49B8-B0F9-C5B63BD8841A}"/>
              </a:ext>
            </a:extLst>
          </p:cNvPr>
          <p:cNvSpPr>
            <a:spLocks xmlns:a="http://schemas.openxmlformats.org/drawingml/2006/main" noGrp="1"/>
          </p:cNvSpPr>
          <p:nvPr/>
        </p:nvSpPr>
        <p:spPr>
          <a:xfrm xmlns:a="http://schemas.openxmlformats.org/drawingml/2006/main" rot="0">
            <a:off x="604837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0B1E06E8-1EE3-4458-84F2-CC197C7D6A9C}"/>
              </a:ext>
            </a:extLst>
          </p:cNvPr>
          <p:cNvSpPr>
            <a:spLocks xmlns:a="http://schemas.openxmlformats.org/drawingml/2006/main" noGrp="1"/>
          </p:cNvSpPr>
          <p:nvPr/>
        </p:nvSpPr>
        <p:spPr>
          <a:xfrm xmlns:a="http://schemas.openxmlformats.org/drawingml/2006/main">
            <a:off x="695325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F17ED23C-A4A1-494C-B4E9-B1A249D83585}"/>
              </a:ext>
            </a:extLst>
          </p:cNvPr>
          <p:cNvSpPr>
            <a:spLocks xmlns:a="http://schemas.openxmlformats.org/drawingml/2006/main" noGrp="1"/>
          </p:cNvSpPr>
          <p:nvPr/>
        </p:nvSpPr>
        <p:spPr>
          <a:xfrm xmlns:a="http://schemas.openxmlformats.org/drawingml/2006/main" rot="0">
            <a:off x="695325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0A56C117-3B5A-43CE-AEC3-B927EE876246}"/>
              </a:ext>
            </a:extLst>
          </p:cNvPr>
          <p:cNvSpPr>
            <a:spLocks xmlns:a="http://schemas.openxmlformats.org/drawingml/2006/main" noGrp="1"/>
          </p:cNvSpPr>
          <p:nvPr/>
        </p:nvSpPr>
        <p:spPr>
          <a:xfrm xmlns:a="http://schemas.openxmlformats.org/drawingml/2006/main">
            <a:off x="7858125"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C4986939-E25E-4700-98C0-4EEE9CA11ACB}"/>
              </a:ext>
            </a:extLst>
          </p:cNvPr>
          <p:cNvSpPr>
            <a:spLocks xmlns:a="http://schemas.openxmlformats.org/drawingml/2006/main" noGrp="1"/>
          </p:cNvSpPr>
          <p:nvPr/>
        </p:nvSpPr>
        <p:spPr>
          <a:xfrm xmlns:a="http://schemas.openxmlformats.org/drawingml/2006/main" rot="0">
            <a:off x="785812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935841B5-353D-49AD-B2A8-1BD6EB3CAC8B}"/>
              </a:ext>
            </a:extLst>
          </p:cNvPr>
          <p:cNvSpPr>
            <a:spLocks xmlns:a="http://schemas.openxmlformats.org/drawingml/2006/main" noGrp="1"/>
          </p:cNvSpPr>
          <p:nvPr/>
        </p:nvSpPr>
        <p:spPr>
          <a:xfrm xmlns:a="http://schemas.openxmlformats.org/drawingml/2006/main">
            <a:off x="876300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A7CFDCB2-B69F-40D9-A666-2137DD517E9C}"/>
              </a:ext>
            </a:extLst>
          </p:cNvPr>
          <p:cNvSpPr>
            <a:spLocks xmlns:a="http://schemas.openxmlformats.org/drawingml/2006/main" noGrp="1"/>
          </p:cNvSpPr>
          <p:nvPr/>
        </p:nvSpPr>
        <p:spPr>
          <a:xfrm xmlns:a="http://schemas.openxmlformats.org/drawingml/2006/main" rot="0">
            <a:off x="876300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C25AD7E4-9806-4CA7-94E0-46E6B81DE014}"/>
              </a:ext>
            </a:extLst>
          </p:cNvPr>
          <p:cNvSpPr>
            <a:spLocks xmlns:a="http://schemas.openxmlformats.org/drawingml/2006/main" noGrp="1"/>
          </p:cNvSpPr>
          <p:nvPr/>
        </p:nvSpPr>
        <p:spPr>
          <a:xfrm xmlns:a="http://schemas.openxmlformats.org/drawingml/2006/main">
            <a:off x="9667875" y="2371725"/>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A5EAA2CF-FD56-4E0D-880F-819BDBF7CD5D}"/>
              </a:ext>
            </a:extLst>
          </p:cNvPr>
          <p:cNvSpPr>
            <a:spLocks xmlns:a="http://schemas.openxmlformats.org/drawingml/2006/main" noGrp="1"/>
          </p:cNvSpPr>
          <p:nvPr/>
        </p:nvSpPr>
        <p:spPr>
          <a:xfrm xmlns:a="http://schemas.openxmlformats.org/drawingml/2006/main" rot="0">
            <a:off x="966787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05EB694D-5ABF-4ADA-8522-4F3F994E456E}"/>
              </a:ext>
            </a:extLst>
          </p:cNvPr>
          <p:cNvSpPr>
            <a:spLocks xmlns:a="http://schemas.openxmlformats.org/drawingml/2006/main" noGrp="1"/>
          </p:cNvSpPr>
          <p:nvPr/>
        </p:nvSpPr>
        <p:spPr>
          <a:xfrm xmlns:a="http://schemas.openxmlformats.org/drawingml/2006/main">
            <a:off x="723900" y="3019425"/>
            <a:ext cx="1905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C07051D1-8D94-4886-894A-987569F80124}"/>
              </a:ext>
            </a:extLst>
          </p:cNvPr>
          <p:cNvSpPr>
            <a:spLocks xmlns:a="http://schemas.openxmlformats.org/drawingml/2006/main" noGrp="1"/>
          </p:cNvSpPr>
          <p:nvPr/>
        </p:nvSpPr>
        <p:spPr>
          <a:xfrm xmlns:a="http://schemas.openxmlformats.org/drawingml/2006/main">
            <a:off x="2628900" y="3019425"/>
            <a:ext cx="2190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AFCC7FDB-EE26-4711-8CFE-145A8F494274}"/>
              </a:ext>
            </a:extLst>
          </p:cNvPr>
          <p:cNvSpPr>
            <a:spLocks xmlns:a="http://schemas.openxmlformats.org/drawingml/2006/main" noGrp="1"/>
          </p:cNvSpPr>
          <p:nvPr/>
        </p:nvSpPr>
        <p:spPr>
          <a:xfrm xmlns:a="http://schemas.openxmlformats.org/drawingml/2006/main">
            <a:off x="4819650" y="3019425"/>
            <a:ext cx="6477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9F3EC0E7-DBD3-4F7A-9F69-4FA339596F36}"/>
              </a:ext>
            </a:extLst>
          </p:cNvPr>
          <p:cNvSpPr>
            <a:spLocks xmlns:a="http://schemas.openxmlformats.org/drawingml/2006/main" noGrp="1"/>
          </p:cNvSpPr>
          <p:nvPr/>
        </p:nvSpPr>
        <p:spPr>
          <a:xfrm xmlns:a="http://schemas.openxmlformats.org/drawingml/2006/main" rot="0">
            <a:off x="876300" y="327660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日本</a:t>
            </a:r>
          </a:p>
        </p:txBody>
      </p:sp>
      <p:sp>
        <p:nvSpPr>
          <p:cNvPr id="32" name="">
            <a:extLst xmlns:a="http://schemas.openxmlformats.org/drawingml/2006/main">
              <a:ext uri="{FF2B5EF4-FFF2-40B4-BE49-F238E27FC236}">
                <a16:creationId xmlns:a16="http://schemas.microsoft.com/office/drawing/2014/main" id="{DDDBD391-29D7-4103-A93B-05DABE35DCD4}"/>
              </a:ext>
            </a:extLst>
          </p:cNvPr>
          <p:cNvSpPr>
            <a:spLocks xmlns:a="http://schemas.openxmlformats.org/drawingml/2006/main" noGrp="1"/>
          </p:cNvSpPr>
          <p:nvPr/>
        </p:nvSpPr>
        <p:spPr>
          <a:xfrm xmlns:a="http://schemas.openxmlformats.org/drawingml/2006/main" rot="0">
            <a:off x="2781300" y="32956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ほぼ未開拓</a:t>
            </a:r>
          </a:p>
        </p:txBody>
      </p:sp>
      <p:sp>
        <p:nvSpPr>
          <p:cNvPr id="33" name="">
            <a:extLst xmlns:a="http://schemas.openxmlformats.org/drawingml/2006/main">
              <a:ext uri="{FF2B5EF4-FFF2-40B4-BE49-F238E27FC236}">
                <a16:creationId xmlns:a16="http://schemas.microsoft.com/office/drawing/2014/main" id="{1B5EE709-C9AC-4B75-86EF-CA7D4F55B4AF}"/>
              </a:ext>
            </a:extLst>
          </p:cNvPr>
          <p:cNvSpPr>
            <a:spLocks xmlns:a="http://schemas.openxmlformats.org/drawingml/2006/main" noGrp="1"/>
          </p:cNvSpPr>
          <p:nvPr/>
        </p:nvSpPr>
        <p:spPr>
          <a:xfrm xmlns:a="http://schemas.openxmlformats.org/drawingml/2006/main">
            <a:off x="5143500" y="3181350"/>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ECFEC607-5C42-46DD-825A-EC522F85C632}"/>
              </a:ext>
            </a:extLst>
          </p:cNvPr>
          <p:cNvSpPr>
            <a:spLocks xmlns:a="http://schemas.openxmlformats.org/drawingml/2006/main" noGrp="1"/>
          </p:cNvSpPr>
          <p:nvPr/>
        </p:nvSpPr>
        <p:spPr>
          <a:xfrm xmlns:a="http://schemas.openxmlformats.org/drawingml/2006/main" rot="0">
            <a:off x="514350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35" name="">
            <a:extLst xmlns:a="http://schemas.openxmlformats.org/drawingml/2006/main">
              <a:ext uri="{FF2B5EF4-FFF2-40B4-BE49-F238E27FC236}">
                <a16:creationId xmlns:a16="http://schemas.microsoft.com/office/drawing/2014/main" id="{2DC23729-8F07-4BEA-A40E-83B6B30A05AD}"/>
              </a:ext>
            </a:extLst>
          </p:cNvPr>
          <p:cNvSpPr>
            <a:spLocks xmlns:a="http://schemas.openxmlformats.org/drawingml/2006/main" noGrp="1"/>
          </p:cNvSpPr>
          <p:nvPr/>
        </p:nvSpPr>
        <p:spPr>
          <a:xfrm xmlns:a="http://schemas.openxmlformats.org/drawingml/2006/main">
            <a:off x="604837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6" name="">
            <a:extLst xmlns:a="http://schemas.openxmlformats.org/drawingml/2006/main">
              <a:ext uri="{FF2B5EF4-FFF2-40B4-BE49-F238E27FC236}">
                <a16:creationId xmlns:a16="http://schemas.microsoft.com/office/drawing/2014/main" id="{B062930A-38DA-4224-8041-D780CCDE5AB7}"/>
              </a:ext>
            </a:extLst>
          </p:cNvPr>
          <p:cNvSpPr>
            <a:spLocks xmlns:a="http://schemas.openxmlformats.org/drawingml/2006/main" noGrp="1"/>
          </p:cNvSpPr>
          <p:nvPr/>
        </p:nvSpPr>
        <p:spPr>
          <a:xfrm xmlns:a="http://schemas.openxmlformats.org/drawingml/2006/main" rot="0">
            <a:off x="604837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7" name="">
            <a:extLst xmlns:a="http://schemas.openxmlformats.org/drawingml/2006/main">
              <a:ext uri="{FF2B5EF4-FFF2-40B4-BE49-F238E27FC236}">
                <a16:creationId xmlns:a16="http://schemas.microsoft.com/office/drawing/2014/main" id="{6B808B22-DB68-483E-926F-B603479C85AB}"/>
              </a:ext>
            </a:extLst>
          </p:cNvPr>
          <p:cNvSpPr>
            <a:spLocks xmlns:a="http://schemas.openxmlformats.org/drawingml/2006/main" noGrp="1"/>
          </p:cNvSpPr>
          <p:nvPr/>
        </p:nvSpPr>
        <p:spPr>
          <a:xfrm xmlns:a="http://schemas.openxmlformats.org/drawingml/2006/main">
            <a:off x="6953250"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8" name="">
            <a:extLst xmlns:a="http://schemas.openxmlformats.org/drawingml/2006/main">
              <a:ext uri="{FF2B5EF4-FFF2-40B4-BE49-F238E27FC236}">
                <a16:creationId xmlns:a16="http://schemas.microsoft.com/office/drawing/2014/main" id="{4E82DDFB-693D-43BE-B6A7-223FAE3FA5E9}"/>
              </a:ext>
            </a:extLst>
          </p:cNvPr>
          <p:cNvSpPr>
            <a:spLocks xmlns:a="http://schemas.openxmlformats.org/drawingml/2006/main" noGrp="1"/>
          </p:cNvSpPr>
          <p:nvPr/>
        </p:nvSpPr>
        <p:spPr>
          <a:xfrm xmlns:a="http://schemas.openxmlformats.org/drawingml/2006/main" rot="0">
            <a:off x="695325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0A91FA2A-9B51-4E3C-BBBA-06110E93EEC6}"/>
              </a:ext>
            </a:extLst>
          </p:cNvPr>
          <p:cNvSpPr>
            <a:spLocks xmlns:a="http://schemas.openxmlformats.org/drawingml/2006/main" noGrp="1"/>
          </p:cNvSpPr>
          <p:nvPr/>
        </p:nvSpPr>
        <p:spPr>
          <a:xfrm xmlns:a="http://schemas.openxmlformats.org/drawingml/2006/main">
            <a:off x="785812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0" name="">
            <a:extLst xmlns:a="http://schemas.openxmlformats.org/drawingml/2006/main">
              <a:ext uri="{FF2B5EF4-FFF2-40B4-BE49-F238E27FC236}">
                <a16:creationId xmlns:a16="http://schemas.microsoft.com/office/drawing/2014/main" id="{F96BB770-AC95-4C24-A872-CCD32D030A06}"/>
              </a:ext>
            </a:extLst>
          </p:cNvPr>
          <p:cNvSpPr>
            <a:spLocks xmlns:a="http://schemas.openxmlformats.org/drawingml/2006/main" noGrp="1"/>
          </p:cNvSpPr>
          <p:nvPr/>
        </p:nvSpPr>
        <p:spPr>
          <a:xfrm xmlns:a="http://schemas.openxmlformats.org/drawingml/2006/main" rot="0">
            <a:off x="785812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1" name="">
            <a:extLst xmlns:a="http://schemas.openxmlformats.org/drawingml/2006/main">
              <a:ext uri="{FF2B5EF4-FFF2-40B4-BE49-F238E27FC236}">
                <a16:creationId xmlns:a16="http://schemas.microsoft.com/office/drawing/2014/main" id="{247924E1-54C3-4931-8EDD-B31C51342F61}"/>
              </a:ext>
            </a:extLst>
          </p:cNvPr>
          <p:cNvSpPr>
            <a:spLocks xmlns:a="http://schemas.openxmlformats.org/drawingml/2006/main" noGrp="1"/>
          </p:cNvSpPr>
          <p:nvPr/>
        </p:nvSpPr>
        <p:spPr>
          <a:xfrm xmlns:a="http://schemas.openxmlformats.org/drawingml/2006/main">
            <a:off x="8763000"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2" name="">
            <a:extLst xmlns:a="http://schemas.openxmlformats.org/drawingml/2006/main">
              <a:ext uri="{FF2B5EF4-FFF2-40B4-BE49-F238E27FC236}">
                <a16:creationId xmlns:a16="http://schemas.microsoft.com/office/drawing/2014/main" id="{2A53D12E-863F-44FB-A9D1-03AE0DEA0E8C}"/>
              </a:ext>
            </a:extLst>
          </p:cNvPr>
          <p:cNvSpPr>
            <a:spLocks xmlns:a="http://schemas.openxmlformats.org/drawingml/2006/main" noGrp="1"/>
          </p:cNvSpPr>
          <p:nvPr/>
        </p:nvSpPr>
        <p:spPr>
          <a:xfrm xmlns:a="http://schemas.openxmlformats.org/drawingml/2006/main" rot="0">
            <a:off x="876300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3" name="">
            <a:extLst xmlns:a="http://schemas.openxmlformats.org/drawingml/2006/main">
              <a:ext uri="{FF2B5EF4-FFF2-40B4-BE49-F238E27FC236}">
                <a16:creationId xmlns:a16="http://schemas.microsoft.com/office/drawing/2014/main" id="{983B9158-A5F8-4C85-AAC0-5CA5E8595928}"/>
              </a:ext>
            </a:extLst>
          </p:cNvPr>
          <p:cNvSpPr>
            <a:spLocks xmlns:a="http://schemas.openxmlformats.org/drawingml/2006/main" noGrp="1"/>
          </p:cNvSpPr>
          <p:nvPr/>
        </p:nvSpPr>
        <p:spPr>
          <a:xfrm xmlns:a="http://schemas.openxmlformats.org/drawingml/2006/main">
            <a:off x="966787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4" name="">
            <a:extLst xmlns:a="http://schemas.openxmlformats.org/drawingml/2006/main">
              <a:ext uri="{FF2B5EF4-FFF2-40B4-BE49-F238E27FC236}">
                <a16:creationId xmlns:a16="http://schemas.microsoft.com/office/drawing/2014/main" id="{99021D0B-D3FE-4ED2-8CA6-E343FBFB1C31}"/>
              </a:ext>
            </a:extLst>
          </p:cNvPr>
          <p:cNvSpPr>
            <a:spLocks xmlns:a="http://schemas.openxmlformats.org/drawingml/2006/main" noGrp="1"/>
          </p:cNvSpPr>
          <p:nvPr/>
        </p:nvSpPr>
        <p:spPr>
          <a:xfrm xmlns:a="http://schemas.openxmlformats.org/drawingml/2006/main" rot="0">
            <a:off x="966787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5" name="">
            <a:extLst xmlns:a="http://schemas.openxmlformats.org/drawingml/2006/main">
              <a:ext uri="{FF2B5EF4-FFF2-40B4-BE49-F238E27FC236}">
                <a16:creationId xmlns:a16="http://schemas.microsoft.com/office/drawing/2014/main" id="{C16A650A-3ABD-4915-B5B3-A338532D9DE8}"/>
              </a:ext>
            </a:extLst>
          </p:cNvPr>
          <p:cNvSpPr>
            <a:spLocks xmlns:a="http://schemas.openxmlformats.org/drawingml/2006/main" noGrp="1"/>
          </p:cNvSpPr>
          <p:nvPr/>
        </p:nvSpPr>
        <p:spPr>
          <a:xfrm xmlns:a="http://schemas.openxmlformats.org/drawingml/2006/main" rot="0">
            <a:off x="723900" y="414337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46" name="">
            <a:extLst xmlns:a="http://schemas.openxmlformats.org/drawingml/2006/main">
              <a:ext uri="{FF2B5EF4-FFF2-40B4-BE49-F238E27FC236}">
                <a16:creationId xmlns:a16="http://schemas.microsoft.com/office/drawing/2014/main" id="{E4D9D54B-2A71-48FC-8FFD-FA0B1D4A7FC0}"/>
              </a:ext>
            </a:extLst>
          </p:cNvPr>
          <p:cNvSpPr>
            <a:spLocks xmlns:a="http://schemas.openxmlformats.org/drawingml/2006/main" noGrp="1"/>
          </p:cNvSpPr>
          <p:nvPr/>
        </p:nvSpPr>
        <p:spPr>
          <a:xfrm xmlns:a="http://schemas.openxmlformats.org/drawingml/2006/main" rot="0">
            <a:off x="1762125" y="4067175"/>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海外のプレイヤーは現時点で日本の現場に来ておらず、同じ撮影先を取り合っていない。撮影先が複数社から一社を選ぶ段階に来て、初めて競合する。</a:t>
            </a:r>
          </a:p>
        </p:txBody>
      </p:sp>
      <p:sp>
        <p:nvSpPr>
          <p:cNvPr id="47" name="">
            <a:extLst xmlns:a="http://schemas.openxmlformats.org/drawingml/2006/main">
              <a:ext uri="{FF2B5EF4-FFF2-40B4-BE49-F238E27FC236}">
                <a16:creationId xmlns:a16="http://schemas.microsoft.com/office/drawing/2014/main" id="{929645F5-87AC-4956-89C5-B4AD0B3B0BAC}"/>
              </a:ext>
            </a:extLst>
          </p:cNvPr>
          <p:cNvSpPr>
            <a:spLocks xmlns:a="http://schemas.openxmlformats.org/drawingml/2006/main" noGrp="1"/>
          </p:cNvSpPr>
          <p:nvPr/>
        </p:nvSpPr>
        <p:spPr>
          <a:xfrm xmlns:a="http://schemas.openxmlformats.org/drawingml/2006/main">
            <a:off x="723900" y="48387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1DF9903-8938-4F8F-9A71-59ED72DF4EFA}"/>
              </a:ext>
            </a:extLst>
          </p:cNvPr>
          <p:cNvSpPr>
            <a:spLocks xmlns:a="http://schemas.openxmlformats.org/drawingml/2006/main" noGrp="1"/>
          </p:cNvSpPr>
          <p:nvPr/>
        </p:nvSpPr>
        <p:spPr>
          <a:xfrm xmlns:a="http://schemas.openxmlformats.org/drawingml/2006/main" rot="0">
            <a:off x="723900" y="509587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49" name="">
            <a:extLst xmlns:a="http://schemas.openxmlformats.org/drawingml/2006/main">
              <a:ext uri="{FF2B5EF4-FFF2-40B4-BE49-F238E27FC236}">
                <a16:creationId xmlns:a16="http://schemas.microsoft.com/office/drawing/2014/main" id="{D7D13BF8-C166-4809-BC2C-BB0C225B3EF6}"/>
              </a:ext>
            </a:extLst>
          </p:cNvPr>
          <p:cNvSpPr>
            <a:spLocks xmlns:a="http://schemas.openxmlformats.org/drawingml/2006/main" noGrp="1"/>
          </p:cNvSpPr>
          <p:nvPr/>
        </p:nvSpPr>
        <p:spPr>
          <a:xfrm xmlns:a="http://schemas.openxmlformats.org/drawingml/2006/main" rot="0">
            <a:off x="1762125" y="5019675"/>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月間1,000時間ほどの収集規模に達して初めて商談の土俵に乗る。他社が大量のデータを持っていても、現場や作業が違えば新しいデータの需要はなくならない。</a:t>
            </a:r>
          </a:p>
        </p:txBody>
      </p:sp>
      <p:sp>
        <p:nvSpPr>
          <p:cNvPr id="50" name="">
            <a:extLst xmlns:a="http://schemas.openxmlformats.org/drawingml/2006/main">
              <a:ext uri="{FF2B5EF4-FFF2-40B4-BE49-F238E27FC236}">
                <a16:creationId xmlns:a16="http://schemas.microsoft.com/office/drawing/2014/main" id="{C611400E-24FE-45DF-8B12-B390030D1B7D}"/>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今は同業者との取り合いより、空いている現場をどれだけ早く広く集めるかが重要</a:t>
            </a:r>
          </a:p>
        </p:txBody>
      </p:sp>
    </p:spTree>
    <p:extLst>
      <p:ext uri="{BB962C8B-B14F-4D97-AF65-F5344CB8AC3E}">
        <p14:creationId xmlns:p14="http://schemas.microsoft.com/office/powerpoint/2010/main" val="611676296"/>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C0CE26F-28DA-4F99-876F-27030C1E61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DE7D2A-317A-402E-8F68-1BF70E72D33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A861B3B3-095D-4457-AE16-B20CADBAF86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3DD9A4-56A1-4719-B613-1FFBDEA3065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3D1901B5-F7DF-4094-900E-5B176A137C8A}"/>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A4A9F7E0-00A1-483B-84B1-00F354D17AB6}"/>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EF541E4-5763-48FE-8627-E68E08EFC4F2}"/>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7BDEBD30-A834-4376-AD5E-68F8DB724A53}"/>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D0B84035-60B6-4E7D-9ADF-8931E4BB339C}"/>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9FED3697-CF39-4932-8ADB-AB28A32CFDB4}"/>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2E85D4C4-2037-4967-B2BE-7D7449017090}"/>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62D3BA23-C93E-4E13-8D71-67BDB14BF725}"/>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E640585F-8831-45AF-BFAB-9AB2B2D6BCC3}"/>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AB382038-68CE-46DF-9AA5-E32E56AC8178}"/>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2E055CE7-89DB-410A-89F8-8DFCB5EA57A7}"/>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業種ごとの法令・ルールへの対応</a:t>
            </a:r>
          </a:p>
        </p:txBody>
      </p:sp>
      <p:sp>
        <p:nvSpPr>
          <p:cNvPr id="16" name="">
            <a:extLst xmlns:a="http://schemas.openxmlformats.org/drawingml/2006/main">
              <a:ext uri="{FF2B5EF4-FFF2-40B4-BE49-F238E27FC236}">
                <a16:creationId xmlns:a16="http://schemas.microsoft.com/office/drawing/2014/main" id="{2E8480C4-0493-41BD-9FCF-A54B40BE0E41}"/>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FC7BBFB-D62A-4EE3-95F3-65AE81E30D40}"/>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CC8E6BC5-4B4E-46B9-AE21-178BA92CCA79}"/>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1422D384-6520-4597-AC8B-D86EB0393A7F}"/>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49675706"/>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91B45CE-008D-4C52-8522-76912AEAFD7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F41692-AF5A-4BDF-8AEC-5916830F178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A4F6AE54-F48C-4E7D-BFB2-6E659131747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B78770-B058-477E-B26D-A190B0587A5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CD570EB2-D19F-4254-9CD6-7AB4B0BB2CB9}"/>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4547DEE0-45CF-426B-B46E-1F67FA3C2065}"/>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F1E15989-FCA7-4111-A483-32421E757B5E}"/>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C9D67944-C44A-441A-86FB-248A2CCB7716}"/>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人間の作業の流れを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C72860C4-FC19-4783-98E2-CA20E8A294D2}"/>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D73450-D8B7-4CD8-913E-E230AAC22D0E}"/>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6B51AA40-2F14-4059-89AF-48BDBAAB4E9B}"/>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309D697E-F7D1-4E13-B92D-CA4E7A102EC7}"/>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DC8F1D41-C723-4FD7-ADBD-6E94E92F38C7}"/>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B71B9303-990B-4F06-BE68-C2788884034A}"/>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524229-896C-4501-9CF0-2279747B2BE1}"/>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EB5C1AAA-5D05-4C4D-9324-6D8E0CD24F68}"/>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D8D675CC-9414-44E7-B832-C3DDF7A46B35}"/>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05D0BA9F-D859-47D7-A293-6B803DFE1218}"/>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04CFD9EF-0C1F-40F9-B699-AFD224367F1C}"/>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DF75830F-2402-4A13-8FC6-5BE6BA20DA84}"/>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749C0122-D605-4E62-9C6B-912701823F08}"/>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6A44136-4156-47F0-A4D1-C711A35486F4}"/>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843384469"/>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6E51C1-7C1E-41B9-AAFD-BC5722B0C9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0B5AB7-E93C-48CA-9840-AE1FA769D80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12CA8C9F-7AB2-4F53-B6E7-1B19DFE11DF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D4D096-7C10-4C3C-A901-5569432A463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480E6E39-3BC3-4BC7-8A7B-C3A4447F1139}"/>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BB33B1E4-1475-4F58-8F6A-5E943765B5DD}"/>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A470118F-04B7-4939-985C-AF3AE10BF876}"/>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データ収集・販売による収益を確保する。現場との関係構築と、業種ごとの法令・ルールへの対応を通じて、後発が真似できない参入障壁を積み上げる。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870CA224-03F2-4937-8CA3-A2B7DD6715B8}"/>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D3653E-EFFE-4F09-AF33-C0A3ACCF877A}"/>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D72FA301-2301-4FE1-ADB8-369AA2535EAE}"/>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729C60AF-B745-4F9C-978F-A84A7B696313}"/>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F6FDDB36-E41B-4C0B-BD32-7DC1FDC9FD8F}"/>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189741138"/>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FE452EA-52D6-4F47-A6DA-14C8FF7DCC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E767F3-38D3-4707-ABEC-483ACBF80E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154ECDBA-536F-43EA-AE9A-C0E8F9F884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125AEF-8627-405E-A591-D8440487F0C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FD8182D5-F9F0-4660-BAAA-8C60737929A2}"/>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5024DC0C-2C28-49F5-9D69-AF045B2AD362}"/>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35ED39E0-35A8-491C-B1CD-3A32CC9B1E1D}"/>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1FA87166-11AF-4442-A354-8B7850FF147B}"/>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FFD8BB49-112F-4E34-AA52-61E2C41E1EE4}"/>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41F669EF-9246-484C-BE7F-FF9429C44283}"/>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6144DAF7-0B98-4827-A472-A1D855ACE102}"/>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AE75892-DB8F-4C13-A41F-E9938DFE1923}"/>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025367AD-76A3-4EC2-B350-7D35EA0EC465}"/>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販売までの運用</a:t>
            </a:r>
          </a:p>
        </p:txBody>
      </p:sp>
      <p:sp>
        <p:nvSpPr>
          <p:cNvPr id="14" name="">
            <a:extLst xmlns:a="http://schemas.openxmlformats.org/drawingml/2006/main">
              <a:ext uri="{FF2B5EF4-FFF2-40B4-BE49-F238E27FC236}">
                <a16:creationId xmlns:a16="http://schemas.microsoft.com/office/drawing/2014/main" id="{4F919312-DE98-4416-9335-3B2D30838888}"/>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171360E8-1474-47C9-874F-F1A9DB248357}"/>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データ購入企業</a:t>
            </a:r>
          </a:p>
        </p:txBody>
      </p:sp>
      <p:sp>
        <p:nvSpPr>
          <p:cNvPr id="16" name="">
            <a:extLst xmlns:a="http://schemas.openxmlformats.org/drawingml/2006/main">
              <a:ext uri="{FF2B5EF4-FFF2-40B4-BE49-F238E27FC236}">
                <a16:creationId xmlns:a16="http://schemas.microsoft.com/office/drawing/2014/main" id="{A00F76BD-0F3C-42E9-B4DA-E592D20A898B}"/>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E57544F6-95FD-4471-916C-1508942F69EB}"/>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3C07674-ED3C-4975-8995-F35F40430B30}"/>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415E1B-89B7-4FC8-9D21-DD2781387F58}"/>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1397FDE5-E0AF-4370-8045-6762A01D15E4}"/>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FDA4ADDB-B5F5-4CEF-BF42-4EBA82AD2D12}"/>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423EFFA-DE84-44BF-99D2-4895D22E8DFF}"/>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876607624"/>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D87C8ED-8DD6-4430-BE0E-B61ECBA67A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704B4D-087B-4407-B53C-B3D66E450CA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07DD1A1E-5026-4E31-9F87-C289C40AF5F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AC0443-86A9-40AE-AE51-E6A889D323B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45128C68-FBC4-4654-BF7E-0C7562C5036C}"/>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5A21166E-E31A-4938-81A2-6E87A62D4B5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086508D1-9E5F-4D22-8D9F-E72EF5203C8C}"/>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A230D0-78F0-4782-A23B-8AD55C82D680}"/>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0F58ADB7-11BB-4DFF-9F10-2529B7460940}"/>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6E57DF27-8453-4D92-8A39-59C32628A35C}"/>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E10560-40AA-4AA9-8C1A-F3D6C023B387}"/>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51E0DE01-60BE-4870-9D67-3984403A261F}"/>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0EED4412-CB89-4294-8B9B-139BD36A0C76}"/>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226D590-62A1-472A-9EFC-C3399FE17CAE}"/>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A9B1C082-9DCE-41C4-A2A0-9F52E64EBE57}"/>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B5050193-1640-4BEF-9CC7-9A9B0A37A756}"/>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05D5B59-06BA-44AB-B84F-716A1E3D51D3}"/>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95EE27D9-736C-49EC-8FFF-483A7A3A45B7}"/>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238004046"/>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FF1D32E-ED93-4B80-BF11-FDA392DBB9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2FF2D9-7601-40A3-A4E7-9FBC61546B5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DC113835-67EB-45FF-8985-4A22BB0807E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7BB8D7-ECE4-4EA7-9D6C-5E472EFE525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BC35DB59-1DC4-4733-911D-B6B8423E5560}"/>
              </a:ext>
            </a:extLst>
          </p:cNvPr>
          <p:cNvSpPr>
            <a:spLocks xmlns:a="http://schemas.openxmlformats.org/drawingml/2006/main" noGrp="1"/>
          </p:cNvSpPr>
          <p:nvPr/>
        </p:nvSpPr>
        <p:spPr>
          <a:xfrm xmlns:a="http://schemas.openxmlformats.org/drawingml/2006/main" rot="0">
            <a:off x="723900" y="15049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販売先は確保できる段階にある。残る課題は収集規模だけである</a:t>
            </a:r>
          </a:p>
        </p:txBody>
      </p:sp>
      <p:sp>
        <p:nvSpPr>
          <p:cNvPr id="6" name="">
            <a:extLst xmlns:a="http://schemas.openxmlformats.org/drawingml/2006/main">
              <a:ext uri="{FF2B5EF4-FFF2-40B4-BE49-F238E27FC236}">
                <a16:creationId xmlns:a16="http://schemas.microsoft.com/office/drawing/2014/main" id="{4448C2FE-C83C-4BA9-9D62-05118EA08006}"/>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3562EBEA-3E8C-46A4-85EC-59E931C4860C}"/>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9430FF-0E53-409C-8B74-185C26402CDF}"/>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9CDDB8-028B-464F-8132-2C42E36FE929}"/>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10" name="">
            <a:extLst xmlns:a="http://schemas.openxmlformats.org/drawingml/2006/main">
              <a:ext uri="{FF2B5EF4-FFF2-40B4-BE49-F238E27FC236}">
                <a16:creationId xmlns:a16="http://schemas.microsoft.com/office/drawing/2014/main" id="{8ECB60FF-2340-468B-92BE-89B94E4219E6}"/>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A4F7F2-EA0B-4B54-BEF8-1866D3657446}"/>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合意に至らない理由は品質ではなく収集規模。</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収集規模を広げれば解決できる</a:t>
            </a:r>
          </a:p>
        </p:txBody>
      </p:sp>
      <p:sp>
        <p:nvSpPr>
          <p:cNvPr id="12" name="">
            <a:extLst xmlns:a="http://schemas.openxmlformats.org/drawingml/2006/main">
              <a:ext uri="{FF2B5EF4-FFF2-40B4-BE49-F238E27FC236}">
                <a16:creationId xmlns:a16="http://schemas.microsoft.com/office/drawing/2014/main" id="{462215A2-912F-443B-A47A-9253E3A9083C}"/>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E4CB21-3D83-4ED3-890F-0CEB287E5C5E}"/>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4" name="">
            <a:extLst xmlns:a="http://schemas.openxmlformats.org/drawingml/2006/main">
              <a:ext uri="{FF2B5EF4-FFF2-40B4-BE49-F238E27FC236}">
                <a16:creationId xmlns:a16="http://schemas.microsoft.com/office/drawing/2014/main" id="{B48D1E4B-220C-4703-B967-0EF6A8598FE2}"/>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5C4D908-B0F3-4E2B-8061-BDDABC3CD52F}"/>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2FFE63-2988-442D-A11F-B7A0C476D500}"/>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販売手数料なしの売上分配。</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7" name="">
            <a:extLst xmlns:a="http://schemas.openxmlformats.org/drawingml/2006/main">
              <a:ext uri="{FF2B5EF4-FFF2-40B4-BE49-F238E27FC236}">
                <a16:creationId xmlns:a16="http://schemas.microsoft.com/office/drawing/2014/main" id="{60903AD9-4420-4C7B-8600-8ECE1B37B5D8}"/>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9EDDA2-71E3-4BBC-B655-9DF8E890DCF7}"/>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現場合意の手順を共同で構築中</a:t>
            </a:r>
          </a:p>
        </p:txBody>
      </p:sp>
      <p:sp>
        <p:nvSpPr>
          <p:cNvPr id="19" name="">
            <a:extLst xmlns:a="http://schemas.openxmlformats.org/drawingml/2006/main">
              <a:ext uri="{FF2B5EF4-FFF2-40B4-BE49-F238E27FC236}">
                <a16:creationId xmlns:a16="http://schemas.microsoft.com/office/drawing/2014/main" id="{D7574ACC-6116-42D2-97C7-540070E8CBAE}"/>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A469C38-4EE5-40B2-87F5-762598A24876}"/>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作業内容などの情報を付けたデータとして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高単価の販売先にも提案できる</a:t>
            </a:r>
          </a:p>
        </p:txBody>
      </p:sp>
    </p:spTree>
    <p:extLst>
      <p:ext uri="{BB962C8B-B14F-4D97-AF65-F5344CB8AC3E}">
        <p14:creationId xmlns:p14="http://schemas.microsoft.com/office/powerpoint/2010/main" val="979892406"/>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B2F455-1A69-4707-85CA-B9DF5DD4B8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24646C-AABC-40F8-BD3D-2CD64FED5A6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3F2B5891-4BC8-4595-B02F-0EA2656F2C7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95780F-08C7-4DCB-B219-B49E1A20268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DD9CA7AF-5651-412D-BED2-675C4A9764D9}"/>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C2606ACF-D46C-4857-868E-0E4F877B6FC0}"/>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61AB5F78-09F0-4C7C-B248-ADBA8EB91CF5}"/>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EDCCE952-7FD8-4FBF-A15A-23F6E253BE9F}"/>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248552-E839-4796-9864-C8A65BE592E8}"/>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08094973-B19F-4688-9EA5-0DAD8157F3DD}"/>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E0C2AE79-1B43-4DC4-84AB-C1E3049A3984}"/>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神戸大学大学院システム情報学研究科で、シミュレーション上で学習した二足歩行を実機へ移す研究に取り組む。事業ではシミュレーション領域を担う。</a:t>
            </a:r>
          </a:p>
        </p:txBody>
      </p:sp>
      <p:sp>
        <p:nvSpPr>
          <p:cNvPr id="12" name="">
            <a:extLst xmlns:a="http://schemas.openxmlformats.org/drawingml/2006/main">
              <a:ext uri="{FF2B5EF4-FFF2-40B4-BE49-F238E27FC236}">
                <a16:creationId xmlns:a16="http://schemas.microsoft.com/office/drawing/2014/main" id="{B21DD4EE-B11B-4319-AABE-B707757FA11A}"/>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F65AD9F-6F79-4A51-8462-BEF13C06052C}"/>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64E9C6FE-FD7F-4BC3-870A-E8E24DB4D417}"/>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2AC3F91D-E581-42AC-A994-B6070F6B6059}"/>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B14B289C-398D-40AB-8464-7DF012238E6C}"/>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A0AFFE-79E5-4A69-BCE4-58569FC5198B}"/>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086A2C4D-5A58-4F40-9CE5-351540EAC301}"/>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1C692C97-8073-4E08-9006-F3FC12C8DB3E}"/>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401167879"/>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1E5B057-748E-49AB-A21B-9DBF38C8FE8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3A6A63-E5C0-43F4-AE07-098ECCC290A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8E50A88A-E247-4ED8-AA7A-985FC8FE54E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F0684C-BBA3-4D31-9225-102523B6EB0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f3075b728f345ed"/>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F186D7E-837D-4D80-AD4B-C3BF087503B8}"/>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A7EE6358-2C7A-4014-B752-DC4EBA769C6B}"/>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5CC354A0-F18E-4C2D-A851-51892C272081}"/>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3505fea833b4346"/>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ECD3806-9D0B-4955-BC11-7A3384F7F523}"/>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CA6D778D-3CF1-4CAE-A30B-6B095823B577}"/>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E96C884E-3645-4C0C-8EEC-7AB6B83554AD}"/>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aeae6074d924286"/>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38D21AB-EC99-4020-99B8-E2E2B8637716}"/>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16C922E3-0646-4551-B0B7-F53ADA19F050}"/>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9B4DA50C-9B1C-4EED-8511-7F61EF33BB55}"/>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5B29089F-AD62-4BA0-A7D3-56F1188D33BC}"/>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F85AB2C-3273-425C-86BB-211FB10D2ADB}"/>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755356290"/>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CE6973-D57C-4B01-9DF5-490FA5B5B6E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1FF8F3-9651-4EE8-87D5-20E0349174B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1時間あたりの収支｜前提</a:t>
            </a:r>
          </a:p>
        </p:txBody>
      </p:sp>
      <p:sp>
        <p:nvSpPr>
          <p:cNvPr id="3" name="">
            <a:extLst xmlns:a="http://schemas.openxmlformats.org/drawingml/2006/main">
              <a:ext uri="{FF2B5EF4-FFF2-40B4-BE49-F238E27FC236}">
                <a16:creationId xmlns:a16="http://schemas.microsoft.com/office/drawing/2014/main" id="{3AD7D9B4-B60A-48E5-A1AC-0BAB9FD0F02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4C0246-82EB-46DB-A878-8388B72DDDE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1時間あたり1,600円（下限）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デバイス費</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8万円/台を10か月で割る</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約73円/時間</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約727円/時間</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231C4F2B-E766-4363-9083-B9E446799FBF}"/>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1454275151"/>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DFFEF7-BE73-4EAA-B5C0-4F59384C3E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5BDDBE-BFB4-4C22-B128-5B30EBF0DB8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収集規模別の収支</a:t>
            </a:r>
          </a:p>
        </p:txBody>
      </p:sp>
      <p:sp>
        <p:nvSpPr>
          <p:cNvPr id="3" name="">
            <a:extLst xmlns:a="http://schemas.openxmlformats.org/drawingml/2006/main">
              <a:ext uri="{FF2B5EF4-FFF2-40B4-BE49-F238E27FC236}">
                <a16:creationId xmlns:a16="http://schemas.microsoft.com/office/drawing/2014/main" id="{F7520EC6-D0C9-4E4D-BF00-93B950E5149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495B65-FFD1-4C8A-9459-A3A78B6EC78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データ販売額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1か月分のデバイス費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デバイス購入費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475161A-8153-4E85-AF0E-CAAACE398819}"/>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月10,000時間を12か月継続：会社取り分9,600万円、デバイス費を引いた後は約8,726万円。</a:t>
            </a:r>
          </a:p>
        </p:txBody>
      </p:sp>
      <p:sp>
        <p:nvSpPr>
          <p:cNvPr id="7" name="">
            <a:extLst xmlns:a="http://schemas.openxmlformats.org/drawingml/2006/main">
              <a:ext uri="{FF2B5EF4-FFF2-40B4-BE49-F238E27FC236}">
                <a16:creationId xmlns:a16="http://schemas.microsoft.com/office/drawing/2014/main" id="{A5681869-D3DB-4249-898F-1554861079B7}"/>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2054614274"/>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045DEF-CBBB-4FB0-AC69-CFE7F5E7E0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C3BC19-B02D-4842-8690-47947296A31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デバイス費以外にかかる費用</a:t>
            </a:r>
          </a:p>
        </p:txBody>
      </p:sp>
      <p:sp>
        <p:nvSpPr>
          <p:cNvPr id="3" name="">
            <a:extLst xmlns:a="http://schemas.openxmlformats.org/drawingml/2006/main">
              <a:ext uri="{FF2B5EF4-FFF2-40B4-BE49-F238E27FC236}">
                <a16:creationId xmlns:a16="http://schemas.microsoft.com/office/drawing/2014/main" id="{1AA032C8-A755-45B2-A707-FB5A906262C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6E4AF4-167C-4F15-93DD-DEFB226F514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146CE40F-9EFF-4185-97A2-4570BE098C96}"/>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データ保存・転送費</a:t>
            </a:r>
          </a:p>
        </p:txBody>
      </p:sp>
      <p:sp>
        <p:nvSpPr>
          <p:cNvPr id="6" name="">
            <a:extLst xmlns:a="http://schemas.openxmlformats.org/drawingml/2006/main">
              <a:ext uri="{FF2B5EF4-FFF2-40B4-BE49-F238E27FC236}">
                <a16:creationId xmlns:a16="http://schemas.microsoft.com/office/drawing/2014/main" id="{06127874-1737-4FB8-B441-1CA55573D365}"/>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972FF154-2A36-4F61-9BE6-F3C341A903FD}"/>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730413-DB6F-4787-A8FE-83BB07103756}"/>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94E5FE6D-D80A-4234-8C26-5BF702A86805}"/>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04605465-1795-4B78-8D0C-775EBCB77BB6}"/>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BEEB9F-259A-4544-B293-2A57B7511FA8}"/>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537CDD01-241F-4A67-95D5-1124D8F9CFD2}"/>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5F9AA026-2AEE-4D70-9ADD-291559160F1C}"/>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9BCDE1-EA36-4CA2-B355-767D30B95FCF}"/>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38914858-C4A4-4BFC-BEC2-92A21F301D28}"/>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91322959"/>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077A01-85A1-476D-8974-F11670AA97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7454D9-207E-4EAF-8931-4EFA4A3502F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月10,000時間まで広げる際の課題</a:t>
            </a:r>
          </a:p>
        </p:txBody>
      </p:sp>
      <p:sp>
        <p:nvSpPr>
          <p:cNvPr id="3" name="">
            <a:extLst xmlns:a="http://schemas.openxmlformats.org/drawingml/2006/main">
              <a:ext uri="{FF2B5EF4-FFF2-40B4-BE49-F238E27FC236}">
                <a16:creationId xmlns:a16="http://schemas.microsoft.com/office/drawing/2014/main" id="{59D70ECB-CC23-44E7-9D8F-47028C93198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967DD7-B2B9-4332-8F54-326A13E8881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AB71B715-1E68-48D9-921E-6FA3B2C7E3A7}"/>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258DA701-84B8-4A0B-AF32-C2F7519F2AE8}"/>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EB4A9DAD-9808-442A-AE46-9A18771F9C30}"/>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400B01-95FA-4682-9645-D01B8689863B}"/>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4005EBA3-4EFB-4822-848C-67B873ABC86A}"/>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22713044-234A-4B9E-AFC7-BE41EB8B7013}"/>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1E8E49-D0CB-4E8D-A7FD-58A213CA65F0}"/>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32A2A88E-5D8A-4259-8681-B9E7E6D27A31}"/>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3FCFFE7E-6996-46A5-8375-74CE0CFEB9BA}"/>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112471142"/>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12B254E2-9635-4D9A-BF46-28DDCE6662B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4DBDFF-FDC6-490A-ACE9-150FAFB4974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8D074455-5517-4E04-8A81-2171EC036A0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FE012F-402A-4834-B29F-A1527202542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6ACEA2D1-403D-4D21-BE94-97532FF3119A}"/>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2D00CC-A510-41B8-A0EE-4D0E266D4729}"/>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3BBB5823-32E3-4B28-867E-FDD25C2ED01E}"/>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7C37E01-25F3-4E74-BD48-0995E601CFBD}"/>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A218E787-FF51-4976-829A-3FBE3D2F711C}"/>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F32CE7FB-6ECB-4171-B340-894458E7D804}"/>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B05887A7-CBB2-4CE2-BB75-0BF360CBB334}"/>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3C70FFED-1FDB-4810-803C-7554A9356D7A}"/>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82AD4E17-D0F8-409E-AA2A-9AD1CD9207DC}"/>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BD4A66B-A345-4618-BDAF-36E0F07C98FC}"/>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0BF544AC-B418-428E-B6C8-12A4C4CBFAFB}"/>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EED6367-7C5B-44E3-854C-F827BEDF8EF2}"/>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11019419-A2E3-438B-A2A3-8B1FAF1923A6}"/>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3AA8761C-FC76-44F1-A6E2-E02ACC0B1815}"/>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8371C190-EC5F-4F35-BC77-DD5DCA408490}"/>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7A2FB5B6-0063-45E4-8D56-613A86FA62C1}"/>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24841216-51F2-4B3C-B30A-620B61BFE34A}"/>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500EF491-8CB6-4DA1-86D2-82605259A756}"/>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FE3909D0-F856-48E2-8175-3353A0210841}"/>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CDFADB18-38FC-49A2-B814-4011C066D3B6}"/>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68A6BADF-91E7-48BE-A371-FBB3AC0C3BF3}"/>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4ED7D4D7-8704-4D7D-9E25-552033068FFA}"/>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C094141A-5079-435D-B437-7915F62E98F8}"/>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90AF6E58-891D-4FAA-91A6-11FBE8567E34}"/>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69E8566C-B289-4ADE-8627-898909367130}"/>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BA2B784E-42BC-4433-8C8A-EEB195CF9F1F}"/>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60E88DED-4882-4289-8856-182B68726CB2}"/>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5F43F419-162A-459F-A7AF-C7E50C84E08C}"/>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91B9F08-0610-4FF0-BB74-31191F6F1F66}"/>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C893C70-CAD6-4744-8C4D-1198306D8620}"/>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F1FC997-504B-445B-AA60-17ED71DA9016}"/>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D3D60A43-0941-4BE8-BA16-A30038EA0926}"/>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13CD6571-267C-4C89-9E93-09F2339748ED}"/>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F1E7AB74-171D-4F06-B6CC-E95BEA7B4F78}"/>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27D274F5-6B82-4546-AA02-FBA9F1975BD6}"/>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69B17F17-46DC-489F-A05F-4E8F96137B21}"/>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0C50752A-DF7E-49F9-956D-3B7BDA2D5585}"/>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9CE3F492-A2C0-44C8-B59B-020354FA8B87}"/>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A4F77382-FCC5-4575-9B30-1BF30308BAE8}"/>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981CC5FC-5D38-4A90-9AC4-4B5EEEF2EB05}"/>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6ADA7E7C-5802-417F-954D-592F97312066}"/>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1C85B1D3-2933-43E7-980A-F9C3B7533E25}"/>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B1C92F68-A883-4A9D-A024-353C5482CF27}"/>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6959535B-7964-48D9-8708-2B018CCAAF1E}"/>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7214AFE4-9AE9-4640-84A7-CE2626385F44}"/>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A96345C5-8BDC-4211-8138-BAE10E91E241}"/>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03997A72-FB9D-440B-8961-CCAD9BA26A4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E1B37AB4-CD07-457D-9FA9-9D1B382B1265}"/>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12F4328F-8725-48E8-A772-BC2ECD4F470B}"/>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2D8077DD-22D5-4E14-BFCB-D982170A77BC}"/>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744341194"/>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EAC2CCD-E5DC-4115-9CAD-0BD33B49794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26F76B-9E02-4DEA-946F-D6C47730146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B3741A40-30FB-4DAF-A88C-C917170C301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511970-73D3-4F42-B06F-5C58C683A33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A7EA56D7-7E77-498E-B079-98154DF4B6D4}"/>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56CDD6-603A-404C-B5EA-46B668F740BC}"/>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945F565C-9192-44B4-B6D4-B9657C629E60}"/>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80C5EB7-AFEB-4120-B9B8-783DD076DED9}"/>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E03F4D19-424C-4B9D-A910-E0E110581F65}"/>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AC40183A-EF55-4C32-A754-0CA2FF59E806}"/>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8DEB4A02-C4F6-46D2-B8E1-11D9C4765A6D}"/>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33A6DD5-ED6B-480B-9149-99C7AF59C1DC}"/>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759708F4-4E65-4EA8-82BC-A3544E41A06B}"/>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1427D617-5653-430D-A76A-823E35F22BDC}"/>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394866C2-F55C-419A-9401-A6875FEE49CF}"/>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7D805CD-D600-41AF-AA0F-4AB12C75D62F}"/>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500DCD36-EB10-47C5-B7AE-7829D964D58A}"/>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E1242E61-B15A-4706-B521-ABADCFD97954}"/>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4D010E34-13F4-4958-8DED-9D4C9303714A}"/>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AFF8B630-AAB5-4131-AFF6-555A8436F090}"/>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59DCD38B-F5C7-41E8-87D7-7506A425C3A4}"/>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DDED7335-001A-4B06-9823-4D199CDB7638}"/>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FAFC1701-BECA-47B8-8BC1-1D25F9D32392}"/>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C6AFE4CD-6D2A-48EF-82D2-9186CF97EBFF}"/>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56A37196-8E68-43B4-8E67-3A87FA6C9A7F}"/>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02B99E1C-7741-4323-9AD7-0FCC4440B2FA}"/>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7DE826CF-1DCE-4065-BC0A-27010C9B1DD0}"/>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B81F6EF-89A1-47D8-86DE-FE225E99017E}"/>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979B5603-7209-4136-B8A5-779CF0325BE7}"/>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A3C4ACC7-5FFD-4A51-AB58-FC1EF243C919}"/>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67B20661-20AB-4D79-860F-A7E250E68E21}"/>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5F916CEE-8510-4190-B7D8-FCBD1A51D093}"/>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1C14C852-0058-4D1C-B7C4-71BF08FED9D1}"/>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4CA0D55E-68E7-4C57-85CD-4CDE37B991F7}"/>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A62F8785-BF0E-4C16-B6D4-7FC6D9C7D03F}"/>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B54045E4-5666-44B4-9E27-770A534E436C}"/>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A639A77B-6DAC-485E-915A-649156A0E766}"/>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9FACA261-87E0-488D-A3E9-DE0361ACCD43}"/>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F42FB1F1-B00A-4934-BE7A-514985B86A1F}"/>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801EDF94-48E1-45D3-9055-222FD590BB00}"/>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0392FF39-5CDD-4948-830C-7AF3A1F9AD63}"/>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A8BA58E2-C024-4E2E-AE1E-A4AC4F8DA711}"/>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A91E4CED-7072-49C1-8342-DBA460CAFC82}"/>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7DD979F1-B539-497B-BC09-98FB5DB3DEDD}"/>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B9D93A1B-5D33-4294-A712-F35E079E8668}"/>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DB7E57E2-272D-4E33-ADBF-10FBF68E54F8}"/>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3E9085FB-4B18-40CE-AB1C-4BC1BDB77D40}"/>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E478C082-AE66-4685-80E0-533386516EA7}"/>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B8CAB5E4-CFE2-49FA-A7D9-AD0DBB99BDC6}"/>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38D8356D-A0F4-4270-B747-91FBB12F4604}"/>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227351E2-5F05-45E0-85D4-0349280E2DE9}"/>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1172E3CE-ECB9-4B60-AE25-465A736BBDC6}"/>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A2656343-A91D-4AEA-9605-60D72716071E}"/>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5A7C4766-2AF4-481D-ADC4-E6DCF0C70A98}"/>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5875C3F6-6305-4828-BCA3-1665EC3CCAD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A3D3D71C-FD38-4C8B-96F5-7E4D7BF2EB68}"/>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A9D2AA6C-A76E-4EE7-9B18-762C11EC5663}"/>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0C55F978-CE1C-4EED-BCD0-7F94F2DE79EC}"/>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8089FF1F-2807-4490-83CA-6E31C2C677F8}"/>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812D391F-C505-45A1-8980-40F9AE9F34E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03A21F5A-E8C4-4649-BA48-D1E3C7768FDD}"/>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35CE51DF-3BD7-4738-A106-BC951BA46793}"/>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8DFA7A18-1AA6-4FD3-A2EA-89A025E1000B}"/>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4D021C93-E281-45C0-BAE7-A0F71D348DD3}"/>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770761230"/>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C781E7E3-3300-42A5-9FA1-9B271FCAAB4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97F42E-CB03-4290-809D-6C13C8BD1B3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AE7DF4E7-0259-491A-ABC5-0CA3BCCB6BB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0D5886-0D22-49C7-BD74-62C2866E73B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573688C8-5A7F-4E8F-AA80-386A2FC4EA7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FAAA842-0A55-47B8-905F-13C047643527}"/>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1657576D-2BE9-434F-92BD-43128DD6D5FA}"/>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F310930D-44D2-46DE-BD57-9A26DA5696A9}"/>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675D5DB1-FE6F-4A42-AC6E-8371C7B8FBEC}"/>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F636BD01-F4FB-4EEE-91A5-ED59932B89E3}"/>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0C83CF88-100B-4CA2-9F0E-65F0C5C001D1}"/>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6BD0EF30-36E1-4034-8A24-7DC41487905C}"/>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682FC366-981C-441A-AD9F-9164E4771A17}"/>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C4B61387-AB4A-47CE-A822-DC1D66D791C6}"/>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44346A0-377B-4E5F-8356-B6E82CEDE56D}"/>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F0CCC00B-D98F-4AFE-9517-5D19E9CD05FD}"/>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2A66A9B9-D66D-49BA-8577-A0D3FD2295B0}"/>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C672BDB0-0DCF-490A-ADC3-30360A0F28B9}"/>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B3AE699C-C80B-4706-A578-2B52FB0D3CE9}"/>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F30F02EB-7914-4A2F-9B3F-85C67F97B6A0}"/>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5DEC8A03-E43B-405F-9D98-5E3B9F2E470D}"/>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4677DFBF-BB0E-455E-A01B-E8E90CC1A208}"/>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20EB8E3B-D903-4248-A3EB-C542E395FA63}"/>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6B04467B-026F-4405-ACFD-14678AA85763}"/>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CB79EB9E-89E4-45E3-8031-E5013721232C}"/>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D6BDEBC-9B34-4D4E-B27E-5A273D0E9BBE}"/>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F0545E4B-24E8-435C-AFE6-BDCC546ADA61}"/>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B47E6FA-AB12-4D2D-AA2A-BDC399F86C0B}"/>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74A2997D-B090-4D5B-AFF8-07D747AAE945}"/>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D285951F-620E-488E-8F09-8C6D5CD0C7E1}"/>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ED95F1CC-0973-47CA-A883-300F0F4193C3}"/>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7EF941A8-95A6-4593-90A9-2C128091D5BE}"/>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65F33C18-98DD-4711-95F7-41B2B6950607}"/>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2DABFCDB-2D7A-41EB-A168-D7D2FA4B202A}"/>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4A82C663-F4CA-4D70-A377-E7ED83584EB9}"/>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FCAE593F-F1AA-4B67-9A55-3060451686AA}"/>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213E446A-07C0-4621-BFA5-9AFA85FF36F4}"/>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617529DB-FF1F-472C-B9E1-19A7CCB72061}"/>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65DEB273-AB9A-424A-AD73-502E243497C0}"/>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E74B53A0-7D35-4118-82B1-461388D90F1D}"/>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4F166A88-81C4-4D67-A110-B23685AF3E63}"/>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D1B9F2A3-CB94-4D75-9BD7-D7215DC9276D}"/>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B4B95734-049F-4E36-A57D-0ADFCB1CBFCC}"/>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91DA5C0A-7C2A-46B8-AF9A-73D94B4EF3C5}"/>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84F749A4-EB0E-413D-93E4-FDA7D92FA72E}"/>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9E324DC6-1A35-46F3-AAED-248B574FDB0D}"/>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923EFF1B-617A-49AB-B25A-11714918AB2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CD909044-BE97-4F39-AED8-150270C259A4}"/>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4D919CE2-EC39-441A-816B-238CB96DE8F0}"/>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F341AD5A-C438-4C25-B603-CCE88317D835}"/>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C1F24003-C675-4452-9628-8513288E3300}"/>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4FCB7842-E925-4FE7-A99D-C5676F028BE1}"/>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BB4E1A66-36EA-42EC-BEAC-DF8A9C68CFDF}"/>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4ECE3180-DCC8-4058-9BDC-C1E08EC65748}"/>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028E4EF9-B479-44F6-824D-DCA6B23F93FC}"/>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751C09E2-79EF-4A68-915C-C98A263D7ACC}"/>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FED63BA2-4BA6-4387-9556-255A25324BE7}"/>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05779078-8B87-4EDF-90EC-43FE733F24BC}"/>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BB53AF54-26EF-43C2-96B8-A9E804D6CD98}"/>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1749765210"/>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B9F9E4E-9C3B-4AD7-80A3-DE0D467B47B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DA6156-F2B6-4BEE-BAAD-FE3C5FF6969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6FCC08AF-79D4-46E0-A6CA-B3A53422F2B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C72101-F7E4-42A9-BD50-1343DFD25C9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B2399A58-AF41-4509-973E-7A56528062F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3C1E4F-FB6D-4D92-899B-65F15B399992}"/>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EE708B4E-2C2F-44D4-9263-6A37A6B1744D}"/>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5BFEEBFF-AFB7-4B71-926D-29710A4A7CE6}"/>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C4F5CB10-B731-4F5E-8CDF-25D7CF694AB9}"/>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0087CAFC-8871-4F6F-81F7-CA22FBB8F0E1}"/>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8351A871-97E5-4EBB-A6FC-29624F4B1B20}"/>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5CC98AE-7122-40DB-A29D-E2C9B6E87C01}"/>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4CF4B338-C6C6-4172-8A74-6214280DCED8}"/>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B7089389-0FBC-4D0E-A414-6458CB65A284}"/>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1610E3B6-EE4F-4504-81FD-06882067A8C0}"/>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BDE374B-0202-4527-8403-C971ED70227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F0C1AA2D-5B7E-4391-989A-47338168F113}"/>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68F70029-F95F-4538-99AF-B1AFA331C3CB}"/>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89687247-EB93-44FB-84D9-D1B2A8226473}"/>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E31A84C-1B46-4913-923D-C03DE1533437}"/>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B2F7E12F-8074-46AA-83FF-7C21A822C95E}"/>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D2CE8626-773D-4B6D-899F-26D1C1B3D099}"/>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720AE8B2-85F6-4E70-A61B-CFCCD4A6FB03}"/>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673A81EB-898A-4CC9-9546-631AA4357DB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7B7BD374-E2BE-4286-A8C6-0FA68AE0CAFB}"/>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1395125-A17E-4108-9B00-D4AE5169E15F}"/>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DED037A5-911A-4D08-B4C2-5731BDF79884}"/>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0DA70C97-C917-415F-946E-B4DCF97C9675}"/>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D94517C0-E3D9-4350-A466-59E58BE351E5}"/>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75276C3-850C-49C3-B1A1-DC8E0842DE39}"/>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B0D313B6-E816-4C3E-AD96-2838F0779889}"/>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7A7802A-8392-4ED5-B2C6-2CAF8B0DB8B8}"/>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A317EFA2-B558-4836-B45A-FF894FA963A3}"/>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1EB5534-CBFE-4E27-AB93-7B41620FBC71}"/>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73CD8BA4-65A8-4688-96D9-E930A42A6767}"/>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F1E44023-2F4C-4F41-B1D6-18D49F648C6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C7495254-0492-4161-8CB3-AB7FFE226D0F}"/>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D3B2F637-0DD3-4CD0-ACFB-A681327293DD}"/>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E3CA5DF6-235D-42FA-BA4D-6016F4CFA79E}"/>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0B1E18DD-4EAD-4BB9-8C03-A7BC66E185E7}"/>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1EA07C09-AA9C-439B-83FF-4138021ECE9D}"/>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20391ED8-CF62-489C-BEC9-468071FD43C6}"/>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35276381-C515-4156-B985-BA01599E6FBE}"/>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B63622E9-97B1-4D9C-848E-FB74474D6823}"/>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280A4192-BB82-4819-9986-FF03DED53BB1}"/>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ACF9563D-3992-44D6-85B9-08E7C74B401B}"/>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EF942D28-84A2-488C-A015-ABA481C551E4}"/>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46E5F5E1-DE86-4026-BE61-BF95F5DF0E0E}"/>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C69FFB54-A053-4DC9-A432-D5BB0CFA690C}"/>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F818BBEA-DA3F-44A8-B58E-1728B31E60BB}"/>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E0E25754-9DDE-4D0A-A41B-ECD8DE7943BE}"/>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2873AD6D-CF35-431A-823E-4DA9A9DAE01A}"/>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4C6A1BD3-8C98-405F-A9CE-BDE415E699E5}"/>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6A1F9B8E-6501-481C-B421-E42569BD644D}"/>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500EAAF0-010D-41DF-B9EA-D1443471C140}"/>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962063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2026-09-15T04:54:11.7470000Z</dcterms:created>
  <dcterms:modified xsi:type="dcterms:W3CDTF">2026-09-15T04:54:11.7470000Z</dcterms:modified>
</coreProperties>
</file>