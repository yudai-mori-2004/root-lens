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93f3429f074aa7" /><Relationship Type="http://schemas.openxmlformats.org/officeDocument/2006/relationships/extended-properties" Target="/docProps/app.xml" Id="R3e9ec2c25e144486" /><Relationship Type="http://schemas.openxmlformats.org/officeDocument/2006/relationships/officeDocument" Target="/ppt/presentation.xml" Id="Rf0897f52b9294644" /></Relationships>
</file>

<file path=ppt/presentation.xml><?xml version="1.0" encoding="utf-8"?>
<p:presentation xmlns:p="http://schemas.openxmlformats.org/presentationml/2006/main">
  <p:sldMasterIdLst>
    <p:sldMasterId xmlns:r="http://schemas.openxmlformats.org/officeDocument/2006/relationships" id="2147483648" r:id="R8da9f76cb9fe436c"/>
  </p:sldMasterIdLst>
  <p:notesMasterIdLst>
    <p:notesMasterId xmlns:r="http://schemas.openxmlformats.org/officeDocument/2006/relationships" r:id="R32f39fd87ad54eec"/>
  </p:notesMasterIdLst>
  <p:sldIdLst>
    <p:sldId xmlns:r="http://schemas.openxmlformats.org/officeDocument/2006/relationships" id="256" r:id="R8fc556e0f99a4586"/>
    <p:sldId xmlns:r="http://schemas.openxmlformats.org/officeDocument/2006/relationships" id="257" r:id="R6176f765c6c147df"/>
    <p:sldId xmlns:r="http://schemas.openxmlformats.org/officeDocument/2006/relationships" id="258" r:id="Re2d39d9c32a94cc6"/>
    <p:sldId xmlns:r="http://schemas.openxmlformats.org/officeDocument/2006/relationships" id="259" r:id="Rf3bec7599bc54984"/>
    <p:sldId xmlns:r="http://schemas.openxmlformats.org/officeDocument/2006/relationships" id="260" r:id="Ra16667ba1ca24524"/>
    <p:sldId xmlns:r="http://schemas.openxmlformats.org/officeDocument/2006/relationships" id="261" r:id="R1fe8ea96cd3c4673"/>
    <p:sldId xmlns:r="http://schemas.openxmlformats.org/officeDocument/2006/relationships" id="262" r:id="R89f1440589af4f96"/>
    <p:sldId xmlns:r="http://schemas.openxmlformats.org/officeDocument/2006/relationships" id="263" r:id="Rbf231b856582445e"/>
    <p:sldId xmlns:r="http://schemas.openxmlformats.org/officeDocument/2006/relationships" id="264" r:id="Rd6069745e45e4629"/>
    <p:sldId xmlns:r="http://schemas.openxmlformats.org/officeDocument/2006/relationships" id="265" r:id="Rb289e57419ce4557"/>
    <p:sldId xmlns:r="http://schemas.openxmlformats.org/officeDocument/2006/relationships" id="266" r:id="R7010c0fca41245da"/>
    <p:sldId xmlns:r="http://schemas.openxmlformats.org/officeDocument/2006/relationships" id="267" r:id="Rff745db467ad405b"/>
    <p:sldId xmlns:r="http://schemas.openxmlformats.org/officeDocument/2006/relationships" id="268" r:id="Rb719a7385ec04d2f"/>
    <p:sldId xmlns:r="http://schemas.openxmlformats.org/officeDocument/2006/relationships" id="269" r:id="Rfb056fd4029c46d3"/>
    <p:sldId xmlns:r="http://schemas.openxmlformats.org/officeDocument/2006/relationships" id="270" r:id="R42255e2711244b41"/>
    <p:sldId xmlns:r="http://schemas.openxmlformats.org/officeDocument/2006/relationships" id="271" r:id="R04c5aa098739400d"/>
    <p:sldId xmlns:r="http://schemas.openxmlformats.org/officeDocument/2006/relationships" id="272" r:id="R7b0a29a7687242b5"/>
    <p:sldId xmlns:r="http://schemas.openxmlformats.org/officeDocument/2006/relationships" id="273" r:id="R66573155097d4895"/>
    <p:sldId xmlns:r="http://schemas.openxmlformats.org/officeDocument/2006/relationships" id="274" r:id="R5fd16bab3a444556"/>
    <p:sldId xmlns:r="http://schemas.openxmlformats.org/officeDocument/2006/relationships" id="275" r:id="Rf3de9d51c0a6469e"/>
    <p:sldId xmlns:r="http://schemas.openxmlformats.org/officeDocument/2006/relationships" id="276" r:id="Ra1054704120f4977"/>
    <p:sldId xmlns:r="http://schemas.openxmlformats.org/officeDocument/2006/relationships" id="277" r:id="Rd45f9731cb9346b8"/>
    <p:sldId xmlns:r="http://schemas.openxmlformats.org/officeDocument/2006/relationships" id="278" r:id="R82b555970a884d37"/>
    <p:sldId xmlns:r="http://schemas.openxmlformats.org/officeDocument/2006/relationships" id="279" r:id="R25cda0d69a50441a"/>
    <p:sldId xmlns:r="http://schemas.openxmlformats.org/officeDocument/2006/relationships" id="280" r:id="R370f1fddb26e4a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183fcd95984bac" /><Relationship Type="http://schemas.openxmlformats.org/officeDocument/2006/relationships/slideMaster" Target="/ppt/slideMasters/slideMaster1.xml" Id="R8da9f76cb9fe436c" /><Relationship Type="http://schemas.openxmlformats.org/officeDocument/2006/relationships/notesMaster" Target="/ppt/notesMasters/notesMaster1.xml" Id="R32f39fd87ad54eec" /><Relationship Type="http://schemas.openxmlformats.org/officeDocument/2006/relationships/presProps" Target="/ppt/presProps.xml" Id="R3b5aaca520654606" /><Relationship Type="http://schemas.openxmlformats.org/officeDocument/2006/relationships/tableStyles" Target="/ppt/tableStyles.xml" Id="R2b7223b2b26845fd" /><Relationship Type="http://schemas.openxmlformats.org/officeDocument/2006/relationships/slide" Target="/ppt/slides/slide1.xml" Id="R8fc556e0f99a4586" /><Relationship Type="http://schemas.openxmlformats.org/officeDocument/2006/relationships/slide" Target="/ppt/slides/slide2.xml" Id="R6176f765c6c147df" /><Relationship Type="http://schemas.openxmlformats.org/officeDocument/2006/relationships/slide" Target="/ppt/slides/slide3.xml" Id="Re2d39d9c32a94cc6" /><Relationship Type="http://schemas.openxmlformats.org/officeDocument/2006/relationships/slide" Target="/ppt/slides/slide4.xml" Id="Rf3bec7599bc54984" /><Relationship Type="http://schemas.openxmlformats.org/officeDocument/2006/relationships/slide" Target="/ppt/slides/slide5.xml" Id="Ra16667ba1ca24524" /><Relationship Type="http://schemas.openxmlformats.org/officeDocument/2006/relationships/slide" Target="/ppt/slides/slide6.xml" Id="R1fe8ea96cd3c4673" /><Relationship Type="http://schemas.openxmlformats.org/officeDocument/2006/relationships/slide" Target="/ppt/slides/slide7.xml" Id="R89f1440589af4f96" /><Relationship Type="http://schemas.openxmlformats.org/officeDocument/2006/relationships/slide" Target="/ppt/slides/slide8.xml" Id="Rbf231b856582445e" /><Relationship Type="http://schemas.openxmlformats.org/officeDocument/2006/relationships/slide" Target="/ppt/slides/slide9.xml" Id="Rd6069745e45e4629" /><Relationship Type="http://schemas.openxmlformats.org/officeDocument/2006/relationships/slide" Target="/ppt/slides/slide10.xml" Id="Rb289e57419ce4557" /><Relationship Type="http://schemas.openxmlformats.org/officeDocument/2006/relationships/slide" Target="/ppt/slides/slide11.xml" Id="R7010c0fca41245da" /><Relationship Type="http://schemas.openxmlformats.org/officeDocument/2006/relationships/slide" Target="/ppt/slides/slide12.xml" Id="Rff745db467ad405b" /><Relationship Type="http://schemas.openxmlformats.org/officeDocument/2006/relationships/slide" Target="/ppt/slides/slide13.xml" Id="Rb719a7385ec04d2f" /><Relationship Type="http://schemas.openxmlformats.org/officeDocument/2006/relationships/slide" Target="/ppt/slides/slide14.xml" Id="Rfb056fd4029c46d3" /><Relationship Type="http://schemas.openxmlformats.org/officeDocument/2006/relationships/slide" Target="/ppt/slides/slide15.xml" Id="R42255e2711244b41" /><Relationship Type="http://schemas.openxmlformats.org/officeDocument/2006/relationships/slide" Target="/ppt/slides/slide16.xml" Id="R04c5aa098739400d" /><Relationship Type="http://schemas.openxmlformats.org/officeDocument/2006/relationships/slide" Target="/ppt/slides/slide17.xml" Id="R7b0a29a7687242b5" /><Relationship Type="http://schemas.openxmlformats.org/officeDocument/2006/relationships/slide" Target="/ppt/slides/slide18.xml" Id="R66573155097d4895" /><Relationship Type="http://schemas.openxmlformats.org/officeDocument/2006/relationships/slide" Target="/ppt/slides/slide19.xml" Id="R5fd16bab3a444556" /><Relationship Type="http://schemas.openxmlformats.org/officeDocument/2006/relationships/slide" Target="/ppt/slides/slide20.xml" Id="Rf3de9d51c0a6469e" /><Relationship Type="http://schemas.openxmlformats.org/officeDocument/2006/relationships/slide" Target="/ppt/slides/slide21.xml" Id="Ra1054704120f4977" /><Relationship Type="http://schemas.openxmlformats.org/officeDocument/2006/relationships/slide" Target="/ppt/slides/slide22.xml" Id="Rd45f9731cb9346b8" /><Relationship Type="http://schemas.openxmlformats.org/officeDocument/2006/relationships/slide" Target="/ppt/slides/slide23.xml" Id="R82b555970a884d37" /><Relationship Type="http://schemas.openxmlformats.org/officeDocument/2006/relationships/slide" Target="/ppt/slides/slide24.xml" Id="R25cda0d69a50441a" /><Relationship Type="http://schemas.openxmlformats.org/officeDocument/2006/relationships/slide" Target="/ppt/slides/slide25.xml" Id="R370f1fddb26e4a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a33b6eef214f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05cc8244d6445d" /><Relationship Type="http://schemas.openxmlformats.org/officeDocument/2006/relationships/notesMaster" Target="/ppt/notesMasters/notesMaster1.xml" Id="R73520af4a2b749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e9884c132a41f2" /><Relationship Type="http://schemas.openxmlformats.org/officeDocument/2006/relationships/notesMaster" Target="/ppt/notesMasters/notesMaster1.xml" Id="R723ecf5a8b844e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027ff396294f25" /><Relationship Type="http://schemas.openxmlformats.org/officeDocument/2006/relationships/notesMaster" Target="/ppt/notesMasters/notesMaster1.xml" Id="R107130e152ba44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caffe314094c50" /><Relationship Type="http://schemas.openxmlformats.org/officeDocument/2006/relationships/notesMaster" Target="/ppt/notesMasters/notesMaster1.xml" Id="R5469e1b99c8244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5d9768177c4c33" /><Relationship Type="http://schemas.openxmlformats.org/officeDocument/2006/relationships/notesMaster" Target="/ppt/notesMasters/notesMaster1.xml" Id="R080db5d356e846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35803c2f2f43c7" /><Relationship Type="http://schemas.openxmlformats.org/officeDocument/2006/relationships/notesMaster" Target="/ppt/notesMasters/notesMaster1.xml" Id="Rb6a892c86d0743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6575eed0704e56" /><Relationship Type="http://schemas.openxmlformats.org/officeDocument/2006/relationships/notesMaster" Target="/ppt/notesMasters/notesMaster1.xml" Id="Rada854e4159c47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9e69cbeff74ea2" /><Relationship Type="http://schemas.openxmlformats.org/officeDocument/2006/relationships/notesMaster" Target="/ppt/notesMasters/notesMaster1.xml" Id="Rfc6b7608cd6e4a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c1ff2a0d734c21" /><Relationship Type="http://schemas.openxmlformats.org/officeDocument/2006/relationships/notesMaster" Target="/ppt/notesMasters/notesMaster1.xml" Id="R83ebaff0c601488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c6297b53134ba8" /><Relationship Type="http://schemas.openxmlformats.org/officeDocument/2006/relationships/notesMaster" Target="/ppt/notesMasters/notesMaster1.xml" Id="R0f57e744266a4c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92bc193e5ba4d1c" /><Relationship Type="http://schemas.openxmlformats.org/officeDocument/2006/relationships/notesMaster" Target="/ppt/notesMasters/notesMaster1.xml" Id="Rde86126485e44bb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d619ff3e354c29" /><Relationship Type="http://schemas.openxmlformats.org/officeDocument/2006/relationships/notesMaster" Target="/ppt/notesMasters/notesMaster1.xml" Id="R26e66470dba6431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0aa600f887b4d58" /><Relationship Type="http://schemas.openxmlformats.org/officeDocument/2006/relationships/notesMaster" Target="/ppt/notesMasters/notesMaster1.xml" Id="R124292ba6878474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bf221f1900e4154" /><Relationship Type="http://schemas.openxmlformats.org/officeDocument/2006/relationships/notesMaster" Target="/ppt/notesMasters/notesMaster1.xml" Id="R76052ca19d33493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9a1e53f358a41f6" /><Relationship Type="http://schemas.openxmlformats.org/officeDocument/2006/relationships/notesMaster" Target="/ppt/notesMasters/notesMaster1.xml" Id="Rda71f58c876f41c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dfa9db929b14a90" /><Relationship Type="http://schemas.openxmlformats.org/officeDocument/2006/relationships/notesMaster" Target="/ppt/notesMasters/notesMaster1.xml" Id="R50b647d7d8f4483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0bd6f3f77a54653" /><Relationship Type="http://schemas.openxmlformats.org/officeDocument/2006/relationships/notesMaster" Target="/ppt/notesMasters/notesMaster1.xml" Id="R24683806cbe8412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9207752ee814dbd" /><Relationship Type="http://schemas.openxmlformats.org/officeDocument/2006/relationships/notesMaster" Target="/ppt/notesMasters/notesMaster1.xml" Id="Rfeaa4d297060411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57b0b8cdbec4ee2" /><Relationship Type="http://schemas.openxmlformats.org/officeDocument/2006/relationships/notesMaster" Target="/ppt/notesMasters/notesMaster1.xml" Id="Rbf755283e00747c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6a3764edcf9486d" /><Relationship Type="http://schemas.openxmlformats.org/officeDocument/2006/relationships/notesMaster" Target="/ppt/notesMasters/notesMaster1.xml" Id="Ra74a6192fb244f9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27c328688444d15" /><Relationship Type="http://schemas.openxmlformats.org/officeDocument/2006/relationships/notesMaster" Target="/ppt/notesMasters/notesMaster1.xml" Id="R74e770895e2a428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d8fb33a3fa44b3a" /><Relationship Type="http://schemas.openxmlformats.org/officeDocument/2006/relationships/notesMaster" Target="/ppt/notesMasters/notesMaster1.xml" Id="Rbba7468e0edd45f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666da7378d04a13" /><Relationship Type="http://schemas.openxmlformats.org/officeDocument/2006/relationships/notesMaster" Target="/ppt/notesMasters/notesMaster1.xml" Id="R969e33b5232c43b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bfa1dcc10ad4efd" /><Relationship Type="http://schemas.openxmlformats.org/officeDocument/2006/relationships/notesMaster" Target="/ppt/notesMasters/notesMaster1.xml" Id="R77b1affaaef8468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141be0e9d2a4bb5" /><Relationship Type="http://schemas.openxmlformats.org/officeDocument/2006/relationships/notesMaster" Target="/ppt/notesMasters/notesMaster1.xml" Id="R32713a794a5745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DeepReachやBuildAIが挙げられます。基盤モデル・シミュレーション層にはPI、SkilledAI、NVIDIAがあります。ハードウェア開発層ではUnitreeが強く、現場統合層ではHIVE RoboticsやFormicが、既存のロボットやモデルを使った現場への導入を進めています。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と直接の接点を持つレイヤーは2つあります。一つは現場統合層。ロボットを実際にその場所に導入して動かす企業なので、当然現場と繋がります。しかしもう一つ、一番上流の現場データ収集企業も、撮影のために現場に入り込む必要があるため、将来ロボットが使われる現場と直接の関係を築くこと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RootLensは、日本で先に多くの現場との関係を築き、このポジションを取りに行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現場データを先に持つことは、ロボット企業との協業だけでなく、自分たちがロボットを現場へ導入し、作業に合わせて運用を調整する側へ進むための布石になります。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ます。次に、そのデータとネットワークを使い、既存ロボットの現場導入と運用調整を担います。さらに先では、現場データを使った動作モデルと実機の改良まで自社で行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理由はデータの品質ではなく、私たちの収集規模が世界的にはまだ小さく、低い優先度として扱われているためです。収集規模を拡大すれば解決できる課題だと考えています。</a:t>
            </a:r>
          </a:p>
          <a:p xmlns:a="http://schemas.openxmlformats.org/drawingml/2006/main">
            <a:r>
              <a:t/>
            </a:r>
          </a:p>
          <a:p xmlns:a="http://schemas.openxmlformats.org/drawingml/2006/main">
            <a:r>
              <a:t>国内ではNextremerと、現場合意、加工、販売を含む運用フローを擦り合わせています。手数料なしのレベニューシェアなので、私たちは現場開拓とデータ収集に注力できます。Nextremerは私たちよりロボット実装に近い下流へアプローチできるため、高度なアノテーション付きデータを求める販売先へ届き、より高い単価を狙え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現在4名で活動しています。共同創業者2名に加え、ベーカリーで撮影と運用改善を支える川島健二さん、経営管理・法務・業界ネットワークを支援する大崎操さんが参画しています。</a:t>
            </a:r>
          </a:p>
          <a:p xmlns:a="http://schemas.openxmlformats.org/drawingml/2006/main">
            <a:r>
              <a:t/>
            </a:r>
          </a:p>
          <a:p xmlns:a="http://schemas.openxmlformats.org/drawingml/2006/main">
            <a:r>
              <a:t>公開情報：</a:t>
            </a:r>
          </a:p>
          <a:p xmlns:a="http://schemas.openxmlformats.org/drawingml/2006/main">
            <a:r>
              <a:t>河野瞭人 https://akitozizi818.github.io/portfolio/</a:t>
            </a:r>
          </a:p>
          <a:p xmlns:a="http://schemas.openxmlformats.org/drawingml/2006/main">
            <a:r>
              <a:t>神戸大学卒業研究発表会プログラム https://www.csi.kobe-u.ac.jp/current_students/kyougaku/file/Bprogram20250217.pdf</a:t>
            </a:r>
          </a:p>
          <a:p xmlns:a="http://schemas.openxmlformats.org/drawingml/2006/main">
            <a:r>
              <a:t>関西スーパーマーケットIR https://www.kansaisuper.co.jp/wp-content/uploads/2021/12/irinfo_536.pdf</a:t>
            </a:r>
          </a:p>
          <a:p xmlns:a="http://schemas.openxmlformats.org/drawingml/2006/main">
            <a:r>
              <a:t>箕面デニッシュ合同会社 https://info.gbiz.go.jp/hojin/ichiran?hojinBango=5120903005558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販売単価は1,600円/hを下限とし、売上の50%を現場へ還元します。この試算は同一データを平均1回だけ販売する悲観シナリオです。複数のバイヤーへの販売は含めず、デバイス償却後は1時間あたり約727円です。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同一データを平均1回だけ販売する悲観シナリオです。月10,000時間を1年間続けると、12万時間のデータ資産が残ります。同一データを平均2回販売できれば月間の会社取り分は1,600万円、3回なら2,400万円です。</a:t>
            </a:r>
          </a:p>
          <a:p xmlns:a="http://schemas.openxmlformats.org/drawingml/2006/main">
            <a:r>
              <a:t/>
            </a:r>
          </a:p>
          <a:p xmlns:a="http://schemas.openxmlformats.org/drawingml/2006/main">
            <a:r>
              <a:t>データは在庫として積み上がり、過去に収集した分も売り続けられます。月ごとの売上だけでなく、累積データ資産の価値がこの事業の重要な性質です。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を導入しやすい業種と現場を絞り、既存ロボットを実際に導入します。この段階では自社でロボットを開発するのではなく、現場の作業に合わせた導入と運用調整から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2028年に始めた既存ロボットの現場導入を広げながら、現場で得た作業データをロボットの動作モデル改善へ使います。実機についても、現場で見つかった課題を設計と改良へ戻します。2029年からは、導入と運用調整だけでなく、動作モデルと実機の開発も自社の事業へ加える構想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c07823e04149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601c3ab2824733" /><Relationship Type="http://schemas.openxmlformats.org/officeDocument/2006/relationships/slideLayout" Target="/ppt/slideLayouts/slideLayout1.xml" Id="R05527c2d6fdb42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527c2d6fdb42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427ed81832e4008" /><Relationship Type="http://schemas.openxmlformats.org/officeDocument/2006/relationships/notesSlide" Target="/ppt/notesSlides/notesSlide1.xml" Id="R1297fe5ba4104b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7236bf735e4f35" /><Relationship Type="http://schemas.openxmlformats.org/officeDocument/2006/relationships/notesSlide" Target="/ppt/notesSlides/notesSlide2.xml" Id="R7492fe0b17d543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0aa274e6fac491c" /><Relationship Type="http://schemas.openxmlformats.org/officeDocument/2006/relationships/notesSlide" Target="/ppt/notesSlides/notesSlide3.xml" Id="Rc0002a52472e46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8e8ca438bd44e3" /><Relationship Type="http://schemas.openxmlformats.org/officeDocument/2006/relationships/notesSlide" Target="/ppt/notesSlides/notesSlide4.xml" Id="R4bea1873958f49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efd0827e7c4cfb" /><Relationship Type="http://schemas.openxmlformats.org/officeDocument/2006/relationships/notesSlide" Target="/ppt/notesSlides/notesSlide5.xml" Id="R247f9b9d302649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a2d81d824c43ce" /><Relationship Type="http://schemas.openxmlformats.org/officeDocument/2006/relationships/notesSlide" Target="/ppt/notesSlides/notesSlide6.xml" Id="R61dcad5da5124f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9ea6a9ec524069" /><Relationship Type="http://schemas.openxmlformats.org/officeDocument/2006/relationships/notesSlide" Target="/ppt/notesSlides/notesSlide7.xml" Id="Rffdfa69dc14845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3a8ded2033043d9" /><Relationship Type="http://schemas.openxmlformats.org/officeDocument/2006/relationships/notesSlide" Target="/ppt/notesSlides/notesSlide8.xml" Id="Re13755fe22e143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bed06e4157a44b1" /><Relationship Type="http://schemas.openxmlformats.org/officeDocument/2006/relationships/notesSlide" Target="/ppt/notesSlides/notesSlide9.xml" Id="R9f53be350f1040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bf7c11f8d8c43e3" /><Relationship Type="http://schemas.openxmlformats.org/officeDocument/2006/relationships/notesSlide" Target="/ppt/notesSlides/notesSlide10.xml" Id="R7ee3adfcb03744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63a706159d14a80" /><Relationship Type="http://schemas.openxmlformats.org/officeDocument/2006/relationships/notesSlide" Target="/ppt/notesSlides/notesSlide11.xml" Id="R007bccc7fd6b49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2b296432f9d455f" /><Relationship Type="http://schemas.openxmlformats.org/officeDocument/2006/relationships/notesSlide" Target="/ppt/notesSlides/notesSlide12.xml" Id="R964b75b2a8e0433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b42d343816432b" /><Relationship Type="http://schemas.openxmlformats.org/officeDocument/2006/relationships/notesSlide" Target="/ppt/notesSlides/notesSlide13.xml" Id="R6dbc6dcd8f52494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2693cb7e4f24a65" /><Relationship Type="http://schemas.openxmlformats.org/officeDocument/2006/relationships/notesSlide" Target="/ppt/notesSlides/notesSlide14.xml" Id="R22fdee0169de4eb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097ae3d441c45ac" /><Relationship Type="http://schemas.openxmlformats.org/officeDocument/2006/relationships/notesSlide" Target="/ppt/notesSlides/notesSlide15.xml" Id="R92be79f2c5d44c8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f55ee077a074036" /><Relationship Type="http://schemas.openxmlformats.org/officeDocument/2006/relationships/notesSlide" Target="/ppt/notesSlides/notesSlide16.xml" Id="Racb9d4e5d349487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a07c4a2da274805" /><Relationship Type="http://schemas.openxmlformats.org/officeDocument/2006/relationships/image" Target="/ppt/media/image.jpeg" Id="Rd4816499eeb0496e" /><Relationship Type="http://schemas.openxmlformats.org/officeDocument/2006/relationships/image" Target="/ppt/media/image2.jpeg" Id="Ref8e12ef61a44a49" /><Relationship Type="http://schemas.openxmlformats.org/officeDocument/2006/relationships/image" Target="/ppt/media/image3.jpeg" Id="Rbceb65200dae4397" /><Relationship Type="http://schemas.openxmlformats.org/officeDocument/2006/relationships/notesSlide" Target="/ppt/notesSlides/notesSlide17.xml" Id="R597c0c5815fe490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c225dacd4ba4bb1" /><Relationship Type="http://schemas.openxmlformats.org/officeDocument/2006/relationships/notesSlide" Target="/ppt/notesSlides/notesSlide18.xml" Id="R493dd9dd81214b1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1e9131b6f7a42bb" /><Relationship Type="http://schemas.openxmlformats.org/officeDocument/2006/relationships/notesSlide" Target="/ppt/notesSlides/notesSlide19.xml" Id="R95090c8909e0482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fc6a1c326114b03" /><Relationship Type="http://schemas.openxmlformats.org/officeDocument/2006/relationships/notesSlide" Target="/ppt/notesSlides/notesSlide20.xml" Id="Ra0b4933d9cba4cb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ec3c5127c3d41fa" /><Relationship Type="http://schemas.openxmlformats.org/officeDocument/2006/relationships/notesSlide" Target="/ppt/notesSlides/notesSlide21.xml" Id="R58d99ce471504e0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2693372ef9241bf" /><Relationship Type="http://schemas.openxmlformats.org/officeDocument/2006/relationships/notesSlide" Target="/ppt/notesSlides/notesSlide22.xml" Id="R83b65c4113b147f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ec0014dfff14bb2" /><Relationship Type="http://schemas.openxmlformats.org/officeDocument/2006/relationships/notesSlide" Target="/ppt/notesSlides/notesSlide23.xml" Id="Rfe7b4e2adfd24ff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94d0597dbad44e0" /><Relationship Type="http://schemas.openxmlformats.org/officeDocument/2006/relationships/notesSlide" Target="/ppt/notesSlides/notesSlide24.xml" Id="Raa15945c7ea140b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77d0a7727494a06" /><Relationship Type="http://schemas.openxmlformats.org/officeDocument/2006/relationships/notesSlide" Target="/ppt/notesSlides/notesSlide25.xml" Id="Rdc7cce17d24e43cd"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16AEFF-40A8-465F-A047-B0ECA61BF6B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5DC94E-9174-4207-AAC9-0370B1A40A65}"/>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EE99D2DD-07AF-47BF-9AD1-EB23AF72966B}"/>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C0D76E2C-034E-4A78-A055-2D5BE0D95031}"/>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E878798-6929-4BE7-A063-5DEEFFF3F6A0}"/>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7AD78531-807B-47FA-A3DC-886A0FD88AB9}"/>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521513965"/>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1C6BF532-5188-4A0E-9D86-32B8CC9D61F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56B81F-29C6-417F-9D81-5A229A7C6A1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1A9D9E25-5ED7-4ABE-9C51-BD4DA3989BA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C01583C-463D-4FFC-933D-C96150CC5BA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423CC6F4-DBC4-47E6-B9C8-A41F44207C42}"/>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87B97A70-149A-402F-82F1-39E968BCBDF3}"/>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458DFF8-3E4A-479A-B1F9-FD71A51B8BA8}"/>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C885B1D-FCB5-4814-9134-4710C38B0E63}"/>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078F41D-0A20-4DC8-BB77-7DA37809B8A0}"/>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6CAE04E5-4E8A-431A-A7AF-CB6ADA486BEA}"/>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9B2231AA-2135-4DAC-A918-126E3D022211}"/>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4FF53CB6-9DA0-477E-BED9-5ACEAFB18B76}"/>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CAC0962F-2419-4B82-9692-00EF3668A60A}"/>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A36E7A42-0DB7-4324-8D92-C1671972DE4C}"/>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F666C9BE-57D8-4BF6-8A06-58F08D38485A}"/>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172BA5A5-9F85-46FD-9F34-503616DF611E}"/>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6628AE14-795F-4D4F-8D44-88053563F0DF}"/>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BEF9AB8-0076-4861-953F-53EAAF0B6A8C}"/>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D71D9F3-9201-47D0-BF06-E66F2F97B9AB}"/>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20B9DC7-99F8-4D28-A30A-C1391BCA747B}"/>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D2894CF2-FCFC-4B70-AA0F-E40D9DD11FC8}"/>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162BE091-3C87-43C2-AE54-FCCCFAF90ABA}"/>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067A7F9-7B61-42AB-89CF-72B7370451FA}"/>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F5038834-E5D6-4E31-8004-D525FB626E13}"/>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D8A19AFF-EECF-4FA1-9B28-350D85AFD411}"/>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D4A3D263-C9C0-4626-9004-C9DAC638C034}"/>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0675E78F-948E-416A-BBBF-3F120E14BA30}"/>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16875DC1-D876-473E-954F-8C25E4C52C4F}"/>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E3973805-9CA9-4D79-AAB4-0479B97B77A3}"/>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7721345D-8E75-4F22-9D4D-3FA9B65CA091}"/>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D4FBA247-47FD-4F7A-BE62-3E5EB4F30E7B}"/>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2D5F0799-B3E8-47D2-A7A3-1D5E87EF6E42}"/>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EA68E9E4-EB0B-435B-9B03-78323E2DC1B0}"/>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A02B3DB8-4C81-44AD-9F7D-1BD005F6DDBA}"/>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BFADF4E9-A297-4E78-B24C-324A930BEB7A}"/>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E4ACEA7E-A361-476B-9E90-3F26B8AD6A54}"/>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1322949364"/>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7FF9DB-7A1F-49A8-91AC-7634D66FC56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CF456B-B512-41D3-9F45-06214BCD220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1D5C7535-58A0-4F60-BEC3-C6C0A929140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A0AA330-4FC3-44A4-890F-4136550E372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01864FF8-1686-4AF3-A31C-125E5EA29A22}"/>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80BD843B-D8D0-462A-A645-0830D93132E3}"/>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01EB3F47-6C67-48B9-B338-5490AB8E97A1}"/>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A5FB8CDA-B670-429D-83FD-FF23226F043B}"/>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D2DB46AB-0839-4D00-88F5-DDE082023140}"/>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404866B-3CCD-4C21-80FF-5DF8E4B832E9}"/>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8D93BF33-65CF-474E-9FD0-B62F61C2972A}"/>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74990153-DFFD-45C4-BA63-D7C87F043D01}"/>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205842362"/>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FBBF9A1-DCEA-4113-A8A3-1926EA049DC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9E8238-6A5A-4DDE-9814-A42F05334ED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4A073CCE-9CB1-4C51-965B-AF94664CF1C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116022D-BD49-41E0-ACAC-2DB624BFC17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ADE1DB99-4F11-4012-B877-B24D70D55F23}"/>
              </a:ext>
            </a:extLst>
          </p:cNvPr>
          <p:cNvSpPr>
            <a:spLocks xmlns:a="http://schemas.openxmlformats.org/drawingml/2006/main" noGrp="1"/>
          </p:cNvSpPr>
          <p:nvPr/>
        </p:nvSpPr>
        <p:spPr>
          <a:xfrm xmlns:a="http://schemas.openxmlformats.org/drawingml/2006/main" rot="0">
            <a:off x="9191625" y="15716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企業例</a:t>
            </a:r>
          </a:p>
        </p:txBody>
      </p:sp>
      <p:sp>
        <p:nvSpPr>
          <p:cNvPr id="6" name="">
            <a:extLst xmlns:a="http://schemas.openxmlformats.org/drawingml/2006/main">
              <a:ext uri="{FF2B5EF4-FFF2-40B4-BE49-F238E27FC236}">
                <a16:creationId xmlns:a16="http://schemas.microsoft.com/office/drawing/2014/main" id="{CCDDDF1B-E30B-4D50-BA53-9AB147031670}"/>
              </a:ext>
            </a:extLst>
          </p:cNvPr>
          <p:cNvSpPr>
            <a:spLocks xmlns:a="http://schemas.openxmlformats.org/drawingml/2006/main" noGrp="1"/>
          </p:cNvSpPr>
          <p:nvPr/>
        </p:nvSpPr>
        <p:spPr>
          <a:xfrm xmlns:a="http://schemas.openxmlformats.org/drawingml/2006/main" rot="0">
            <a:off x="723900" y="1809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7" name="">
            <a:extLst xmlns:a="http://schemas.openxmlformats.org/drawingml/2006/main">
              <a:ext uri="{FF2B5EF4-FFF2-40B4-BE49-F238E27FC236}">
                <a16:creationId xmlns:a16="http://schemas.microsoft.com/office/drawing/2014/main" id="{F5001178-3F04-4B4B-B5E9-5589C2E4CBBE}"/>
              </a:ext>
            </a:extLst>
          </p:cNvPr>
          <p:cNvSpPr>
            <a:spLocks xmlns:a="http://schemas.openxmlformats.org/drawingml/2006/main" noGrp="1"/>
          </p:cNvSpPr>
          <p:nvPr/>
        </p:nvSpPr>
        <p:spPr>
          <a:xfrm xmlns:a="http://schemas.openxmlformats.org/drawingml/2006/main" rot="0">
            <a:off x="3143250" y="179070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8" name="">
            <a:extLst xmlns:a="http://schemas.openxmlformats.org/drawingml/2006/main">
              <a:ext uri="{FF2B5EF4-FFF2-40B4-BE49-F238E27FC236}">
                <a16:creationId xmlns:a16="http://schemas.microsoft.com/office/drawing/2014/main" id="{E94D1ECD-4EF9-4C9D-9DF5-597B8BB35A99}"/>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93714F1-8772-44B2-9806-BC5708B115FB}"/>
              </a:ext>
            </a:extLst>
          </p:cNvPr>
          <p:cNvSpPr>
            <a:spLocks xmlns:a="http://schemas.openxmlformats.org/drawingml/2006/main" noGrp="1"/>
          </p:cNvSpPr>
          <p:nvPr/>
        </p:nvSpPr>
        <p:spPr>
          <a:xfrm xmlns:a="http://schemas.openxmlformats.org/drawingml/2006/main" rot="0">
            <a:off x="9191625" y="20097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DeepReach / BuildAI</a:t>
            </a:r>
          </a:p>
        </p:txBody>
      </p:sp>
      <p:sp>
        <p:nvSpPr>
          <p:cNvPr id="10" name="">
            <a:extLst xmlns:a="http://schemas.openxmlformats.org/drawingml/2006/main">
              <a:ext uri="{FF2B5EF4-FFF2-40B4-BE49-F238E27FC236}">
                <a16:creationId xmlns:a16="http://schemas.microsoft.com/office/drawing/2014/main" id="{0C719814-8FF1-41D1-82FE-3DF73E1E036B}"/>
              </a:ext>
            </a:extLst>
          </p:cNvPr>
          <p:cNvSpPr>
            <a:spLocks xmlns:a="http://schemas.openxmlformats.org/drawingml/2006/main" noGrp="1"/>
          </p:cNvSpPr>
          <p:nvPr/>
        </p:nvSpPr>
        <p:spPr>
          <a:xfrm xmlns:a="http://schemas.openxmlformats.org/drawingml/2006/main" rot="0">
            <a:off x="723900" y="2857500"/>
            <a:ext cx="223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基盤モデル・</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シミュレーション</a:t>
            </a:r>
          </a:p>
        </p:txBody>
      </p:sp>
      <p:sp>
        <p:nvSpPr>
          <p:cNvPr id="11" name="">
            <a:extLst xmlns:a="http://schemas.openxmlformats.org/drawingml/2006/main">
              <a:ext uri="{FF2B5EF4-FFF2-40B4-BE49-F238E27FC236}">
                <a16:creationId xmlns:a16="http://schemas.microsoft.com/office/drawing/2014/main" id="{AFAD5A21-9236-413D-B14E-18C4486C27A7}"/>
              </a:ext>
            </a:extLst>
          </p:cNvPr>
          <p:cNvSpPr>
            <a:spLocks xmlns:a="http://schemas.openxmlformats.org/drawingml/2006/main" noGrp="1"/>
          </p:cNvSpPr>
          <p:nvPr/>
        </p:nvSpPr>
        <p:spPr>
          <a:xfrm xmlns:a="http://schemas.openxmlformats.org/drawingml/2006/main" rot="0">
            <a:off x="3143250" y="283845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現実世界を再現し、必要な実データ量を下げながらモデル開発まで進めるシミュレーション・デジタルツインがある。</a:t>
            </a:r>
          </a:p>
        </p:txBody>
      </p:sp>
      <p:sp>
        <p:nvSpPr>
          <p:cNvPr id="12" name="">
            <a:extLst xmlns:a="http://schemas.openxmlformats.org/drawingml/2006/main">
              <a:ext uri="{FF2B5EF4-FFF2-40B4-BE49-F238E27FC236}">
                <a16:creationId xmlns:a16="http://schemas.microsoft.com/office/drawing/2014/main" id="{93D1AD81-8294-48FC-BD5B-84E3D5C4BE0F}"/>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AD5B57C-556D-4915-A9B5-A9E54F089C2D}"/>
              </a:ext>
            </a:extLst>
          </p:cNvPr>
          <p:cNvSpPr>
            <a:spLocks xmlns:a="http://schemas.openxmlformats.org/drawingml/2006/main" noGrp="1"/>
          </p:cNvSpPr>
          <p:nvPr/>
        </p:nvSpPr>
        <p:spPr>
          <a:xfrm xmlns:a="http://schemas.openxmlformats.org/drawingml/2006/main" rot="0">
            <a:off x="9191625" y="305752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14" name="">
            <a:extLst xmlns:a="http://schemas.openxmlformats.org/drawingml/2006/main">
              <a:ext uri="{FF2B5EF4-FFF2-40B4-BE49-F238E27FC236}">
                <a16:creationId xmlns:a16="http://schemas.microsoft.com/office/drawing/2014/main" id="{4528DAF5-9928-4245-8765-607638E12B11}"/>
              </a:ext>
            </a:extLst>
          </p:cNvPr>
          <p:cNvSpPr>
            <a:spLocks xmlns:a="http://schemas.openxmlformats.org/drawingml/2006/main" noGrp="1"/>
          </p:cNvSpPr>
          <p:nvPr/>
        </p:nvSpPr>
        <p:spPr>
          <a:xfrm xmlns:a="http://schemas.openxmlformats.org/drawingml/2006/main" rot="0">
            <a:off x="723900" y="400050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ハードウェア開発層</a:t>
            </a:r>
          </a:p>
        </p:txBody>
      </p:sp>
      <p:sp>
        <p:nvSpPr>
          <p:cNvPr id="15" name="">
            <a:extLst xmlns:a="http://schemas.openxmlformats.org/drawingml/2006/main">
              <a:ext uri="{FF2B5EF4-FFF2-40B4-BE49-F238E27FC236}">
                <a16:creationId xmlns:a16="http://schemas.microsoft.com/office/drawing/2014/main" id="{3452A2BA-B44D-4C54-87FA-CA90AEA63AFD}"/>
              </a:ext>
            </a:extLst>
          </p:cNvPr>
          <p:cNvSpPr>
            <a:spLocks xmlns:a="http://schemas.openxmlformats.org/drawingml/2006/main" noGrp="1"/>
          </p:cNvSpPr>
          <p:nvPr/>
        </p:nvSpPr>
        <p:spPr>
          <a:xfrm xmlns:a="http://schemas.openxmlformats.org/drawingml/2006/main" rot="0">
            <a:off x="3143250" y="398145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特に中国系企業が、安価なロボットを提供する面で強い。</a:t>
            </a:r>
          </a:p>
        </p:txBody>
      </p:sp>
      <p:sp>
        <p:nvSpPr>
          <p:cNvPr id="16" name="">
            <a:extLst xmlns:a="http://schemas.openxmlformats.org/drawingml/2006/main">
              <a:ext uri="{FF2B5EF4-FFF2-40B4-BE49-F238E27FC236}">
                <a16:creationId xmlns:a16="http://schemas.microsoft.com/office/drawing/2014/main" id="{FE4051B4-D07A-4E88-91CE-7AA2AF340D5D}"/>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8E0AB9D-E556-424A-9777-B8CFE1AE0758}"/>
              </a:ext>
            </a:extLst>
          </p:cNvPr>
          <p:cNvSpPr>
            <a:spLocks xmlns:a="http://schemas.openxmlformats.org/drawingml/2006/main" noGrp="1"/>
          </p:cNvSpPr>
          <p:nvPr/>
        </p:nvSpPr>
        <p:spPr>
          <a:xfrm xmlns:a="http://schemas.openxmlformats.org/drawingml/2006/main" rot="0">
            <a:off x="9191625" y="42005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18" name="">
            <a:extLst xmlns:a="http://schemas.openxmlformats.org/drawingml/2006/main">
              <a:ext uri="{FF2B5EF4-FFF2-40B4-BE49-F238E27FC236}">
                <a16:creationId xmlns:a16="http://schemas.microsoft.com/office/drawing/2014/main" id="{4EE45EF6-AF11-4D85-8013-63FBC8FECBEA}"/>
              </a:ext>
            </a:extLst>
          </p:cNvPr>
          <p:cNvSpPr>
            <a:spLocks xmlns:a="http://schemas.openxmlformats.org/drawingml/2006/main" noGrp="1"/>
          </p:cNvSpPr>
          <p:nvPr/>
        </p:nvSpPr>
        <p:spPr>
          <a:xfrm xmlns:a="http://schemas.openxmlformats.org/drawingml/2006/main" rot="0">
            <a:off x="723900" y="4857750"/>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9" name="">
            <a:extLst xmlns:a="http://schemas.openxmlformats.org/drawingml/2006/main">
              <a:ext uri="{FF2B5EF4-FFF2-40B4-BE49-F238E27FC236}">
                <a16:creationId xmlns:a16="http://schemas.microsoft.com/office/drawing/2014/main" id="{C5DB514B-B511-41C0-B225-C7A2B3B1F876}"/>
              </a:ext>
            </a:extLst>
          </p:cNvPr>
          <p:cNvSpPr>
            <a:spLocks xmlns:a="http://schemas.openxmlformats.org/drawingml/2006/main" noGrp="1"/>
          </p:cNvSpPr>
          <p:nvPr/>
        </p:nvSpPr>
        <p:spPr>
          <a:xfrm xmlns:a="http://schemas.openxmlformats.org/drawingml/2006/main" rot="0">
            <a:off x="3143250" y="4838700"/>
            <a:ext cx="5715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既存のロボットやモデルを利用し、現場への導入と運用調整を優先する。</a:t>
            </a:r>
          </a:p>
        </p:txBody>
      </p:sp>
      <p:sp>
        <p:nvSpPr>
          <p:cNvPr id="20" name="">
            <a:extLst xmlns:a="http://schemas.openxmlformats.org/drawingml/2006/main">
              <a:ext uri="{FF2B5EF4-FFF2-40B4-BE49-F238E27FC236}">
                <a16:creationId xmlns:a16="http://schemas.microsoft.com/office/drawing/2014/main" id="{44B4516A-9DBD-42C0-AC4B-3FE19C3BB43D}"/>
              </a:ext>
            </a:extLst>
          </p:cNvPr>
          <p:cNvSpPr>
            <a:spLocks xmlns:a="http://schemas.openxmlformats.org/drawingml/2006/main" noGrp="1"/>
          </p:cNvSpPr>
          <p:nvPr/>
        </p:nvSpPr>
        <p:spPr>
          <a:xfrm xmlns:a="http://schemas.openxmlformats.org/drawingml/2006/main" rot="0">
            <a:off x="9191625" y="50577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Tree>
    <p:extLst>
      <p:ext uri="{BB962C8B-B14F-4D97-AF65-F5344CB8AC3E}">
        <p14:creationId xmlns:p14="http://schemas.microsoft.com/office/powerpoint/2010/main" val="1731773514"/>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A9C9870D-4E78-4434-BDE2-9689DCD4DC0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396777-D0E2-4896-A5AD-E325B3024C4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2160D060-5F67-4731-9E71-11B895A45AB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1634945-F238-43E3-A2AE-6C33052BD5B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BFC1BCD9-30C7-4545-B539-45BBEDB10BC7}"/>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4D3FD540-0A53-4C0C-A137-F2517B63E255}"/>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62E4D98-336A-4204-8242-602132A34C91}"/>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DCDD76B-727E-4178-8E63-D5FAB50F316F}"/>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B054183-9932-4B30-A2A0-D85F07AD78DE}"/>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769D9CF0-31C5-44D7-9DF0-7A7D74E1D236}"/>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36C92D52-4D92-4207-84EF-FBF81C81C890}"/>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884BB9B3-54F9-485E-AE1F-53BDCC59C0CB}"/>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C9DCB280-3BB4-4D2D-ACEA-B4BE39E6D7F0}"/>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F6C2D80E-F6C7-48B1-9DC2-B21D2BAC4B9E}"/>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017DE6AE-AD14-473C-9B28-A0EF7BC89DC1}"/>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5AB5376C-45B0-4BB0-A987-419EB007B823}"/>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D3849313-3106-48D8-8CB9-3D6649946F62}"/>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41060E1-117F-4F4E-9894-C0620570ED79}"/>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A364563-3673-47D1-860D-C98AFD1F4305}"/>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434718C-D6DE-4D2A-8F2D-9018C3C09812}"/>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299BAAFC-D08B-4BAD-B75D-9BC20B5B967D}"/>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C07A0CCB-CFFC-42FC-A5B7-1E7E6F4E7964}"/>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DEA5C9A-E838-44EB-9652-A9446EB1EEDB}"/>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8039D6A7-6F69-44C2-B85D-DE6E492F3084}"/>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3571DAF-322C-4FBA-B04E-5BB734E892D9}"/>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C15A3A1-1EA5-4C8C-9A9A-754F7F386F88}"/>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BB5E3E2-C4A0-4721-9CD5-2B0F77F4609F}"/>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3077BB3-34D1-4042-A588-FE3974C85250}"/>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FF929FB-18BC-44AB-9E07-426E591CA644}"/>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92E5FBE-88D8-4540-BF99-2BCDD36C148F}"/>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29F5EA19-48C0-4E4E-B769-2EE78BB1E479}"/>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85F3EA1-AB9E-48A9-B720-4D7C9546FE9B}"/>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851245F-E72F-47B3-906D-FEF4CF1409B1}"/>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F7B316D-A103-4E8F-831C-EDA5602F15FC}"/>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FDB9DC4-A76A-489C-86C1-6A6A08B59EA3}"/>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C1057F2-20A8-4685-8325-E99E0FAA8438}"/>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8044C3E-80CD-4222-9C3D-F5B2D43FF9A5}"/>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816471D4-65FC-4660-B936-B5579858DA90}"/>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85541F69-F124-4E1F-A8F7-1F3A10C45D0B}"/>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BD09B202-18D9-4400-911F-42B7F0596C5D}"/>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6308F0B-444B-467B-9B97-6A2DE02167C9}"/>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4B65DD5-BD33-43A5-9D3B-C3376D7AC4C0}"/>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50E57C67-1207-420A-8A07-0CF105148922}"/>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4CD88D48-29DB-4634-AFD7-35CB4A427881}"/>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9B39C9E5-E834-4359-AC07-ED6881BD081A}"/>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213F3011-F6E5-4192-9B2E-E5B059FC18E7}"/>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61F15B40-CAE3-4426-AE8C-F5E49241CD2D}"/>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E25DAD57-4FF1-47C5-86CA-94FDC4E09C61}"/>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29250130-105B-49C5-9D2B-D1BB78F0C5D5}"/>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7268B26B-B777-43D9-8029-4F06241C7F44}"/>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B8980BE5-23BA-4F1D-BC58-A233DE51630C}"/>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E68D3D66-13D7-4FF7-9740-192E9E7AD82F}"/>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3583D89F-9FA7-42EB-BCCC-5E5DEE314FDF}"/>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D979AE38-5CA1-4E16-90D5-40EC77AB1106}"/>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4DDD5F41-E7B8-4412-8269-ECF89DE12B22}"/>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8A902B1D-BEBF-4F4E-8219-7944864BBD01}"/>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9B6495D8-69D6-419D-835C-0136CE175B1C}"/>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9052E6B1-ED3A-4CF5-B2F4-AAB24121464E}"/>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5A670D79-239A-415A-957A-A2E9883A3AAE}"/>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5BBFBF49-8434-44D1-8956-2B08613BA7F6}"/>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A1A1C27F-7656-4EE0-BDB5-BC2FEF23C86B}"/>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6941808D-4163-4C7A-8D7A-95AB6D63F8CC}"/>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AB7B6700-2E03-4634-BB0F-F2469D718ECE}"/>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FB5D1127-8CDB-471F-8617-0A989632F5CC}"/>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2024004902"/>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99169E0A-3CFC-43D5-9495-B3B2FB0C948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9CE6C6-9192-408B-A5C8-962ADA3FC77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500BABF4-D110-4085-9ED6-07C77F76EA0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FFFB53-8442-4509-A446-F9BA54632E0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24DFD2E5-D695-4EE3-8F1F-C16A9A613A14}"/>
              </a:ext>
            </a:extLst>
          </p:cNvPr>
          <p:cNvSpPr>
            <a:spLocks xmlns:a="http://schemas.openxmlformats.org/drawingml/2006/main" noGrp="1"/>
          </p:cNvSpPr>
          <p:nvPr/>
        </p:nvSpPr>
        <p:spPr>
          <a:xfrm xmlns:a="http://schemas.openxmlformats.org/drawingml/2006/main">
            <a:off x="1428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382A242D-1BB7-4BC0-AFA0-A975A9069E0A}"/>
              </a:ext>
            </a:extLst>
          </p:cNvPr>
          <p:cNvSpPr>
            <a:spLocks xmlns:a="http://schemas.openxmlformats.org/drawingml/2006/main" noGrp="1"/>
          </p:cNvSpPr>
          <p:nvPr/>
        </p:nvSpPr>
        <p:spPr>
          <a:xfrm xmlns:a="http://schemas.openxmlformats.org/drawingml/2006/main" rot="0">
            <a:off x="1562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モデル開発</a:t>
            </a:r>
          </a:p>
        </p:txBody>
      </p:sp>
      <p:sp>
        <p:nvSpPr>
          <p:cNvPr id="7" name="">
            <a:extLst xmlns:a="http://schemas.openxmlformats.org/drawingml/2006/main">
              <a:ext uri="{FF2B5EF4-FFF2-40B4-BE49-F238E27FC236}">
                <a16:creationId xmlns:a16="http://schemas.microsoft.com/office/drawing/2014/main" id="{921AC276-75D3-4804-9F21-6FB36A925492}"/>
              </a:ext>
            </a:extLst>
          </p:cNvPr>
          <p:cNvSpPr>
            <a:spLocks xmlns:a="http://schemas.openxmlformats.org/drawingml/2006/main" noGrp="1"/>
          </p:cNvSpPr>
          <p:nvPr/>
        </p:nvSpPr>
        <p:spPr>
          <a:xfrm xmlns:a="http://schemas.openxmlformats.org/drawingml/2006/main">
            <a:off x="7524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8" name="">
            <a:extLst xmlns:a="http://schemas.openxmlformats.org/drawingml/2006/main">
              <a:ext uri="{FF2B5EF4-FFF2-40B4-BE49-F238E27FC236}">
                <a16:creationId xmlns:a16="http://schemas.microsoft.com/office/drawing/2014/main" id="{55B60B9B-7243-4AF0-AB42-E25FF9E97C8F}"/>
              </a:ext>
            </a:extLst>
          </p:cNvPr>
          <p:cNvSpPr>
            <a:spLocks xmlns:a="http://schemas.openxmlformats.org/drawingml/2006/main" noGrp="1"/>
          </p:cNvSpPr>
          <p:nvPr/>
        </p:nvSpPr>
        <p:spPr>
          <a:xfrm xmlns:a="http://schemas.openxmlformats.org/drawingml/2006/main" rot="0">
            <a:off x="7658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ハードウェア開発</a:t>
            </a:r>
          </a:p>
        </p:txBody>
      </p:sp>
      <p:sp>
        <p:nvSpPr>
          <p:cNvPr id="9" name="">
            <a:extLst xmlns:a="http://schemas.openxmlformats.org/drawingml/2006/main">
              <a:ext uri="{FF2B5EF4-FFF2-40B4-BE49-F238E27FC236}">
                <a16:creationId xmlns:a16="http://schemas.microsoft.com/office/drawing/2014/main" id="{0F93B9DB-C036-4437-8608-B45B55C9C13E}"/>
              </a:ext>
            </a:extLst>
          </p:cNvPr>
          <p:cNvSpPr>
            <a:spLocks xmlns:a="http://schemas.openxmlformats.org/drawingml/2006/main" noGrp="1"/>
          </p:cNvSpPr>
          <p:nvPr/>
        </p:nvSpPr>
        <p:spPr>
          <a:xfrm xmlns:a="http://schemas.openxmlformats.org/drawingml/2006/main">
            <a:off x="7524750" y="4286250"/>
            <a:ext cx="2667000" cy="8763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0" name="">
            <a:extLst xmlns:a="http://schemas.openxmlformats.org/drawingml/2006/main">
              <a:ext uri="{FF2B5EF4-FFF2-40B4-BE49-F238E27FC236}">
                <a16:creationId xmlns:a16="http://schemas.microsoft.com/office/drawing/2014/main" id="{5C097D49-7BE3-403F-A6E3-3C7D2912FCFA}"/>
              </a:ext>
            </a:extLst>
          </p:cNvPr>
          <p:cNvSpPr>
            <a:spLocks xmlns:a="http://schemas.openxmlformats.org/drawingml/2006/main" noGrp="1"/>
          </p:cNvSpPr>
          <p:nvPr/>
        </p:nvSpPr>
        <p:spPr>
          <a:xfrm xmlns:a="http://schemas.openxmlformats.org/drawingml/2006/main" rot="0">
            <a:off x="7658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現場統合</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ロボットが稼働</a:t>
            </a:r>
          </a:p>
        </p:txBody>
      </p:sp>
      <p:sp>
        <p:nvSpPr>
          <p:cNvPr id="11" name="">
            <a:extLst xmlns:a="http://schemas.openxmlformats.org/drawingml/2006/main">
              <a:ext uri="{FF2B5EF4-FFF2-40B4-BE49-F238E27FC236}">
                <a16:creationId xmlns:a16="http://schemas.microsoft.com/office/drawing/2014/main" id="{76891475-57FD-4631-912D-4C96A53D15DB}"/>
              </a:ext>
            </a:extLst>
          </p:cNvPr>
          <p:cNvSpPr>
            <a:spLocks xmlns:a="http://schemas.openxmlformats.org/drawingml/2006/main" noGrp="1"/>
          </p:cNvSpPr>
          <p:nvPr/>
        </p:nvSpPr>
        <p:spPr>
          <a:xfrm xmlns:a="http://schemas.openxmlformats.org/drawingml/2006/main">
            <a:off x="14287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A35BE5B-0E20-4ECD-9851-0CC861992097}"/>
              </a:ext>
            </a:extLst>
          </p:cNvPr>
          <p:cNvSpPr>
            <a:spLocks xmlns:a="http://schemas.openxmlformats.org/drawingml/2006/main" noGrp="1"/>
          </p:cNvSpPr>
          <p:nvPr/>
        </p:nvSpPr>
        <p:spPr>
          <a:xfrm xmlns:a="http://schemas.openxmlformats.org/drawingml/2006/main">
            <a:off x="14287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7F3AD19-68D5-41F0-9171-EA06880DC150}"/>
              </a:ext>
            </a:extLst>
          </p:cNvPr>
          <p:cNvSpPr>
            <a:spLocks xmlns:a="http://schemas.openxmlformats.org/drawingml/2006/main" noGrp="1"/>
          </p:cNvSpPr>
          <p:nvPr/>
        </p:nvSpPr>
        <p:spPr>
          <a:xfrm xmlns:a="http://schemas.openxmlformats.org/drawingml/2006/main">
            <a:off x="15906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5A53E2D-5555-4BBA-A3EC-34657F863045}"/>
              </a:ext>
            </a:extLst>
          </p:cNvPr>
          <p:cNvSpPr>
            <a:spLocks xmlns:a="http://schemas.openxmlformats.org/drawingml/2006/main" noGrp="1"/>
          </p:cNvSpPr>
          <p:nvPr/>
        </p:nvSpPr>
        <p:spPr>
          <a:xfrm xmlns:a="http://schemas.openxmlformats.org/drawingml/2006/main">
            <a:off x="15906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C0FCC5E-6F85-4C7A-BA12-0536CE1D1936}"/>
              </a:ext>
            </a:extLst>
          </p:cNvPr>
          <p:cNvSpPr>
            <a:spLocks xmlns:a="http://schemas.openxmlformats.org/drawingml/2006/main" noGrp="1"/>
          </p:cNvSpPr>
          <p:nvPr/>
        </p:nvSpPr>
        <p:spPr>
          <a:xfrm xmlns:a="http://schemas.openxmlformats.org/drawingml/2006/main">
            <a:off x="17526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829BD32-D3FF-48F9-813D-1E3EB62AAA35}"/>
              </a:ext>
            </a:extLst>
          </p:cNvPr>
          <p:cNvSpPr>
            <a:spLocks xmlns:a="http://schemas.openxmlformats.org/drawingml/2006/main" noGrp="1"/>
          </p:cNvSpPr>
          <p:nvPr/>
        </p:nvSpPr>
        <p:spPr>
          <a:xfrm xmlns:a="http://schemas.openxmlformats.org/drawingml/2006/main">
            <a:off x="17526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E9AE502-E884-4346-9B2F-37CCA83125A9}"/>
              </a:ext>
            </a:extLst>
          </p:cNvPr>
          <p:cNvSpPr>
            <a:spLocks xmlns:a="http://schemas.openxmlformats.org/drawingml/2006/main" noGrp="1"/>
          </p:cNvSpPr>
          <p:nvPr/>
        </p:nvSpPr>
        <p:spPr>
          <a:xfrm xmlns:a="http://schemas.openxmlformats.org/drawingml/2006/main">
            <a:off x="19145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5E8EAE9-7E5F-4419-9F13-E93E34AE8337}"/>
              </a:ext>
            </a:extLst>
          </p:cNvPr>
          <p:cNvSpPr>
            <a:spLocks xmlns:a="http://schemas.openxmlformats.org/drawingml/2006/main" noGrp="1"/>
          </p:cNvSpPr>
          <p:nvPr/>
        </p:nvSpPr>
        <p:spPr>
          <a:xfrm xmlns:a="http://schemas.openxmlformats.org/drawingml/2006/main">
            <a:off x="19145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24427D1-1C74-40AC-9CD5-1B638BF9A6C6}"/>
              </a:ext>
            </a:extLst>
          </p:cNvPr>
          <p:cNvSpPr>
            <a:spLocks xmlns:a="http://schemas.openxmlformats.org/drawingml/2006/main" noGrp="1"/>
          </p:cNvSpPr>
          <p:nvPr/>
        </p:nvSpPr>
        <p:spPr>
          <a:xfrm xmlns:a="http://schemas.openxmlformats.org/drawingml/2006/main">
            <a:off x="20764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F524E3A-FCB4-4655-B097-AA7800C02662}"/>
              </a:ext>
            </a:extLst>
          </p:cNvPr>
          <p:cNvSpPr>
            <a:spLocks xmlns:a="http://schemas.openxmlformats.org/drawingml/2006/main" noGrp="1"/>
          </p:cNvSpPr>
          <p:nvPr/>
        </p:nvSpPr>
        <p:spPr>
          <a:xfrm xmlns:a="http://schemas.openxmlformats.org/drawingml/2006/main">
            <a:off x="20764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E798DAA-B1E9-4E44-855D-F124D2CE34EF}"/>
              </a:ext>
            </a:extLst>
          </p:cNvPr>
          <p:cNvSpPr>
            <a:spLocks xmlns:a="http://schemas.openxmlformats.org/drawingml/2006/main" noGrp="1"/>
          </p:cNvSpPr>
          <p:nvPr/>
        </p:nvSpPr>
        <p:spPr>
          <a:xfrm xmlns:a="http://schemas.openxmlformats.org/drawingml/2006/main">
            <a:off x="22383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CDDC285-203B-421C-BB38-CBA556BFF7C5}"/>
              </a:ext>
            </a:extLst>
          </p:cNvPr>
          <p:cNvSpPr>
            <a:spLocks xmlns:a="http://schemas.openxmlformats.org/drawingml/2006/main" noGrp="1"/>
          </p:cNvSpPr>
          <p:nvPr/>
        </p:nvSpPr>
        <p:spPr>
          <a:xfrm xmlns:a="http://schemas.openxmlformats.org/drawingml/2006/main">
            <a:off x="22383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388DABC-9487-4218-8915-DB291F358814}"/>
              </a:ext>
            </a:extLst>
          </p:cNvPr>
          <p:cNvSpPr>
            <a:spLocks xmlns:a="http://schemas.openxmlformats.org/drawingml/2006/main" noGrp="1"/>
          </p:cNvSpPr>
          <p:nvPr/>
        </p:nvSpPr>
        <p:spPr>
          <a:xfrm xmlns:a="http://schemas.openxmlformats.org/drawingml/2006/main">
            <a:off x="24003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B732B23-EADF-416D-BFD7-A62A4E1C7F03}"/>
              </a:ext>
            </a:extLst>
          </p:cNvPr>
          <p:cNvSpPr>
            <a:spLocks xmlns:a="http://schemas.openxmlformats.org/drawingml/2006/main" noGrp="1"/>
          </p:cNvSpPr>
          <p:nvPr/>
        </p:nvSpPr>
        <p:spPr>
          <a:xfrm xmlns:a="http://schemas.openxmlformats.org/drawingml/2006/main">
            <a:off x="24003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3A98EC4-62D4-4380-9D60-0BF29C47F7D6}"/>
              </a:ext>
            </a:extLst>
          </p:cNvPr>
          <p:cNvSpPr>
            <a:spLocks xmlns:a="http://schemas.openxmlformats.org/drawingml/2006/main" noGrp="1"/>
          </p:cNvSpPr>
          <p:nvPr/>
        </p:nvSpPr>
        <p:spPr>
          <a:xfrm xmlns:a="http://schemas.openxmlformats.org/drawingml/2006/main">
            <a:off x="25622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08546D0-DE62-4164-98B1-88F3E7CAA1F5}"/>
              </a:ext>
            </a:extLst>
          </p:cNvPr>
          <p:cNvSpPr>
            <a:spLocks xmlns:a="http://schemas.openxmlformats.org/drawingml/2006/main" noGrp="1"/>
          </p:cNvSpPr>
          <p:nvPr/>
        </p:nvSpPr>
        <p:spPr>
          <a:xfrm xmlns:a="http://schemas.openxmlformats.org/drawingml/2006/main">
            <a:off x="25622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06E2C96-7716-4059-9BC1-530E42C89AF1}"/>
              </a:ext>
            </a:extLst>
          </p:cNvPr>
          <p:cNvSpPr>
            <a:spLocks xmlns:a="http://schemas.openxmlformats.org/drawingml/2006/main" noGrp="1"/>
          </p:cNvSpPr>
          <p:nvPr/>
        </p:nvSpPr>
        <p:spPr>
          <a:xfrm xmlns:a="http://schemas.openxmlformats.org/drawingml/2006/main">
            <a:off x="27241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E4F29DE-E4E3-4CBF-A491-5DF43A053948}"/>
              </a:ext>
            </a:extLst>
          </p:cNvPr>
          <p:cNvSpPr>
            <a:spLocks xmlns:a="http://schemas.openxmlformats.org/drawingml/2006/main" noGrp="1"/>
          </p:cNvSpPr>
          <p:nvPr/>
        </p:nvSpPr>
        <p:spPr>
          <a:xfrm xmlns:a="http://schemas.openxmlformats.org/drawingml/2006/main">
            <a:off x="27241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B146827-9948-4B1D-960C-BF0F5740CE3F}"/>
              </a:ext>
            </a:extLst>
          </p:cNvPr>
          <p:cNvSpPr>
            <a:spLocks xmlns:a="http://schemas.openxmlformats.org/drawingml/2006/main" noGrp="1"/>
          </p:cNvSpPr>
          <p:nvPr/>
        </p:nvSpPr>
        <p:spPr>
          <a:xfrm xmlns:a="http://schemas.openxmlformats.org/drawingml/2006/main">
            <a:off x="28860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27B5FDDD-13A7-4EA9-9BE3-0D5D950A408A}"/>
              </a:ext>
            </a:extLst>
          </p:cNvPr>
          <p:cNvSpPr>
            <a:spLocks xmlns:a="http://schemas.openxmlformats.org/drawingml/2006/main" noGrp="1"/>
          </p:cNvSpPr>
          <p:nvPr/>
        </p:nvSpPr>
        <p:spPr>
          <a:xfrm xmlns:a="http://schemas.openxmlformats.org/drawingml/2006/main">
            <a:off x="28860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6712189-71BA-4A52-9AAE-B9CD096DF3D6}"/>
              </a:ext>
            </a:extLst>
          </p:cNvPr>
          <p:cNvSpPr>
            <a:spLocks xmlns:a="http://schemas.openxmlformats.org/drawingml/2006/main" noGrp="1"/>
          </p:cNvSpPr>
          <p:nvPr/>
        </p:nvSpPr>
        <p:spPr>
          <a:xfrm xmlns:a="http://schemas.openxmlformats.org/drawingml/2006/main">
            <a:off x="30480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610CA5C-1520-4FFE-A951-55D6870A8D50}"/>
              </a:ext>
            </a:extLst>
          </p:cNvPr>
          <p:cNvSpPr>
            <a:spLocks xmlns:a="http://schemas.openxmlformats.org/drawingml/2006/main" noGrp="1"/>
          </p:cNvSpPr>
          <p:nvPr/>
        </p:nvSpPr>
        <p:spPr>
          <a:xfrm xmlns:a="http://schemas.openxmlformats.org/drawingml/2006/main">
            <a:off x="30480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9ACC2BF-D87E-4CC8-88E4-042D75BC688F}"/>
              </a:ext>
            </a:extLst>
          </p:cNvPr>
          <p:cNvSpPr>
            <a:spLocks xmlns:a="http://schemas.openxmlformats.org/drawingml/2006/main" noGrp="1"/>
          </p:cNvSpPr>
          <p:nvPr/>
        </p:nvSpPr>
        <p:spPr>
          <a:xfrm xmlns:a="http://schemas.openxmlformats.org/drawingml/2006/main">
            <a:off x="32099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037B37D-5FC1-43CF-8613-EC03146ECEE8}"/>
              </a:ext>
            </a:extLst>
          </p:cNvPr>
          <p:cNvSpPr>
            <a:spLocks xmlns:a="http://schemas.openxmlformats.org/drawingml/2006/main" noGrp="1"/>
          </p:cNvSpPr>
          <p:nvPr/>
        </p:nvSpPr>
        <p:spPr>
          <a:xfrm xmlns:a="http://schemas.openxmlformats.org/drawingml/2006/main">
            <a:off x="32099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1AD25C2-1794-4FBD-BE36-077D1F476784}"/>
              </a:ext>
            </a:extLst>
          </p:cNvPr>
          <p:cNvSpPr>
            <a:spLocks xmlns:a="http://schemas.openxmlformats.org/drawingml/2006/main" noGrp="1"/>
          </p:cNvSpPr>
          <p:nvPr/>
        </p:nvSpPr>
        <p:spPr>
          <a:xfrm xmlns:a="http://schemas.openxmlformats.org/drawingml/2006/main">
            <a:off x="33718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7C8D483-6334-44DB-B793-55C6502C2343}"/>
              </a:ext>
            </a:extLst>
          </p:cNvPr>
          <p:cNvSpPr>
            <a:spLocks xmlns:a="http://schemas.openxmlformats.org/drawingml/2006/main" noGrp="1"/>
          </p:cNvSpPr>
          <p:nvPr/>
        </p:nvSpPr>
        <p:spPr>
          <a:xfrm xmlns:a="http://schemas.openxmlformats.org/drawingml/2006/main">
            <a:off x="33718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268F3A2D-9822-46DC-81F6-C3D046583FD9}"/>
              </a:ext>
            </a:extLst>
          </p:cNvPr>
          <p:cNvSpPr>
            <a:spLocks xmlns:a="http://schemas.openxmlformats.org/drawingml/2006/main" noGrp="1"/>
          </p:cNvSpPr>
          <p:nvPr/>
        </p:nvSpPr>
        <p:spPr>
          <a:xfrm xmlns:a="http://schemas.openxmlformats.org/drawingml/2006/main">
            <a:off x="35337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3E7D1731-C928-4B4B-80C9-FD00D004128D}"/>
              </a:ext>
            </a:extLst>
          </p:cNvPr>
          <p:cNvSpPr>
            <a:spLocks xmlns:a="http://schemas.openxmlformats.org/drawingml/2006/main" noGrp="1"/>
          </p:cNvSpPr>
          <p:nvPr/>
        </p:nvSpPr>
        <p:spPr>
          <a:xfrm xmlns:a="http://schemas.openxmlformats.org/drawingml/2006/main">
            <a:off x="35337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A167E3E-525F-4F67-BEA7-8A662FA90FC1}"/>
              </a:ext>
            </a:extLst>
          </p:cNvPr>
          <p:cNvSpPr>
            <a:spLocks xmlns:a="http://schemas.openxmlformats.org/drawingml/2006/main" noGrp="1"/>
          </p:cNvSpPr>
          <p:nvPr/>
        </p:nvSpPr>
        <p:spPr>
          <a:xfrm xmlns:a="http://schemas.openxmlformats.org/drawingml/2006/main">
            <a:off x="36957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7C8CA759-39FD-471C-92A2-2052360FC81B}"/>
              </a:ext>
            </a:extLst>
          </p:cNvPr>
          <p:cNvSpPr>
            <a:spLocks xmlns:a="http://schemas.openxmlformats.org/drawingml/2006/main" noGrp="1"/>
          </p:cNvSpPr>
          <p:nvPr/>
        </p:nvSpPr>
        <p:spPr>
          <a:xfrm xmlns:a="http://schemas.openxmlformats.org/drawingml/2006/main">
            <a:off x="36957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273E0F5-6661-4FC6-8B64-124301EE4AB5}"/>
              </a:ext>
            </a:extLst>
          </p:cNvPr>
          <p:cNvSpPr>
            <a:spLocks xmlns:a="http://schemas.openxmlformats.org/drawingml/2006/main" noGrp="1"/>
          </p:cNvSpPr>
          <p:nvPr/>
        </p:nvSpPr>
        <p:spPr>
          <a:xfrm xmlns:a="http://schemas.openxmlformats.org/drawingml/2006/main">
            <a:off x="38576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019644C1-3671-4612-857C-04356C85C994}"/>
              </a:ext>
            </a:extLst>
          </p:cNvPr>
          <p:cNvSpPr>
            <a:spLocks xmlns:a="http://schemas.openxmlformats.org/drawingml/2006/main" noGrp="1"/>
          </p:cNvSpPr>
          <p:nvPr/>
        </p:nvSpPr>
        <p:spPr>
          <a:xfrm xmlns:a="http://schemas.openxmlformats.org/drawingml/2006/main">
            <a:off x="38576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FA5DB716-112D-4957-99E2-BFAFBBFB022A}"/>
              </a:ext>
            </a:extLst>
          </p:cNvPr>
          <p:cNvSpPr>
            <a:spLocks xmlns:a="http://schemas.openxmlformats.org/drawingml/2006/main" noGrp="1"/>
          </p:cNvSpPr>
          <p:nvPr/>
        </p:nvSpPr>
        <p:spPr>
          <a:xfrm xmlns:a="http://schemas.openxmlformats.org/drawingml/2006/main">
            <a:off x="4019550" y="428625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8D183B85-6C3C-4BA8-9BF9-55EC942FB3E9}"/>
              </a:ext>
            </a:extLst>
          </p:cNvPr>
          <p:cNvSpPr>
            <a:spLocks xmlns:a="http://schemas.openxmlformats.org/drawingml/2006/main" noGrp="1"/>
          </p:cNvSpPr>
          <p:nvPr/>
        </p:nvSpPr>
        <p:spPr>
          <a:xfrm xmlns:a="http://schemas.openxmlformats.org/drawingml/2006/main">
            <a:off x="4019550" y="514350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48FBB6D9-F327-4ACA-B305-13D4F1327D38}"/>
              </a:ext>
            </a:extLst>
          </p:cNvPr>
          <p:cNvSpPr>
            <a:spLocks xmlns:a="http://schemas.openxmlformats.org/drawingml/2006/main" noGrp="1"/>
          </p:cNvSpPr>
          <p:nvPr/>
        </p:nvSpPr>
        <p:spPr>
          <a:xfrm xmlns:a="http://schemas.openxmlformats.org/drawingml/2006/main">
            <a:off x="142875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1551C60-651F-4FEE-9A8F-9BD909202D06}"/>
              </a:ext>
            </a:extLst>
          </p:cNvPr>
          <p:cNvSpPr>
            <a:spLocks xmlns:a="http://schemas.openxmlformats.org/drawingml/2006/main" noGrp="1"/>
          </p:cNvSpPr>
          <p:nvPr/>
        </p:nvSpPr>
        <p:spPr>
          <a:xfrm xmlns:a="http://schemas.openxmlformats.org/drawingml/2006/main">
            <a:off x="407670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B861249C-BAF7-49B7-AC1D-9C3347A5C46C}"/>
              </a:ext>
            </a:extLst>
          </p:cNvPr>
          <p:cNvSpPr>
            <a:spLocks xmlns:a="http://schemas.openxmlformats.org/drawingml/2006/main" noGrp="1"/>
          </p:cNvSpPr>
          <p:nvPr/>
        </p:nvSpPr>
        <p:spPr>
          <a:xfrm xmlns:a="http://schemas.openxmlformats.org/drawingml/2006/main">
            <a:off x="142875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3780BD12-020A-434F-A98E-32C2522867C2}"/>
              </a:ext>
            </a:extLst>
          </p:cNvPr>
          <p:cNvSpPr>
            <a:spLocks xmlns:a="http://schemas.openxmlformats.org/drawingml/2006/main" noGrp="1"/>
          </p:cNvSpPr>
          <p:nvPr/>
        </p:nvSpPr>
        <p:spPr>
          <a:xfrm xmlns:a="http://schemas.openxmlformats.org/drawingml/2006/main">
            <a:off x="407670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4267D20E-6B9E-4993-ABCD-EE843A3FA0C3}"/>
              </a:ext>
            </a:extLst>
          </p:cNvPr>
          <p:cNvSpPr>
            <a:spLocks xmlns:a="http://schemas.openxmlformats.org/drawingml/2006/main" noGrp="1"/>
          </p:cNvSpPr>
          <p:nvPr/>
        </p:nvSpPr>
        <p:spPr>
          <a:xfrm xmlns:a="http://schemas.openxmlformats.org/drawingml/2006/main">
            <a:off x="142875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62B210A7-CB4E-4EAF-A5F5-0F0CA32680A4}"/>
              </a:ext>
            </a:extLst>
          </p:cNvPr>
          <p:cNvSpPr>
            <a:spLocks xmlns:a="http://schemas.openxmlformats.org/drawingml/2006/main" noGrp="1"/>
          </p:cNvSpPr>
          <p:nvPr/>
        </p:nvSpPr>
        <p:spPr>
          <a:xfrm xmlns:a="http://schemas.openxmlformats.org/drawingml/2006/main">
            <a:off x="407670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C3BDC26A-8E5F-4E14-A4FB-BCD60140D445}"/>
              </a:ext>
            </a:extLst>
          </p:cNvPr>
          <p:cNvSpPr>
            <a:spLocks xmlns:a="http://schemas.openxmlformats.org/drawingml/2006/main" noGrp="1"/>
          </p:cNvSpPr>
          <p:nvPr/>
        </p:nvSpPr>
        <p:spPr>
          <a:xfrm xmlns:a="http://schemas.openxmlformats.org/drawingml/2006/main">
            <a:off x="142875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784249B2-B321-46A6-B7BC-E4A78107F70E}"/>
              </a:ext>
            </a:extLst>
          </p:cNvPr>
          <p:cNvSpPr>
            <a:spLocks xmlns:a="http://schemas.openxmlformats.org/drawingml/2006/main" noGrp="1"/>
          </p:cNvSpPr>
          <p:nvPr/>
        </p:nvSpPr>
        <p:spPr>
          <a:xfrm xmlns:a="http://schemas.openxmlformats.org/drawingml/2006/main">
            <a:off x="407670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CDE31510-CA3A-4DD8-AECC-AB60A8914E8C}"/>
              </a:ext>
            </a:extLst>
          </p:cNvPr>
          <p:cNvSpPr>
            <a:spLocks xmlns:a="http://schemas.openxmlformats.org/drawingml/2006/main" noGrp="1"/>
          </p:cNvSpPr>
          <p:nvPr/>
        </p:nvSpPr>
        <p:spPr>
          <a:xfrm xmlns:a="http://schemas.openxmlformats.org/drawingml/2006/main">
            <a:off x="142875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42B84329-1C03-4744-86D2-A6DB7E274CE3}"/>
              </a:ext>
            </a:extLst>
          </p:cNvPr>
          <p:cNvSpPr>
            <a:spLocks xmlns:a="http://schemas.openxmlformats.org/drawingml/2006/main" noGrp="1"/>
          </p:cNvSpPr>
          <p:nvPr/>
        </p:nvSpPr>
        <p:spPr>
          <a:xfrm xmlns:a="http://schemas.openxmlformats.org/drawingml/2006/main">
            <a:off x="407670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D9179813-FAA2-443B-84EB-C57951F6B6F4}"/>
              </a:ext>
            </a:extLst>
          </p:cNvPr>
          <p:cNvSpPr>
            <a:spLocks xmlns:a="http://schemas.openxmlformats.org/drawingml/2006/main" noGrp="1"/>
          </p:cNvSpPr>
          <p:nvPr/>
        </p:nvSpPr>
        <p:spPr>
          <a:xfrm xmlns:a="http://schemas.openxmlformats.org/drawingml/2006/main">
            <a:off x="142875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37DB863B-CA7F-442C-BAC6-EAA8C296AE40}"/>
              </a:ext>
            </a:extLst>
          </p:cNvPr>
          <p:cNvSpPr>
            <a:spLocks xmlns:a="http://schemas.openxmlformats.org/drawingml/2006/main" noGrp="1"/>
          </p:cNvSpPr>
          <p:nvPr/>
        </p:nvSpPr>
        <p:spPr>
          <a:xfrm xmlns:a="http://schemas.openxmlformats.org/drawingml/2006/main">
            <a:off x="407670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CDA1384C-95F8-41F1-8EDB-122E32BD111B}"/>
              </a:ext>
            </a:extLst>
          </p:cNvPr>
          <p:cNvSpPr>
            <a:spLocks xmlns:a="http://schemas.openxmlformats.org/drawingml/2006/main" noGrp="1"/>
          </p:cNvSpPr>
          <p:nvPr/>
        </p:nvSpPr>
        <p:spPr>
          <a:xfrm xmlns:a="http://schemas.openxmlformats.org/drawingml/2006/main" rot="0">
            <a:off x="1562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現場で得たデータ</a:t>
            </a:r>
          </a:p>
        </p:txBody>
      </p:sp>
      <p:sp>
        <p:nvSpPr>
          <p:cNvPr id="58" name="">
            <a:extLst xmlns:a="http://schemas.openxmlformats.org/drawingml/2006/main">
              <a:ext uri="{FF2B5EF4-FFF2-40B4-BE49-F238E27FC236}">
                <a16:creationId xmlns:a16="http://schemas.microsoft.com/office/drawing/2014/main" id="{3ACDCC87-0BE8-4590-A24D-EA991F7CFE3F}"/>
              </a:ext>
            </a:extLst>
          </p:cNvPr>
          <p:cNvSpPr>
            <a:spLocks xmlns:a="http://schemas.openxmlformats.org/drawingml/2006/main" noGrp="1"/>
          </p:cNvSpPr>
          <p:nvPr/>
        </p:nvSpPr>
        <p:spPr>
          <a:xfrm xmlns:a="http://schemas.openxmlformats.org/drawingml/2006/main">
            <a:off x="4238625" y="24765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D9A82B64-62D0-40E2-8085-08A4B5EC471D}"/>
              </a:ext>
            </a:extLst>
          </p:cNvPr>
          <p:cNvSpPr>
            <a:spLocks xmlns:a="http://schemas.openxmlformats.org/drawingml/2006/main" noGrp="1"/>
          </p:cNvSpPr>
          <p:nvPr/>
        </p:nvSpPr>
        <p:spPr>
          <a:xfrm xmlns:a="http://schemas.openxmlformats.org/drawingml/2006/main" rot="5400000">
            <a:off x="7210425" y="24098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0" name="">
            <a:extLst xmlns:a="http://schemas.openxmlformats.org/drawingml/2006/main">
              <a:ext uri="{FF2B5EF4-FFF2-40B4-BE49-F238E27FC236}">
                <a16:creationId xmlns:a16="http://schemas.microsoft.com/office/drawing/2014/main" id="{EC025F7D-7D49-4CDC-8D82-4563A6F21A94}"/>
              </a:ext>
            </a:extLst>
          </p:cNvPr>
          <p:cNvSpPr>
            <a:spLocks xmlns:a="http://schemas.openxmlformats.org/drawingml/2006/main" noGrp="1"/>
          </p:cNvSpPr>
          <p:nvPr/>
        </p:nvSpPr>
        <p:spPr>
          <a:xfrm xmlns:a="http://schemas.openxmlformats.org/drawingml/2006/main">
            <a:off x="8839200" y="3019425"/>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8AC455FD-ACB1-4B5B-B007-DF0635625F53}"/>
              </a:ext>
            </a:extLst>
          </p:cNvPr>
          <p:cNvSpPr>
            <a:spLocks xmlns:a="http://schemas.openxmlformats.org/drawingml/2006/main" noGrp="1"/>
          </p:cNvSpPr>
          <p:nvPr/>
        </p:nvSpPr>
        <p:spPr>
          <a:xfrm xmlns:a="http://schemas.openxmlformats.org/drawingml/2006/main" rot="10800000">
            <a:off x="8772525" y="39719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2" name="">
            <a:extLst xmlns:a="http://schemas.openxmlformats.org/drawingml/2006/main">
              <a:ext uri="{FF2B5EF4-FFF2-40B4-BE49-F238E27FC236}">
                <a16:creationId xmlns:a16="http://schemas.microsoft.com/office/drawing/2014/main" id="{D953D897-8D83-4A1F-AA4B-9CD821DD5FC7}"/>
              </a:ext>
            </a:extLst>
          </p:cNvPr>
          <p:cNvSpPr>
            <a:spLocks xmlns:a="http://schemas.openxmlformats.org/drawingml/2006/main" noGrp="1"/>
          </p:cNvSpPr>
          <p:nvPr/>
        </p:nvSpPr>
        <p:spPr>
          <a:xfrm xmlns:a="http://schemas.openxmlformats.org/drawingml/2006/main">
            <a:off x="4381500" y="47244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B32FACD9-3801-414C-B3DE-A83557DD827A}"/>
              </a:ext>
            </a:extLst>
          </p:cNvPr>
          <p:cNvSpPr>
            <a:spLocks xmlns:a="http://schemas.openxmlformats.org/drawingml/2006/main" noGrp="1"/>
          </p:cNvSpPr>
          <p:nvPr/>
        </p:nvSpPr>
        <p:spPr>
          <a:xfrm xmlns:a="http://schemas.openxmlformats.org/drawingml/2006/main" rot="16200000">
            <a:off x="4238625" y="4657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4" name="">
            <a:extLst xmlns:a="http://schemas.openxmlformats.org/drawingml/2006/main">
              <a:ext uri="{FF2B5EF4-FFF2-40B4-BE49-F238E27FC236}">
                <a16:creationId xmlns:a16="http://schemas.microsoft.com/office/drawing/2014/main" id="{CBA86E98-0EC4-41BE-8BB0-168BF7DED9F5}"/>
              </a:ext>
            </a:extLst>
          </p:cNvPr>
          <p:cNvSpPr>
            <a:spLocks xmlns:a="http://schemas.openxmlformats.org/drawingml/2006/main" noGrp="1"/>
          </p:cNvSpPr>
          <p:nvPr/>
        </p:nvSpPr>
        <p:spPr>
          <a:xfrm xmlns:a="http://schemas.openxmlformats.org/drawingml/2006/main">
            <a:off x="2743200" y="3162300"/>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D232594F-0355-4C8E-A6DA-040477500A19}"/>
              </a:ext>
            </a:extLst>
          </p:cNvPr>
          <p:cNvSpPr>
            <a:spLocks xmlns:a="http://schemas.openxmlformats.org/drawingml/2006/main" noGrp="1"/>
          </p:cNvSpPr>
          <p:nvPr/>
        </p:nvSpPr>
        <p:spPr>
          <a:xfrm xmlns:a="http://schemas.openxmlformats.org/drawingml/2006/main" rot="0">
            <a:off x="2676525" y="30194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6" name="">
            <a:extLst xmlns:a="http://schemas.openxmlformats.org/drawingml/2006/main">
              <a:ext uri="{FF2B5EF4-FFF2-40B4-BE49-F238E27FC236}">
                <a16:creationId xmlns:a16="http://schemas.microsoft.com/office/drawing/2014/main" id="{9CF3B2A2-576E-430B-B72F-A8947D0ED08D}"/>
              </a:ext>
            </a:extLst>
          </p:cNvPr>
          <p:cNvSpPr>
            <a:spLocks xmlns:a="http://schemas.openxmlformats.org/drawingml/2006/main" noGrp="1"/>
          </p:cNvSpPr>
          <p:nvPr/>
        </p:nvSpPr>
        <p:spPr>
          <a:xfrm xmlns:a="http://schemas.openxmlformats.org/drawingml/2006/main" rot="0">
            <a:off x="4905375" y="21431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8646A"/>
                </a:solidFill>
                <a:latin typeface="Hiragino Sans"/>
                <a:ea typeface="Hiragino Sans"/>
                <a:cs typeface="Hiragino Sans"/>
              </a:defRPr>
            </a:pPr>
            <a:r>
              <a:rPr sz="1125" b="0">
                <a:solidFill>
                  <a:srgbClr val="58646A"/>
                </a:solidFill>
                <a:latin typeface="Hiragino Sans"/>
                <a:ea typeface="Hiragino Sans"/>
                <a:cs typeface="Hiragino Sans"/>
              </a:rPr>
              <a:t>モデルを実機へ</a:t>
            </a:r>
          </a:p>
        </p:txBody>
      </p:sp>
      <p:sp>
        <p:nvSpPr>
          <p:cNvPr id="67" name="">
            <a:extLst xmlns:a="http://schemas.openxmlformats.org/drawingml/2006/main">
              <a:ext uri="{FF2B5EF4-FFF2-40B4-BE49-F238E27FC236}">
                <a16:creationId xmlns:a16="http://schemas.microsoft.com/office/drawing/2014/main" id="{E474B099-DF06-455F-9CEF-01F5D9C9E669}"/>
              </a:ext>
            </a:extLst>
          </p:cNvPr>
          <p:cNvSpPr>
            <a:spLocks xmlns:a="http://schemas.openxmlformats.org/drawingml/2006/main" noGrp="1"/>
          </p:cNvSpPr>
          <p:nvPr/>
        </p:nvSpPr>
        <p:spPr>
          <a:xfrm xmlns:a="http://schemas.openxmlformats.org/drawingml/2006/main" rot="0">
            <a:off x="4953000" y="3476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稼働そのものが</a:t>
            </a:r>
          </a:p>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データ収集になる</a:t>
            </a:r>
          </a:p>
        </p:txBody>
      </p:sp>
      <p:sp>
        <p:nvSpPr>
          <p:cNvPr id="68" name="">
            <a:extLst xmlns:a="http://schemas.openxmlformats.org/drawingml/2006/main">
              <a:ext uri="{FF2B5EF4-FFF2-40B4-BE49-F238E27FC236}">
                <a16:creationId xmlns:a16="http://schemas.microsoft.com/office/drawing/2014/main" id="{2D529A56-4542-43D2-A0D2-EFAB9805038A}"/>
              </a:ext>
            </a:extLst>
          </p:cNvPr>
          <p:cNvSpPr>
            <a:spLocks xmlns:a="http://schemas.openxmlformats.org/drawingml/2006/main" noGrp="1"/>
          </p:cNvSpPr>
          <p:nvPr/>
        </p:nvSpPr>
        <p:spPr>
          <a:xfrm xmlns:a="http://schemas.openxmlformats.org/drawingml/2006/main" rot="0">
            <a:off x="72390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現場稼働データが直接モデル改善</a:t>
            </a:r>
          </a:p>
        </p:txBody>
      </p:sp>
    </p:spTree>
    <p:extLst>
      <p:ext uri="{BB962C8B-B14F-4D97-AF65-F5344CB8AC3E}">
        <p14:creationId xmlns:p14="http://schemas.microsoft.com/office/powerpoint/2010/main" val="1693921782"/>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ECF62F7-DACB-44AC-93F8-1A7735D9C0C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D12A82-7A61-4173-80FE-DC149F819A0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データ収集を通じて、先に実現場ネットワークを構築することが有利</a:t>
            </a:r>
          </a:p>
        </p:txBody>
      </p:sp>
      <p:sp>
        <p:nvSpPr>
          <p:cNvPr id="3" name="">
            <a:extLst xmlns:a="http://schemas.openxmlformats.org/drawingml/2006/main">
              <a:ext uri="{FF2B5EF4-FFF2-40B4-BE49-F238E27FC236}">
                <a16:creationId xmlns:a16="http://schemas.microsoft.com/office/drawing/2014/main" id="{66D75914-E421-4CAF-B31E-1B07845D659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BA16B29-5A87-40F9-8292-98B6C4E201D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EE7A7983-00A9-4709-BB79-863AFA0554A9}"/>
              </a:ext>
            </a:extLst>
          </p:cNvPr>
          <p:cNvSpPr>
            <a:spLocks xmlns:a="http://schemas.openxmlformats.org/drawingml/2006/main" noGrp="1"/>
          </p:cNvSpPr>
          <p:nvPr/>
        </p:nvSpPr>
        <p:spPr>
          <a:xfrm xmlns:a="http://schemas.openxmlformats.org/drawingml/2006/main" rot="0">
            <a:off x="723900" y="16002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フィジカルAIは実現場のデータなしに成立しないからこそ、最上流のデータ収集層と最下流の現場統合が繋がる、この業界特有の構造がある</a:t>
            </a:r>
          </a:p>
        </p:txBody>
      </p:sp>
      <p:sp>
        <p:nvSpPr>
          <p:cNvPr id="6" name="">
            <a:extLst xmlns:a="http://schemas.openxmlformats.org/drawingml/2006/main">
              <a:ext uri="{FF2B5EF4-FFF2-40B4-BE49-F238E27FC236}">
                <a16:creationId xmlns:a16="http://schemas.microsoft.com/office/drawing/2014/main" id="{C35937AC-CFE8-4187-A675-787D3611C8DF}"/>
              </a:ext>
            </a:extLst>
          </p:cNvPr>
          <p:cNvSpPr>
            <a:spLocks xmlns:a="http://schemas.openxmlformats.org/drawingml/2006/main" noGrp="1"/>
          </p:cNvSpPr>
          <p:nvPr/>
        </p:nvSpPr>
        <p:spPr>
          <a:xfrm xmlns:a="http://schemas.openxmlformats.org/drawingml/2006/main">
            <a:off x="3667125" y="214312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B0D6F4A9-8E69-4FD1-8841-EC81BD7B4BB9}"/>
              </a:ext>
            </a:extLst>
          </p:cNvPr>
          <p:cNvSpPr>
            <a:spLocks xmlns:a="http://schemas.openxmlformats.org/drawingml/2006/main" noGrp="1"/>
          </p:cNvSpPr>
          <p:nvPr/>
        </p:nvSpPr>
        <p:spPr>
          <a:xfrm xmlns:a="http://schemas.openxmlformats.org/drawingml/2006/main" rot="0">
            <a:off x="3800475" y="22574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32EC9D81-4DBD-4715-A4E0-BDDE3163B757}"/>
              </a:ext>
            </a:extLst>
          </p:cNvPr>
          <p:cNvSpPr>
            <a:spLocks xmlns:a="http://schemas.openxmlformats.org/drawingml/2006/main" noGrp="1"/>
          </p:cNvSpPr>
          <p:nvPr/>
        </p:nvSpPr>
        <p:spPr>
          <a:xfrm xmlns:a="http://schemas.openxmlformats.org/drawingml/2006/main">
            <a:off x="3667125" y="280987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9" name="">
            <a:extLst xmlns:a="http://schemas.openxmlformats.org/drawingml/2006/main">
              <a:ext uri="{FF2B5EF4-FFF2-40B4-BE49-F238E27FC236}">
                <a16:creationId xmlns:a16="http://schemas.microsoft.com/office/drawing/2014/main" id="{1F84E4A9-C048-4935-B209-8D904726E847}"/>
              </a:ext>
            </a:extLst>
          </p:cNvPr>
          <p:cNvSpPr>
            <a:spLocks xmlns:a="http://schemas.openxmlformats.org/drawingml/2006/main" noGrp="1"/>
          </p:cNvSpPr>
          <p:nvPr/>
        </p:nvSpPr>
        <p:spPr>
          <a:xfrm xmlns:a="http://schemas.openxmlformats.org/drawingml/2006/main" rot="0">
            <a:off x="3800475" y="29241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基盤モデル・シミュレーション</a:t>
            </a:r>
          </a:p>
        </p:txBody>
      </p:sp>
      <p:sp>
        <p:nvSpPr>
          <p:cNvPr id="10" name="">
            <a:extLst xmlns:a="http://schemas.openxmlformats.org/drawingml/2006/main">
              <a:ext uri="{FF2B5EF4-FFF2-40B4-BE49-F238E27FC236}">
                <a16:creationId xmlns:a16="http://schemas.microsoft.com/office/drawing/2014/main" id="{3016FE54-D6E9-45F5-8E84-94050DE34DD6}"/>
              </a:ext>
            </a:extLst>
          </p:cNvPr>
          <p:cNvSpPr>
            <a:spLocks xmlns:a="http://schemas.openxmlformats.org/drawingml/2006/main" noGrp="1"/>
          </p:cNvSpPr>
          <p:nvPr/>
        </p:nvSpPr>
        <p:spPr>
          <a:xfrm xmlns:a="http://schemas.openxmlformats.org/drawingml/2006/main">
            <a:off x="3667125" y="347662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1" name="">
            <a:extLst xmlns:a="http://schemas.openxmlformats.org/drawingml/2006/main">
              <a:ext uri="{FF2B5EF4-FFF2-40B4-BE49-F238E27FC236}">
                <a16:creationId xmlns:a16="http://schemas.microsoft.com/office/drawing/2014/main" id="{F0218798-15B9-4A53-9EDA-37CAEC99796C}"/>
              </a:ext>
            </a:extLst>
          </p:cNvPr>
          <p:cNvSpPr>
            <a:spLocks xmlns:a="http://schemas.openxmlformats.org/drawingml/2006/main" noGrp="1"/>
          </p:cNvSpPr>
          <p:nvPr/>
        </p:nvSpPr>
        <p:spPr>
          <a:xfrm xmlns:a="http://schemas.openxmlformats.org/drawingml/2006/main" rot="0">
            <a:off x="3800475" y="35909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A621C9C5-0621-40FB-8DF2-ED71D845D66B}"/>
              </a:ext>
            </a:extLst>
          </p:cNvPr>
          <p:cNvSpPr>
            <a:spLocks xmlns:a="http://schemas.openxmlformats.org/drawingml/2006/main" noGrp="1"/>
          </p:cNvSpPr>
          <p:nvPr/>
        </p:nvSpPr>
        <p:spPr>
          <a:xfrm xmlns:a="http://schemas.openxmlformats.org/drawingml/2006/main">
            <a:off x="3667125" y="414337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3749362F-FDF0-470E-BFEA-4723AB5B3539}"/>
              </a:ext>
            </a:extLst>
          </p:cNvPr>
          <p:cNvSpPr>
            <a:spLocks xmlns:a="http://schemas.openxmlformats.org/drawingml/2006/main" noGrp="1"/>
          </p:cNvSpPr>
          <p:nvPr/>
        </p:nvSpPr>
        <p:spPr>
          <a:xfrm xmlns:a="http://schemas.openxmlformats.org/drawingml/2006/main" rot="0">
            <a:off x="3800475" y="42576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46F29CFC-0D2E-4DD1-8106-8888444489E5}"/>
              </a:ext>
            </a:extLst>
          </p:cNvPr>
          <p:cNvSpPr>
            <a:spLocks xmlns:a="http://schemas.openxmlformats.org/drawingml/2006/main" noGrp="1"/>
          </p:cNvSpPr>
          <p:nvPr/>
        </p:nvSpPr>
        <p:spPr>
          <a:xfrm xmlns:a="http://schemas.openxmlformats.org/drawingml/2006/main">
            <a:off x="3667125" y="5238750"/>
            <a:ext cx="4095750" cy="55245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5" name="">
            <a:extLst xmlns:a="http://schemas.openxmlformats.org/drawingml/2006/main">
              <a:ext uri="{FF2B5EF4-FFF2-40B4-BE49-F238E27FC236}">
                <a16:creationId xmlns:a16="http://schemas.microsoft.com/office/drawing/2014/main" id="{B10C84FD-6427-42ED-AD39-215AF11F6935}"/>
              </a:ext>
            </a:extLst>
          </p:cNvPr>
          <p:cNvSpPr>
            <a:spLocks xmlns:a="http://schemas.openxmlformats.org/drawingml/2006/main" noGrp="1"/>
          </p:cNvSpPr>
          <p:nvPr/>
        </p:nvSpPr>
        <p:spPr>
          <a:xfrm xmlns:a="http://schemas.openxmlformats.org/drawingml/2006/main" rot="0">
            <a:off x="3800475" y="53530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928A0AB7-59FB-496F-BF04-616ACFF3E9D1}"/>
              </a:ext>
            </a:extLst>
          </p:cNvPr>
          <p:cNvSpPr>
            <a:spLocks xmlns:a="http://schemas.openxmlformats.org/drawingml/2006/main" noGrp="1"/>
          </p:cNvSpPr>
          <p:nvPr/>
        </p:nvSpPr>
        <p:spPr>
          <a:xfrm xmlns:a="http://schemas.openxmlformats.org/drawingml/2006/main">
            <a:off x="5715000" y="4791075"/>
            <a:ext cx="28575" cy="2095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6038AB6-6318-4C64-AACF-D70F7A77DA44}"/>
              </a:ext>
            </a:extLst>
          </p:cNvPr>
          <p:cNvSpPr>
            <a:spLocks xmlns:a="http://schemas.openxmlformats.org/drawingml/2006/main" noGrp="1"/>
          </p:cNvSpPr>
          <p:nvPr/>
        </p:nvSpPr>
        <p:spPr>
          <a:xfrm xmlns:a="http://schemas.openxmlformats.org/drawingml/2006/main" rot="10800000">
            <a:off x="5648325" y="49720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D767E654-650F-4E2D-8E60-5CEEC37F9E0F}"/>
              </a:ext>
            </a:extLst>
          </p:cNvPr>
          <p:cNvSpPr>
            <a:spLocks xmlns:a="http://schemas.openxmlformats.org/drawingml/2006/main" noGrp="1"/>
          </p:cNvSpPr>
          <p:nvPr/>
        </p:nvSpPr>
        <p:spPr>
          <a:xfrm xmlns:a="http://schemas.openxmlformats.org/drawingml/2006/main">
            <a:off x="7762875" y="241935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AE06AFD-82B7-435A-99EB-E32967A2E8C5}"/>
              </a:ext>
            </a:extLst>
          </p:cNvPr>
          <p:cNvSpPr>
            <a:spLocks xmlns:a="http://schemas.openxmlformats.org/drawingml/2006/main" noGrp="1"/>
          </p:cNvSpPr>
          <p:nvPr/>
        </p:nvSpPr>
        <p:spPr>
          <a:xfrm xmlns:a="http://schemas.openxmlformats.org/drawingml/2006/main">
            <a:off x="9353550" y="2419350"/>
            <a:ext cx="28575" cy="309562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DCA10B0-5626-4A65-8E47-7CFA2807E2B2}"/>
              </a:ext>
            </a:extLst>
          </p:cNvPr>
          <p:cNvSpPr>
            <a:spLocks xmlns:a="http://schemas.openxmlformats.org/drawingml/2006/main" noGrp="1"/>
          </p:cNvSpPr>
          <p:nvPr/>
        </p:nvSpPr>
        <p:spPr>
          <a:xfrm xmlns:a="http://schemas.openxmlformats.org/drawingml/2006/main">
            <a:off x="7762875" y="548640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FAD570C-6C1A-4647-82F5-8BFAF67F4B5F}"/>
              </a:ext>
            </a:extLst>
          </p:cNvPr>
          <p:cNvSpPr>
            <a:spLocks xmlns:a="http://schemas.openxmlformats.org/drawingml/2006/main" noGrp="1"/>
          </p:cNvSpPr>
          <p:nvPr/>
        </p:nvSpPr>
        <p:spPr>
          <a:xfrm xmlns:a="http://schemas.openxmlformats.org/drawingml/2006/main" rot="16200000">
            <a:off x="7743825" y="5419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22" name="">
            <a:extLst xmlns:a="http://schemas.openxmlformats.org/drawingml/2006/main">
              <a:ext uri="{FF2B5EF4-FFF2-40B4-BE49-F238E27FC236}">
                <a16:creationId xmlns:a16="http://schemas.microsoft.com/office/drawing/2014/main" id="{8ACCFEC2-FDAF-48A1-8178-22995F874127}"/>
              </a:ext>
            </a:extLst>
          </p:cNvPr>
          <p:cNvSpPr>
            <a:spLocks xmlns:a="http://schemas.openxmlformats.org/drawingml/2006/main" noGrp="1"/>
          </p:cNvSpPr>
          <p:nvPr/>
        </p:nvSpPr>
        <p:spPr>
          <a:xfrm xmlns:a="http://schemas.openxmlformats.org/drawingml/2006/main" rot="0">
            <a:off x="9572625" y="3333750"/>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上流からも</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現場へ直接入る</a:t>
            </a:r>
          </a:p>
        </p:txBody>
      </p:sp>
      <p:sp>
        <p:nvSpPr>
          <p:cNvPr id="23" name="">
            <a:extLst xmlns:a="http://schemas.openxmlformats.org/drawingml/2006/main">
              <a:ext uri="{FF2B5EF4-FFF2-40B4-BE49-F238E27FC236}">
                <a16:creationId xmlns:a16="http://schemas.microsoft.com/office/drawing/2014/main" id="{63F5B281-DC8D-4F5F-8C3E-CEFBF19966E5}"/>
              </a:ext>
            </a:extLst>
          </p:cNvPr>
          <p:cNvSpPr>
            <a:spLocks xmlns:a="http://schemas.openxmlformats.org/drawingml/2006/main" noGrp="1"/>
          </p:cNvSpPr>
          <p:nvPr/>
        </p:nvSpPr>
        <p:spPr>
          <a:xfrm xmlns:a="http://schemas.openxmlformats.org/drawingml/2006/main" rot="0">
            <a:off x="723900" y="60007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上流のデータ収集と最下流の現場統合が、同じ現場と直接つながる</a:t>
            </a:r>
          </a:p>
        </p:txBody>
      </p:sp>
    </p:spTree>
    <p:extLst>
      <p:ext uri="{BB962C8B-B14F-4D97-AF65-F5344CB8AC3E}">
        <p14:creationId xmlns:p14="http://schemas.microsoft.com/office/powerpoint/2010/main" val="731181167"/>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F6BA9A6-6953-4D66-AEDA-1394EDA9B41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768AF4-FB03-4470-AB2C-6D9D2A2F670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現場統合層は横に広げられないが、データ収集層なら今すぐ広げられる</a:t>
            </a:r>
          </a:p>
        </p:txBody>
      </p:sp>
      <p:sp>
        <p:nvSpPr>
          <p:cNvPr id="3" name="">
            <a:extLst xmlns:a="http://schemas.openxmlformats.org/drawingml/2006/main">
              <a:ext uri="{FF2B5EF4-FFF2-40B4-BE49-F238E27FC236}">
                <a16:creationId xmlns:a16="http://schemas.microsoft.com/office/drawing/2014/main" id="{60D12689-0E41-4CC3-8C1C-0136D6C1E75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335542-D68F-40FC-BA30-BE6BC04BB96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16EF0B27-549C-469A-9071-0F412C0E6E5C}"/>
              </a:ext>
            </a:extLst>
          </p:cNvPr>
          <p:cNvSpPr>
            <a:spLocks xmlns:a="http://schemas.openxmlformats.org/drawingml/2006/main" noGrp="1"/>
          </p:cNvSpPr>
          <p:nvPr/>
        </p:nvSpPr>
        <p:spPr>
          <a:xfrm xmlns:a="http://schemas.openxmlformats.org/drawingml/2006/main" rot="0">
            <a:off x="723900" y="16002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業種をまたぐ技術的障壁がないのはデータ収集層だけである</a:t>
            </a:r>
          </a:p>
        </p:txBody>
      </p:sp>
      <p:sp>
        <p:nvSpPr>
          <p:cNvPr id="6" name="">
            <a:extLst xmlns:a="http://schemas.openxmlformats.org/drawingml/2006/main">
              <a:ext uri="{FF2B5EF4-FFF2-40B4-BE49-F238E27FC236}">
                <a16:creationId xmlns:a16="http://schemas.microsoft.com/office/drawing/2014/main" id="{631C58CF-4409-45E5-95A6-31FA15BE4888}"/>
              </a:ext>
            </a:extLst>
          </p:cNvPr>
          <p:cNvSpPr>
            <a:spLocks xmlns:a="http://schemas.openxmlformats.org/drawingml/2006/main" noGrp="1"/>
          </p:cNvSpPr>
          <p:nvPr/>
        </p:nvSpPr>
        <p:spPr>
          <a:xfrm xmlns:a="http://schemas.openxmlformats.org/drawingml/2006/main" rot="0">
            <a:off x="857250" y="2476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現場統合層</a:t>
            </a:r>
          </a:p>
        </p:txBody>
      </p:sp>
      <p:sp>
        <p:nvSpPr>
          <p:cNvPr id="7" name="">
            <a:extLst xmlns:a="http://schemas.openxmlformats.org/drawingml/2006/main">
              <a:ext uri="{FF2B5EF4-FFF2-40B4-BE49-F238E27FC236}">
                <a16:creationId xmlns:a16="http://schemas.microsoft.com/office/drawing/2014/main" id="{8A44FD4B-5D73-4CDF-AEA9-5291D6754827}"/>
              </a:ext>
            </a:extLst>
          </p:cNvPr>
          <p:cNvSpPr>
            <a:spLocks xmlns:a="http://schemas.openxmlformats.org/drawingml/2006/main" noGrp="1"/>
          </p:cNvSpPr>
          <p:nvPr/>
        </p:nvSpPr>
        <p:spPr>
          <a:xfrm xmlns:a="http://schemas.openxmlformats.org/drawingml/2006/main">
            <a:off x="857250" y="295275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A9665C4-D856-45DF-94D4-D69568F91EF8}"/>
              </a:ext>
            </a:extLst>
          </p:cNvPr>
          <p:cNvSpPr>
            <a:spLocks xmlns:a="http://schemas.openxmlformats.org/drawingml/2006/main" noGrp="1"/>
          </p:cNvSpPr>
          <p:nvPr/>
        </p:nvSpPr>
        <p:spPr>
          <a:xfrm xmlns:a="http://schemas.openxmlformats.org/drawingml/2006/main">
            <a:off x="857250" y="3333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9783076-E7E7-4A9E-8FFC-2F292DCFD5E8}"/>
              </a:ext>
            </a:extLst>
          </p:cNvPr>
          <p:cNvSpPr>
            <a:spLocks xmlns:a="http://schemas.openxmlformats.org/drawingml/2006/main" noGrp="1"/>
          </p:cNvSpPr>
          <p:nvPr/>
        </p:nvSpPr>
        <p:spPr>
          <a:xfrm xmlns:a="http://schemas.openxmlformats.org/drawingml/2006/main" rot="0">
            <a:off x="1104900" y="31718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業種・タスクごとに</a:t>
            </a:r>
          </a:p>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個別の技術開発が必要</a:t>
            </a:r>
          </a:p>
        </p:txBody>
      </p:sp>
      <p:sp>
        <p:nvSpPr>
          <p:cNvPr id="10" name="">
            <a:extLst xmlns:a="http://schemas.openxmlformats.org/drawingml/2006/main">
              <a:ext uri="{FF2B5EF4-FFF2-40B4-BE49-F238E27FC236}">
                <a16:creationId xmlns:a16="http://schemas.microsoft.com/office/drawing/2014/main" id="{D3F58809-5D8B-4D45-AC1A-965499880597}"/>
              </a:ext>
            </a:extLst>
          </p:cNvPr>
          <p:cNvSpPr>
            <a:spLocks xmlns:a="http://schemas.openxmlformats.org/drawingml/2006/main" noGrp="1"/>
          </p:cNvSpPr>
          <p:nvPr/>
        </p:nvSpPr>
        <p:spPr>
          <a:xfrm xmlns:a="http://schemas.openxmlformats.org/drawingml/2006/main">
            <a:off x="857250" y="4429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FAC3537-E6D0-43DF-9638-69CD538EA847}"/>
              </a:ext>
            </a:extLst>
          </p:cNvPr>
          <p:cNvSpPr>
            <a:spLocks xmlns:a="http://schemas.openxmlformats.org/drawingml/2006/main" noGrp="1"/>
          </p:cNvSpPr>
          <p:nvPr/>
        </p:nvSpPr>
        <p:spPr>
          <a:xfrm xmlns:a="http://schemas.openxmlformats.org/drawingml/2006/main" rot="0">
            <a:off x="1104900" y="42672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横展開している企業は</a:t>
            </a:r>
          </a:p>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現時点でゼロ</a:t>
            </a:r>
          </a:p>
        </p:txBody>
      </p:sp>
      <p:sp>
        <p:nvSpPr>
          <p:cNvPr id="12" name="">
            <a:extLst xmlns:a="http://schemas.openxmlformats.org/drawingml/2006/main">
              <a:ext uri="{FF2B5EF4-FFF2-40B4-BE49-F238E27FC236}">
                <a16:creationId xmlns:a16="http://schemas.microsoft.com/office/drawing/2014/main" id="{559AA830-5469-4986-B89D-B0C3F3DBFC07}"/>
              </a:ext>
            </a:extLst>
          </p:cNvPr>
          <p:cNvSpPr>
            <a:spLocks xmlns:a="http://schemas.openxmlformats.org/drawingml/2006/main" noGrp="1"/>
          </p:cNvSpPr>
          <p:nvPr/>
        </p:nvSpPr>
        <p:spPr>
          <a:xfrm xmlns:a="http://schemas.openxmlformats.org/drawingml/2006/main">
            <a:off x="6096000" y="2333625"/>
            <a:ext cx="9525" cy="31908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6C1B159-DD5A-4C10-85EA-102966CC4CCC}"/>
              </a:ext>
            </a:extLst>
          </p:cNvPr>
          <p:cNvSpPr>
            <a:spLocks xmlns:a="http://schemas.openxmlformats.org/drawingml/2006/main" noGrp="1"/>
          </p:cNvSpPr>
          <p:nvPr/>
        </p:nvSpPr>
        <p:spPr>
          <a:xfrm xmlns:a="http://schemas.openxmlformats.org/drawingml/2006/main" rot="0">
            <a:off x="6572250" y="2476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データ収集層</a:t>
            </a:r>
          </a:p>
        </p:txBody>
      </p:sp>
      <p:sp>
        <p:nvSpPr>
          <p:cNvPr id="14" name="">
            <a:extLst xmlns:a="http://schemas.openxmlformats.org/drawingml/2006/main">
              <a:ext uri="{FF2B5EF4-FFF2-40B4-BE49-F238E27FC236}">
                <a16:creationId xmlns:a16="http://schemas.microsoft.com/office/drawing/2014/main" id="{B69878AF-D4D4-4F98-9F46-AC0C5146A70A}"/>
              </a:ext>
            </a:extLst>
          </p:cNvPr>
          <p:cNvSpPr>
            <a:spLocks xmlns:a="http://schemas.openxmlformats.org/drawingml/2006/main" noGrp="1"/>
          </p:cNvSpPr>
          <p:nvPr/>
        </p:nvSpPr>
        <p:spPr>
          <a:xfrm xmlns:a="http://schemas.openxmlformats.org/drawingml/2006/main">
            <a:off x="6572250" y="295275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2002891-4635-450F-8F8B-34841E9913BD}"/>
              </a:ext>
            </a:extLst>
          </p:cNvPr>
          <p:cNvSpPr>
            <a:spLocks xmlns:a="http://schemas.openxmlformats.org/drawingml/2006/main" noGrp="1"/>
          </p:cNvSpPr>
          <p:nvPr/>
        </p:nvSpPr>
        <p:spPr>
          <a:xfrm xmlns:a="http://schemas.openxmlformats.org/drawingml/2006/main">
            <a:off x="6572250" y="3333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4B5891B-212B-40D9-866F-EFCBA99649D4}"/>
              </a:ext>
            </a:extLst>
          </p:cNvPr>
          <p:cNvSpPr>
            <a:spLocks xmlns:a="http://schemas.openxmlformats.org/drawingml/2006/main" noGrp="1"/>
          </p:cNvSpPr>
          <p:nvPr/>
        </p:nvSpPr>
        <p:spPr>
          <a:xfrm xmlns:a="http://schemas.openxmlformats.org/drawingml/2006/main" rot="0">
            <a:off x="6819900" y="31718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カメラを装着した人間の</a:t>
            </a:r>
          </a:p>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作業を撮影するだけ</a:t>
            </a:r>
          </a:p>
        </p:txBody>
      </p:sp>
      <p:sp>
        <p:nvSpPr>
          <p:cNvPr id="17" name="">
            <a:extLst xmlns:a="http://schemas.openxmlformats.org/drawingml/2006/main">
              <a:ext uri="{FF2B5EF4-FFF2-40B4-BE49-F238E27FC236}">
                <a16:creationId xmlns:a16="http://schemas.microsoft.com/office/drawing/2014/main" id="{D14EDB1D-52EF-4D8E-B39F-9D9A0F567319}"/>
              </a:ext>
            </a:extLst>
          </p:cNvPr>
          <p:cNvSpPr>
            <a:spLocks xmlns:a="http://schemas.openxmlformats.org/drawingml/2006/main" noGrp="1"/>
          </p:cNvSpPr>
          <p:nvPr/>
        </p:nvSpPr>
        <p:spPr>
          <a:xfrm xmlns:a="http://schemas.openxmlformats.org/drawingml/2006/main">
            <a:off x="6572250" y="4429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1246FCC-ACA8-4821-9B48-96E593FB2C04}"/>
              </a:ext>
            </a:extLst>
          </p:cNvPr>
          <p:cNvSpPr>
            <a:spLocks xmlns:a="http://schemas.openxmlformats.org/drawingml/2006/main" noGrp="1"/>
          </p:cNvSpPr>
          <p:nvPr/>
        </p:nvSpPr>
        <p:spPr>
          <a:xfrm xmlns:a="http://schemas.openxmlformats.org/drawingml/2006/main" rot="0">
            <a:off x="6819900" y="42672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今の技術で</a:t>
            </a:r>
          </a:p>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複数業種に展開可能</a:t>
            </a:r>
          </a:p>
        </p:txBody>
      </p:sp>
    </p:spTree>
    <p:extLst>
      <p:ext uri="{BB962C8B-B14F-4D97-AF65-F5344CB8AC3E}">
        <p14:creationId xmlns:p14="http://schemas.microsoft.com/office/powerpoint/2010/main" val="1936000375"/>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93B114F1-7DE0-4643-9CEC-ECD76ACCE1F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1F92FC-0109-4C5B-8EC0-0D49A105557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D3A4B401-8A39-4BF5-B240-BE18917EAA9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908FBB1-6869-4101-8EF2-DB4D0571C99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6C44970D-0E54-4C51-93FE-ECF41501A05F}"/>
              </a:ext>
            </a:extLst>
          </p:cNvPr>
          <p:cNvSpPr>
            <a:spLocks xmlns:a="http://schemas.openxmlformats.org/drawingml/2006/main" noGrp="1"/>
          </p:cNvSpPr>
          <p:nvPr/>
        </p:nvSpPr>
        <p:spPr>
          <a:xfrm xmlns:a="http://schemas.openxmlformats.org/drawingml/2006/main">
            <a:off x="723900" y="1952625"/>
            <a:ext cx="1905000" cy="428625"/>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6" name="">
            <a:extLst xmlns:a="http://schemas.openxmlformats.org/drawingml/2006/main">
              <a:ext uri="{FF2B5EF4-FFF2-40B4-BE49-F238E27FC236}">
                <a16:creationId xmlns:a16="http://schemas.microsoft.com/office/drawing/2014/main" id="{C113FBC5-8BDC-4170-8A41-BC8E31916A84}"/>
              </a:ext>
            </a:extLst>
          </p:cNvPr>
          <p:cNvSpPr>
            <a:spLocks xmlns:a="http://schemas.openxmlformats.org/drawingml/2006/main" noGrp="1"/>
          </p:cNvSpPr>
          <p:nvPr/>
        </p:nvSpPr>
        <p:spPr>
          <a:xfrm xmlns:a="http://schemas.openxmlformats.org/drawingml/2006/main">
            <a:off x="2628900" y="1952625"/>
            <a:ext cx="2190750" cy="428625"/>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7" name="">
            <a:extLst xmlns:a="http://schemas.openxmlformats.org/drawingml/2006/main">
              <a:ext uri="{FF2B5EF4-FFF2-40B4-BE49-F238E27FC236}">
                <a16:creationId xmlns:a16="http://schemas.microsoft.com/office/drawing/2014/main" id="{BDC1560D-A9B5-4400-9A5F-E7BF03B7A8EA}"/>
              </a:ext>
            </a:extLst>
          </p:cNvPr>
          <p:cNvSpPr>
            <a:spLocks xmlns:a="http://schemas.openxmlformats.org/drawingml/2006/main" noGrp="1"/>
          </p:cNvSpPr>
          <p:nvPr/>
        </p:nvSpPr>
        <p:spPr>
          <a:xfrm xmlns:a="http://schemas.openxmlformats.org/drawingml/2006/main">
            <a:off x="4819650" y="1952625"/>
            <a:ext cx="6477000" cy="428625"/>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B7CE3698-831E-43CA-81B1-627C9AD13E34}"/>
              </a:ext>
            </a:extLst>
          </p:cNvPr>
          <p:cNvSpPr>
            <a:spLocks xmlns:a="http://schemas.openxmlformats.org/drawingml/2006/main" noGrp="1"/>
          </p:cNvSpPr>
          <p:nvPr/>
        </p:nvSpPr>
        <p:spPr>
          <a:xfrm xmlns:a="http://schemas.openxmlformats.org/drawingml/2006/main" rot="0">
            <a:off x="876300" y="2066925"/>
            <a:ext cx="160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地域</a:t>
            </a:r>
          </a:p>
        </p:txBody>
      </p:sp>
      <p:sp>
        <p:nvSpPr>
          <p:cNvPr id="9" name="">
            <a:extLst xmlns:a="http://schemas.openxmlformats.org/drawingml/2006/main">
              <a:ext uri="{FF2B5EF4-FFF2-40B4-BE49-F238E27FC236}">
                <a16:creationId xmlns:a16="http://schemas.microsoft.com/office/drawing/2014/main" id="{14FB5672-534A-4457-A2F1-F04123D534B2}"/>
              </a:ext>
            </a:extLst>
          </p:cNvPr>
          <p:cNvSpPr>
            <a:spLocks xmlns:a="http://schemas.openxmlformats.org/drawingml/2006/main" noGrp="1"/>
          </p:cNvSpPr>
          <p:nvPr/>
        </p:nvSpPr>
        <p:spPr>
          <a:xfrm xmlns:a="http://schemas.openxmlformats.org/drawingml/2006/main" rot="0">
            <a:off x="2781300" y="2066925"/>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接続状況</a:t>
            </a:r>
          </a:p>
        </p:txBody>
      </p:sp>
      <p:sp>
        <p:nvSpPr>
          <p:cNvPr id="10" name="">
            <a:extLst xmlns:a="http://schemas.openxmlformats.org/drawingml/2006/main">
              <a:ext uri="{FF2B5EF4-FFF2-40B4-BE49-F238E27FC236}">
                <a16:creationId xmlns:a16="http://schemas.microsoft.com/office/drawing/2014/main" id="{58F22C89-9B01-4B15-A123-84AD3700D4F2}"/>
              </a:ext>
            </a:extLst>
          </p:cNvPr>
          <p:cNvSpPr>
            <a:spLocks xmlns:a="http://schemas.openxmlformats.org/drawingml/2006/main" noGrp="1"/>
          </p:cNvSpPr>
          <p:nvPr/>
        </p:nvSpPr>
        <p:spPr>
          <a:xfrm xmlns:a="http://schemas.openxmlformats.org/drawingml/2006/main" rot="0">
            <a:off x="4972050" y="2066925"/>
            <a:ext cx="617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iragino Sans"/>
                <a:ea typeface="Hiragino Sans"/>
                <a:cs typeface="Hiragino Sans"/>
              </a:defRPr>
            </a:pPr>
            <a:r>
              <a:rPr sz="1125" b="1">
                <a:solidFill>
                  <a:srgbClr val="FFFFFF"/>
                </a:solidFill>
                <a:latin typeface="Hiragino Sans"/>
                <a:ea typeface="Hiragino Sans"/>
                <a:cs typeface="Hiragino Sans"/>
              </a:rPr>
              <a:t>現場との接続</a:t>
            </a:r>
          </a:p>
        </p:txBody>
      </p:sp>
      <p:sp>
        <p:nvSpPr>
          <p:cNvPr id="11" name="">
            <a:extLst xmlns:a="http://schemas.openxmlformats.org/drawingml/2006/main">
              <a:ext uri="{FF2B5EF4-FFF2-40B4-BE49-F238E27FC236}">
                <a16:creationId xmlns:a16="http://schemas.microsoft.com/office/drawing/2014/main" id="{74844639-059B-4800-B0FC-FEE1B4146EA2}"/>
              </a:ext>
            </a:extLst>
          </p:cNvPr>
          <p:cNvSpPr>
            <a:spLocks xmlns:a="http://schemas.openxmlformats.org/drawingml/2006/main" noGrp="1"/>
          </p:cNvSpPr>
          <p:nvPr/>
        </p:nvSpPr>
        <p:spPr>
          <a:xfrm xmlns:a="http://schemas.openxmlformats.org/drawingml/2006/main">
            <a:off x="723900" y="2381250"/>
            <a:ext cx="190500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71F2D067-3043-4AFE-8A10-9D79DA1333DD}"/>
              </a:ext>
            </a:extLst>
          </p:cNvPr>
          <p:cNvSpPr>
            <a:spLocks xmlns:a="http://schemas.openxmlformats.org/drawingml/2006/main" noGrp="1"/>
          </p:cNvSpPr>
          <p:nvPr/>
        </p:nvSpPr>
        <p:spPr>
          <a:xfrm xmlns:a="http://schemas.openxmlformats.org/drawingml/2006/main">
            <a:off x="2628900" y="2381250"/>
            <a:ext cx="219075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3" name="">
            <a:extLst xmlns:a="http://schemas.openxmlformats.org/drawingml/2006/main">
              <a:ext uri="{FF2B5EF4-FFF2-40B4-BE49-F238E27FC236}">
                <a16:creationId xmlns:a16="http://schemas.microsoft.com/office/drawing/2014/main" id="{4D3C18C5-3042-4DC8-876A-1A6446936D07}"/>
              </a:ext>
            </a:extLst>
          </p:cNvPr>
          <p:cNvSpPr>
            <a:spLocks xmlns:a="http://schemas.openxmlformats.org/drawingml/2006/main" noGrp="1"/>
          </p:cNvSpPr>
          <p:nvPr/>
        </p:nvSpPr>
        <p:spPr>
          <a:xfrm xmlns:a="http://schemas.openxmlformats.org/drawingml/2006/main">
            <a:off x="4819650" y="2381250"/>
            <a:ext cx="647700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F608CFA1-DD5A-491B-92C8-64CE800B18FC}"/>
              </a:ext>
            </a:extLst>
          </p:cNvPr>
          <p:cNvSpPr>
            <a:spLocks xmlns:a="http://schemas.openxmlformats.org/drawingml/2006/main" noGrp="1"/>
          </p:cNvSpPr>
          <p:nvPr/>
        </p:nvSpPr>
        <p:spPr>
          <a:xfrm xmlns:a="http://schemas.openxmlformats.org/drawingml/2006/main" rot="0">
            <a:off x="876300" y="2724150"/>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15" name="">
            <a:extLst xmlns:a="http://schemas.openxmlformats.org/drawingml/2006/main">
              <a:ext uri="{FF2B5EF4-FFF2-40B4-BE49-F238E27FC236}">
                <a16:creationId xmlns:a16="http://schemas.microsoft.com/office/drawing/2014/main" id="{105F75AA-2941-4223-8CE2-4FB3B5DFEF73}"/>
              </a:ext>
            </a:extLst>
          </p:cNvPr>
          <p:cNvSpPr>
            <a:spLocks xmlns:a="http://schemas.openxmlformats.org/drawingml/2006/main" noGrp="1"/>
          </p:cNvSpPr>
          <p:nvPr/>
        </p:nvSpPr>
        <p:spPr>
          <a:xfrm xmlns:a="http://schemas.openxmlformats.org/drawingml/2006/main" rot="0">
            <a:off x="2781300" y="2743200"/>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接続が進む</a:t>
            </a:r>
          </a:p>
        </p:txBody>
      </p:sp>
      <p:sp>
        <p:nvSpPr>
          <p:cNvPr id="16" name="">
            <a:extLst xmlns:a="http://schemas.openxmlformats.org/drawingml/2006/main">
              <a:ext uri="{FF2B5EF4-FFF2-40B4-BE49-F238E27FC236}">
                <a16:creationId xmlns:a16="http://schemas.microsoft.com/office/drawing/2014/main" id="{2E4A91AE-D7FF-410B-94F5-3869420D38B6}"/>
              </a:ext>
            </a:extLst>
          </p:cNvPr>
          <p:cNvSpPr>
            <a:spLocks xmlns:a="http://schemas.openxmlformats.org/drawingml/2006/main" noGrp="1"/>
          </p:cNvSpPr>
          <p:nvPr/>
        </p:nvSpPr>
        <p:spPr>
          <a:xfrm xmlns:a="http://schemas.openxmlformats.org/drawingml/2006/main">
            <a:off x="5143500" y="261937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7" name="">
            <a:extLst xmlns:a="http://schemas.openxmlformats.org/drawingml/2006/main">
              <a:ext uri="{FF2B5EF4-FFF2-40B4-BE49-F238E27FC236}">
                <a16:creationId xmlns:a16="http://schemas.microsoft.com/office/drawing/2014/main" id="{833C0D64-2E74-4B2B-9AEC-D6BEC65AD72F}"/>
              </a:ext>
            </a:extLst>
          </p:cNvPr>
          <p:cNvSpPr>
            <a:spLocks xmlns:a="http://schemas.openxmlformats.org/drawingml/2006/main" noGrp="1"/>
          </p:cNvSpPr>
          <p:nvPr/>
        </p:nvSpPr>
        <p:spPr>
          <a:xfrm xmlns:a="http://schemas.openxmlformats.org/drawingml/2006/main" rot="0">
            <a:off x="5143500" y="277177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09E0B7CB-1582-4528-821A-4F99F42B8E02}"/>
              </a:ext>
            </a:extLst>
          </p:cNvPr>
          <p:cNvSpPr>
            <a:spLocks xmlns:a="http://schemas.openxmlformats.org/drawingml/2006/main" noGrp="1"/>
          </p:cNvSpPr>
          <p:nvPr/>
        </p:nvSpPr>
        <p:spPr>
          <a:xfrm xmlns:a="http://schemas.openxmlformats.org/drawingml/2006/main">
            <a:off x="6048375" y="261937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5C943781-8FD7-4452-8E44-B97252F014F2}"/>
              </a:ext>
            </a:extLst>
          </p:cNvPr>
          <p:cNvSpPr>
            <a:spLocks xmlns:a="http://schemas.openxmlformats.org/drawingml/2006/main" noGrp="1"/>
          </p:cNvSpPr>
          <p:nvPr/>
        </p:nvSpPr>
        <p:spPr>
          <a:xfrm xmlns:a="http://schemas.openxmlformats.org/drawingml/2006/main" rot="0">
            <a:off x="6048375" y="277177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0" name="">
            <a:extLst xmlns:a="http://schemas.openxmlformats.org/drawingml/2006/main">
              <a:ext uri="{FF2B5EF4-FFF2-40B4-BE49-F238E27FC236}">
                <a16:creationId xmlns:a16="http://schemas.microsoft.com/office/drawing/2014/main" id="{0C88FAA0-A1C6-4EB4-9976-68686C897912}"/>
              </a:ext>
            </a:extLst>
          </p:cNvPr>
          <p:cNvSpPr>
            <a:spLocks xmlns:a="http://schemas.openxmlformats.org/drawingml/2006/main" noGrp="1"/>
          </p:cNvSpPr>
          <p:nvPr/>
        </p:nvSpPr>
        <p:spPr>
          <a:xfrm xmlns:a="http://schemas.openxmlformats.org/drawingml/2006/main">
            <a:off x="6953250" y="261937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8CDE1028-EDB4-4CFC-9665-AC1B82168A3F}"/>
              </a:ext>
            </a:extLst>
          </p:cNvPr>
          <p:cNvSpPr>
            <a:spLocks xmlns:a="http://schemas.openxmlformats.org/drawingml/2006/main" noGrp="1"/>
          </p:cNvSpPr>
          <p:nvPr/>
        </p:nvSpPr>
        <p:spPr>
          <a:xfrm xmlns:a="http://schemas.openxmlformats.org/drawingml/2006/main" rot="0">
            <a:off x="6953250" y="277177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C8F2C4F6-BB5D-48AA-B14F-6A92B55EB071}"/>
              </a:ext>
            </a:extLst>
          </p:cNvPr>
          <p:cNvSpPr>
            <a:spLocks xmlns:a="http://schemas.openxmlformats.org/drawingml/2006/main" noGrp="1"/>
          </p:cNvSpPr>
          <p:nvPr/>
        </p:nvSpPr>
        <p:spPr>
          <a:xfrm xmlns:a="http://schemas.openxmlformats.org/drawingml/2006/main">
            <a:off x="7858125" y="261937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37C126A6-8A22-43F0-831C-ED1B79559DC3}"/>
              </a:ext>
            </a:extLst>
          </p:cNvPr>
          <p:cNvSpPr>
            <a:spLocks xmlns:a="http://schemas.openxmlformats.org/drawingml/2006/main" noGrp="1"/>
          </p:cNvSpPr>
          <p:nvPr/>
        </p:nvSpPr>
        <p:spPr>
          <a:xfrm xmlns:a="http://schemas.openxmlformats.org/drawingml/2006/main" rot="0">
            <a:off x="7858125" y="277177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4" name="">
            <a:extLst xmlns:a="http://schemas.openxmlformats.org/drawingml/2006/main">
              <a:ext uri="{FF2B5EF4-FFF2-40B4-BE49-F238E27FC236}">
                <a16:creationId xmlns:a16="http://schemas.microsoft.com/office/drawing/2014/main" id="{B1E2EA6D-5A58-441B-BFED-C11904DD819E}"/>
              </a:ext>
            </a:extLst>
          </p:cNvPr>
          <p:cNvSpPr>
            <a:spLocks xmlns:a="http://schemas.openxmlformats.org/drawingml/2006/main" noGrp="1"/>
          </p:cNvSpPr>
          <p:nvPr/>
        </p:nvSpPr>
        <p:spPr>
          <a:xfrm xmlns:a="http://schemas.openxmlformats.org/drawingml/2006/main">
            <a:off x="8763000" y="2619375"/>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01316BA6-87C9-496A-8963-3A14266DEA69}"/>
              </a:ext>
            </a:extLst>
          </p:cNvPr>
          <p:cNvSpPr>
            <a:spLocks xmlns:a="http://schemas.openxmlformats.org/drawingml/2006/main" noGrp="1"/>
          </p:cNvSpPr>
          <p:nvPr/>
        </p:nvSpPr>
        <p:spPr>
          <a:xfrm xmlns:a="http://schemas.openxmlformats.org/drawingml/2006/main" rot="0">
            <a:off x="8763000" y="277177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26" name="">
            <a:extLst xmlns:a="http://schemas.openxmlformats.org/drawingml/2006/main">
              <a:ext uri="{FF2B5EF4-FFF2-40B4-BE49-F238E27FC236}">
                <a16:creationId xmlns:a16="http://schemas.microsoft.com/office/drawing/2014/main" id="{3CDEBB5C-CC5C-4D4B-8442-F3062CDC8694}"/>
              </a:ext>
            </a:extLst>
          </p:cNvPr>
          <p:cNvSpPr>
            <a:spLocks xmlns:a="http://schemas.openxmlformats.org/drawingml/2006/main" noGrp="1"/>
          </p:cNvSpPr>
          <p:nvPr/>
        </p:nvSpPr>
        <p:spPr>
          <a:xfrm xmlns:a="http://schemas.openxmlformats.org/drawingml/2006/main">
            <a:off x="9667875" y="2619375"/>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7" name="">
            <a:extLst xmlns:a="http://schemas.openxmlformats.org/drawingml/2006/main">
              <a:ext uri="{FF2B5EF4-FFF2-40B4-BE49-F238E27FC236}">
                <a16:creationId xmlns:a16="http://schemas.microsoft.com/office/drawing/2014/main" id="{7E5F3B2F-5B9A-4223-A2EB-FBF1DD3EDA69}"/>
              </a:ext>
            </a:extLst>
          </p:cNvPr>
          <p:cNvSpPr>
            <a:spLocks xmlns:a="http://schemas.openxmlformats.org/drawingml/2006/main" noGrp="1"/>
          </p:cNvSpPr>
          <p:nvPr/>
        </p:nvSpPr>
        <p:spPr>
          <a:xfrm xmlns:a="http://schemas.openxmlformats.org/drawingml/2006/main" rot="0">
            <a:off x="9667875" y="2771775"/>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28" name="">
            <a:extLst xmlns:a="http://schemas.openxmlformats.org/drawingml/2006/main">
              <a:ext uri="{FF2B5EF4-FFF2-40B4-BE49-F238E27FC236}">
                <a16:creationId xmlns:a16="http://schemas.microsoft.com/office/drawing/2014/main" id="{5661D800-AAAB-49B1-8E6C-3393145D733C}"/>
              </a:ext>
            </a:extLst>
          </p:cNvPr>
          <p:cNvSpPr>
            <a:spLocks xmlns:a="http://schemas.openxmlformats.org/drawingml/2006/main" noGrp="1"/>
          </p:cNvSpPr>
          <p:nvPr/>
        </p:nvSpPr>
        <p:spPr>
          <a:xfrm xmlns:a="http://schemas.openxmlformats.org/drawingml/2006/main">
            <a:off x="723900" y="3381375"/>
            <a:ext cx="190500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2CB24935-C472-4579-B724-5B63EEC8C563}"/>
              </a:ext>
            </a:extLst>
          </p:cNvPr>
          <p:cNvSpPr>
            <a:spLocks xmlns:a="http://schemas.openxmlformats.org/drawingml/2006/main" noGrp="1"/>
          </p:cNvSpPr>
          <p:nvPr/>
        </p:nvSpPr>
        <p:spPr>
          <a:xfrm xmlns:a="http://schemas.openxmlformats.org/drawingml/2006/main">
            <a:off x="2628900" y="3381375"/>
            <a:ext cx="219075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17E3D60C-F581-42B1-BA1C-0084F225B47E}"/>
              </a:ext>
            </a:extLst>
          </p:cNvPr>
          <p:cNvSpPr>
            <a:spLocks xmlns:a="http://schemas.openxmlformats.org/drawingml/2006/main" noGrp="1"/>
          </p:cNvSpPr>
          <p:nvPr/>
        </p:nvSpPr>
        <p:spPr>
          <a:xfrm xmlns:a="http://schemas.openxmlformats.org/drawingml/2006/main">
            <a:off x="4819650" y="3381375"/>
            <a:ext cx="647700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49D998D0-2537-47B8-A884-0B81DED85868}"/>
              </a:ext>
            </a:extLst>
          </p:cNvPr>
          <p:cNvSpPr>
            <a:spLocks xmlns:a="http://schemas.openxmlformats.org/drawingml/2006/main" noGrp="1"/>
          </p:cNvSpPr>
          <p:nvPr/>
        </p:nvSpPr>
        <p:spPr>
          <a:xfrm xmlns:a="http://schemas.openxmlformats.org/drawingml/2006/main" rot="0">
            <a:off x="876300" y="3724275"/>
            <a:ext cx="1600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日本</a:t>
            </a:r>
          </a:p>
        </p:txBody>
      </p:sp>
      <p:sp>
        <p:nvSpPr>
          <p:cNvPr id="32" name="">
            <a:extLst xmlns:a="http://schemas.openxmlformats.org/drawingml/2006/main">
              <a:ext uri="{FF2B5EF4-FFF2-40B4-BE49-F238E27FC236}">
                <a16:creationId xmlns:a16="http://schemas.microsoft.com/office/drawing/2014/main" id="{15C04EB0-CDC7-45A3-8919-76A10D990B0B}"/>
              </a:ext>
            </a:extLst>
          </p:cNvPr>
          <p:cNvSpPr>
            <a:spLocks xmlns:a="http://schemas.openxmlformats.org/drawingml/2006/main" noGrp="1"/>
          </p:cNvSpPr>
          <p:nvPr/>
        </p:nvSpPr>
        <p:spPr>
          <a:xfrm xmlns:a="http://schemas.openxmlformats.org/drawingml/2006/main" rot="0">
            <a:off x="2781300" y="37433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ほぼ空白</a:t>
            </a:r>
          </a:p>
        </p:txBody>
      </p:sp>
      <p:sp>
        <p:nvSpPr>
          <p:cNvPr id="33" name="">
            <a:extLst xmlns:a="http://schemas.openxmlformats.org/drawingml/2006/main">
              <a:ext uri="{FF2B5EF4-FFF2-40B4-BE49-F238E27FC236}">
                <a16:creationId xmlns:a16="http://schemas.microsoft.com/office/drawing/2014/main" id="{2DFF2629-7440-4824-9D16-16BF654B8F53}"/>
              </a:ext>
            </a:extLst>
          </p:cNvPr>
          <p:cNvSpPr>
            <a:spLocks xmlns:a="http://schemas.openxmlformats.org/drawingml/2006/main" noGrp="1"/>
          </p:cNvSpPr>
          <p:nvPr/>
        </p:nvSpPr>
        <p:spPr>
          <a:xfrm xmlns:a="http://schemas.openxmlformats.org/drawingml/2006/main">
            <a:off x="5143500" y="3619500"/>
            <a:ext cx="495300" cy="49530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2322870B-657D-4EE6-BF44-5BC0C915F0AC}"/>
              </a:ext>
            </a:extLst>
          </p:cNvPr>
          <p:cNvSpPr>
            <a:spLocks xmlns:a="http://schemas.openxmlformats.org/drawingml/2006/main" noGrp="1"/>
          </p:cNvSpPr>
          <p:nvPr/>
        </p:nvSpPr>
        <p:spPr>
          <a:xfrm xmlns:a="http://schemas.openxmlformats.org/drawingml/2006/main" rot="0">
            <a:off x="5143500" y="3771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FFFFFF"/>
                </a:solidFill>
                <a:latin typeface="Hiragino Sans"/>
                <a:ea typeface="Hiragino Sans"/>
                <a:cs typeface="Hiragino Sans"/>
              </a:defRPr>
            </a:pPr>
            <a:r>
              <a:rPr sz="900" b="1">
                <a:solidFill>
                  <a:srgbClr val="FFFFFF"/>
                </a:solidFill>
                <a:latin typeface="Hiragino Sans"/>
                <a:ea typeface="Hiragino Sans"/>
                <a:cs typeface="Hiragino Sans"/>
              </a:rPr>
              <a:t>現場</a:t>
            </a:r>
          </a:p>
        </p:txBody>
      </p:sp>
      <p:sp>
        <p:nvSpPr>
          <p:cNvPr id="35" name="">
            <a:extLst xmlns:a="http://schemas.openxmlformats.org/drawingml/2006/main">
              <a:ext uri="{FF2B5EF4-FFF2-40B4-BE49-F238E27FC236}">
                <a16:creationId xmlns:a16="http://schemas.microsoft.com/office/drawing/2014/main" id="{6EA738F3-6E5C-4C5A-BB54-A30413146B8C}"/>
              </a:ext>
            </a:extLst>
          </p:cNvPr>
          <p:cNvSpPr>
            <a:spLocks xmlns:a="http://schemas.openxmlformats.org/drawingml/2006/main" noGrp="1"/>
          </p:cNvSpPr>
          <p:nvPr/>
        </p:nvSpPr>
        <p:spPr>
          <a:xfrm xmlns:a="http://schemas.openxmlformats.org/drawingml/2006/main">
            <a:off x="6048375" y="361950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6" name="">
            <a:extLst xmlns:a="http://schemas.openxmlformats.org/drawingml/2006/main">
              <a:ext uri="{FF2B5EF4-FFF2-40B4-BE49-F238E27FC236}">
                <a16:creationId xmlns:a16="http://schemas.microsoft.com/office/drawing/2014/main" id="{D7F7E19A-E315-4354-BE94-D034DFCE7AE7}"/>
              </a:ext>
            </a:extLst>
          </p:cNvPr>
          <p:cNvSpPr>
            <a:spLocks xmlns:a="http://schemas.openxmlformats.org/drawingml/2006/main" noGrp="1"/>
          </p:cNvSpPr>
          <p:nvPr/>
        </p:nvSpPr>
        <p:spPr>
          <a:xfrm xmlns:a="http://schemas.openxmlformats.org/drawingml/2006/main" rot="0">
            <a:off x="6048375" y="3771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37" name="">
            <a:extLst xmlns:a="http://schemas.openxmlformats.org/drawingml/2006/main">
              <a:ext uri="{FF2B5EF4-FFF2-40B4-BE49-F238E27FC236}">
                <a16:creationId xmlns:a16="http://schemas.microsoft.com/office/drawing/2014/main" id="{0E292745-30D2-4CA7-BF90-42EBD318DA83}"/>
              </a:ext>
            </a:extLst>
          </p:cNvPr>
          <p:cNvSpPr>
            <a:spLocks xmlns:a="http://schemas.openxmlformats.org/drawingml/2006/main" noGrp="1"/>
          </p:cNvSpPr>
          <p:nvPr/>
        </p:nvSpPr>
        <p:spPr>
          <a:xfrm xmlns:a="http://schemas.openxmlformats.org/drawingml/2006/main">
            <a:off x="6953250" y="361950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8" name="">
            <a:extLst xmlns:a="http://schemas.openxmlformats.org/drawingml/2006/main">
              <a:ext uri="{FF2B5EF4-FFF2-40B4-BE49-F238E27FC236}">
                <a16:creationId xmlns:a16="http://schemas.microsoft.com/office/drawing/2014/main" id="{3F00976B-434A-457F-AB67-D44790DA9D68}"/>
              </a:ext>
            </a:extLst>
          </p:cNvPr>
          <p:cNvSpPr>
            <a:spLocks xmlns:a="http://schemas.openxmlformats.org/drawingml/2006/main" noGrp="1"/>
          </p:cNvSpPr>
          <p:nvPr/>
        </p:nvSpPr>
        <p:spPr>
          <a:xfrm xmlns:a="http://schemas.openxmlformats.org/drawingml/2006/main" rot="0">
            <a:off x="6953250" y="3771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39" name="">
            <a:extLst xmlns:a="http://schemas.openxmlformats.org/drawingml/2006/main">
              <a:ext uri="{FF2B5EF4-FFF2-40B4-BE49-F238E27FC236}">
                <a16:creationId xmlns:a16="http://schemas.microsoft.com/office/drawing/2014/main" id="{3D648368-255A-497C-AEFE-B13FFF55F519}"/>
              </a:ext>
            </a:extLst>
          </p:cNvPr>
          <p:cNvSpPr>
            <a:spLocks xmlns:a="http://schemas.openxmlformats.org/drawingml/2006/main" noGrp="1"/>
          </p:cNvSpPr>
          <p:nvPr/>
        </p:nvSpPr>
        <p:spPr>
          <a:xfrm xmlns:a="http://schemas.openxmlformats.org/drawingml/2006/main">
            <a:off x="7858125" y="361950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40" name="">
            <a:extLst xmlns:a="http://schemas.openxmlformats.org/drawingml/2006/main">
              <a:ext uri="{FF2B5EF4-FFF2-40B4-BE49-F238E27FC236}">
                <a16:creationId xmlns:a16="http://schemas.microsoft.com/office/drawing/2014/main" id="{4AE52605-EDCB-487D-8C30-68BF4DDD910B}"/>
              </a:ext>
            </a:extLst>
          </p:cNvPr>
          <p:cNvSpPr>
            <a:spLocks xmlns:a="http://schemas.openxmlformats.org/drawingml/2006/main" noGrp="1"/>
          </p:cNvSpPr>
          <p:nvPr/>
        </p:nvSpPr>
        <p:spPr>
          <a:xfrm xmlns:a="http://schemas.openxmlformats.org/drawingml/2006/main" rot="0">
            <a:off x="7858125" y="3771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41" name="">
            <a:extLst xmlns:a="http://schemas.openxmlformats.org/drawingml/2006/main">
              <a:ext uri="{FF2B5EF4-FFF2-40B4-BE49-F238E27FC236}">
                <a16:creationId xmlns:a16="http://schemas.microsoft.com/office/drawing/2014/main" id="{C5B8FD9C-776F-4875-A462-6BC88C6F6D9A}"/>
              </a:ext>
            </a:extLst>
          </p:cNvPr>
          <p:cNvSpPr>
            <a:spLocks xmlns:a="http://schemas.openxmlformats.org/drawingml/2006/main" noGrp="1"/>
          </p:cNvSpPr>
          <p:nvPr/>
        </p:nvSpPr>
        <p:spPr>
          <a:xfrm xmlns:a="http://schemas.openxmlformats.org/drawingml/2006/main">
            <a:off x="8763000" y="361950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42" name="">
            <a:extLst xmlns:a="http://schemas.openxmlformats.org/drawingml/2006/main">
              <a:ext uri="{FF2B5EF4-FFF2-40B4-BE49-F238E27FC236}">
                <a16:creationId xmlns:a16="http://schemas.microsoft.com/office/drawing/2014/main" id="{86A03B10-ADD9-44CD-9E72-7D096B8C715F}"/>
              </a:ext>
            </a:extLst>
          </p:cNvPr>
          <p:cNvSpPr>
            <a:spLocks xmlns:a="http://schemas.openxmlformats.org/drawingml/2006/main" noGrp="1"/>
          </p:cNvSpPr>
          <p:nvPr/>
        </p:nvSpPr>
        <p:spPr>
          <a:xfrm xmlns:a="http://schemas.openxmlformats.org/drawingml/2006/main" rot="0">
            <a:off x="8763000" y="3771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43" name="">
            <a:extLst xmlns:a="http://schemas.openxmlformats.org/drawingml/2006/main">
              <a:ext uri="{FF2B5EF4-FFF2-40B4-BE49-F238E27FC236}">
                <a16:creationId xmlns:a16="http://schemas.microsoft.com/office/drawing/2014/main" id="{3D7992B5-B650-481E-A1DA-EC216F3E35D1}"/>
              </a:ext>
            </a:extLst>
          </p:cNvPr>
          <p:cNvSpPr>
            <a:spLocks xmlns:a="http://schemas.openxmlformats.org/drawingml/2006/main" noGrp="1"/>
          </p:cNvSpPr>
          <p:nvPr/>
        </p:nvSpPr>
        <p:spPr>
          <a:xfrm xmlns:a="http://schemas.openxmlformats.org/drawingml/2006/main">
            <a:off x="9667875" y="3619500"/>
            <a:ext cx="495300" cy="4953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44" name="">
            <a:extLst xmlns:a="http://schemas.openxmlformats.org/drawingml/2006/main">
              <a:ext uri="{FF2B5EF4-FFF2-40B4-BE49-F238E27FC236}">
                <a16:creationId xmlns:a16="http://schemas.microsoft.com/office/drawing/2014/main" id="{ACFB1FCE-4886-42A4-9A74-6D04A89C7B86}"/>
              </a:ext>
            </a:extLst>
          </p:cNvPr>
          <p:cNvSpPr>
            <a:spLocks xmlns:a="http://schemas.openxmlformats.org/drawingml/2006/main" noGrp="1"/>
          </p:cNvSpPr>
          <p:nvPr/>
        </p:nvSpPr>
        <p:spPr>
          <a:xfrm xmlns:a="http://schemas.openxmlformats.org/drawingml/2006/main" rot="0">
            <a:off x="9667875" y="3771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現場</a:t>
            </a:r>
          </a:p>
        </p:txBody>
      </p:sp>
      <p:sp>
        <p:nvSpPr>
          <p:cNvPr id="45" name="">
            <a:extLst xmlns:a="http://schemas.openxmlformats.org/drawingml/2006/main">
              <a:ext uri="{FF2B5EF4-FFF2-40B4-BE49-F238E27FC236}">
                <a16:creationId xmlns:a16="http://schemas.microsoft.com/office/drawing/2014/main" id="{0BAD52C2-1E93-434D-9CA9-F6B1189AAAB4}"/>
              </a:ext>
            </a:extLst>
          </p:cNvPr>
          <p:cNvSpPr>
            <a:spLocks xmlns:a="http://schemas.openxmlformats.org/drawingml/2006/main" noGrp="1"/>
          </p:cNvSpPr>
          <p:nvPr/>
        </p:nvSpPr>
        <p:spPr>
          <a:xfrm xmlns:a="http://schemas.openxmlformats.org/drawingml/2006/main" rot="0">
            <a:off x="723900" y="47625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一つの現場が複数社と契約する負担は大きい</a:t>
            </a:r>
          </a:p>
        </p:txBody>
      </p:sp>
      <p:sp>
        <p:nvSpPr>
          <p:cNvPr id="46" name="">
            <a:extLst xmlns:a="http://schemas.openxmlformats.org/drawingml/2006/main">
              <a:ext uri="{FF2B5EF4-FFF2-40B4-BE49-F238E27FC236}">
                <a16:creationId xmlns:a16="http://schemas.microsoft.com/office/drawing/2014/main" id="{A331FCDF-AF5D-4B7C-896F-DE6AE90E91D3}"/>
              </a:ext>
            </a:extLst>
          </p:cNvPr>
          <p:cNvSpPr>
            <a:spLocks xmlns:a="http://schemas.openxmlformats.org/drawingml/2006/main" noGrp="1"/>
          </p:cNvSpPr>
          <p:nvPr/>
        </p:nvSpPr>
        <p:spPr>
          <a:xfrm xmlns:a="http://schemas.openxmlformats.org/drawingml/2006/main" rot="0">
            <a:off x="723900" y="51911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撮影機材の管理　　スタッフへの説明　　プライバシーに関する合意</a:t>
            </a:r>
          </a:p>
        </p:txBody>
      </p:sp>
      <p:sp>
        <p:nvSpPr>
          <p:cNvPr id="47" name="">
            <a:extLst xmlns:a="http://schemas.openxmlformats.org/drawingml/2006/main">
              <a:ext uri="{FF2B5EF4-FFF2-40B4-BE49-F238E27FC236}">
                <a16:creationId xmlns:a16="http://schemas.microsoft.com/office/drawing/2014/main" id="{4649B2EA-3171-46D1-B214-1C85E46411B7}"/>
              </a:ext>
            </a:extLst>
          </p:cNvPr>
          <p:cNvSpPr>
            <a:spLocks xmlns:a="http://schemas.openxmlformats.org/drawingml/2006/main" noGrp="1"/>
          </p:cNvSpPr>
          <p:nvPr/>
        </p:nvSpPr>
        <p:spPr>
          <a:xfrm xmlns:a="http://schemas.openxmlformats.org/drawingml/2006/main" rot="0">
            <a:off x="723900" y="6096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RootLensは、日本で最初にこのポジションを取りに行く</a:t>
            </a:r>
          </a:p>
        </p:txBody>
      </p:sp>
    </p:spTree>
    <p:extLst>
      <p:ext uri="{BB962C8B-B14F-4D97-AF65-F5344CB8AC3E}">
        <p14:creationId xmlns:p14="http://schemas.microsoft.com/office/powerpoint/2010/main" val="710546661"/>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9F420BD-7F01-418E-8D58-55A30F3F0C5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9C169E-321A-4125-A13E-E70828E5EDA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現場ネットワークは、時間とともに参入障壁になる</a:t>
            </a:r>
          </a:p>
        </p:txBody>
      </p:sp>
      <p:sp>
        <p:nvSpPr>
          <p:cNvPr id="3" name="">
            <a:extLst xmlns:a="http://schemas.openxmlformats.org/drawingml/2006/main">
              <a:ext uri="{FF2B5EF4-FFF2-40B4-BE49-F238E27FC236}">
                <a16:creationId xmlns:a16="http://schemas.microsoft.com/office/drawing/2014/main" id="{791D9682-1755-4F1B-9FF3-EC1ACF9E186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7BEA9D1-BD2B-4699-B76E-1381948AB0A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4E498A4E-F468-443F-8469-4CBCDFA8C3ED}"/>
              </a:ext>
            </a:extLst>
          </p:cNvPr>
          <p:cNvSpPr>
            <a:spLocks xmlns:a="http://schemas.openxmlformats.org/drawingml/2006/main" noGrp="1"/>
          </p:cNvSpPr>
          <p:nvPr/>
        </p:nvSpPr>
        <p:spPr>
          <a:xfrm xmlns:a="http://schemas.openxmlformats.org/drawingml/2006/main" rot="0">
            <a:off x="762000" y="56769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時間と現場数</a:t>
            </a:r>
          </a:p>
        </p:txBody>
      </p:sp>
      <p:sp>
        <p:nvSpPr>
          <p:cNvPr id="6" name="">
            <a:extLst xmlns:a="http://schemas.openxmlformats.org/drawingml/2006/main">
              <a:ext uri="{FF2B5EF4-FFF2-40B4-BE49-F238E27FC236}">
                <a16:creationId xmlns:a16="http://schemas.microsoft.com/office/drawing/2014/main" id="{A24F0C1F-4818-4D0F-BB63-2AE655519B8A}"/>
              </a:ext>
            </a:extLst>
          </p:cNvPr>
          <p:cNvSpPr>
            <a:spLocks xmlns:a="http://schemas.openxmlformats.org/drawingml/2006/main" noGrp="1"/>
          </p:cNvSpPr>
          <p:nvPr/>
        </p:nvSpPr>
        <p:spPr>
          <a:xfrm xmlns:a="http://schemas.openxmlformats.org/drawingml/2006/main">
            <a:off x="2095500" y="5791200"/>
            <a:ext cx="7572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7DB72B9-143D-4091-BB21-D9F94D689305}"/>
              </a:ext>
            </a:extLst>
          </p:cNvPr>
          <p:cNvSpPr>
            <a:spLocks xmlns:a="http://schemas.openxmlformats.org/drawingml/2006/main" noGrp="1"/>
          </p:cNvSpPr>
          <p:nvPr/>
        </p:nvSpPr>
        <p:spPr>
          <a:xfrm xmlns:a="http://schemas.openxmlformats.org/drawingml/2006/main" rot="5400000">
            <a:off x="9639300" y="5724525"/>
            <a:ext cx="171450" cy="161925"/>
          </a:xfrm>
          <a:prstGeom xmlns:a="http://schemas.openxmlformats.org/drawingml/2006/main" prst="triangle">
            <a:avLst/>
          </a:prstGeom>
          <a:solidFill xmlns:a="http://schemas.openxmlformats.org/drawingml/2006/main">
            <a:srgbClr val="AAB6BC"/>
          </a:solidFill>
          <a:ln xmlns:a="http://schemas.openxmlformats.org/drawingml/2006/main" w="0">
            <a:solidFill>
              <a:srgbClr val="AAB6BC"/>
            </a:solidFill>
          </a:ln>
        </p:spPr>
      </p:sp>
      <p:sp>
        <p:nvSpPr>
          <p:cNvPr id="8" name="">
            <a:extLst xmlns:a="http://schemas.openxmlformats.org/drawingml/2006/main">
              <a:ext uri="{FF2B5EF4-FFF2-40B4-BE49-F238E27FC236}">
                <a16:creationId xmlns:a16="http://schemas.microsoft.com/office/drawing/2014/main" id="{ED36E77D-32E7-4A8D-8551-1535ACF1E148}"/>
              </a:ext>
            </a:extLst>
          </p:cNvPr>
          <p:cNvSpPr>
            <a:spLocks xmlns:a="http://schemas.openxmlformats.org/drawingml/2006/main" noGrp="1"/>
          </p:cNvSpPr>
          <p:nvPr/>
        </p:nvSpPr>
        <p:spPr>
          <a:xfrm xmlns:a="http://schemas.openxmlformats.org/drawingml/2006/main">
            <a:off x="2381250" y="4905375"/>
            <a:ext cx="6667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B25FC7B7-7BA9-4571-B12E-2394DB0C0A9E}"/>
              </a:ext>
            </a:extLst>
          </p:cNvPr>
          <p:cNvSpPr>
            <a:spLocks xmlns:a="http://schemas.openxmlformats.org/drawingml/2006/main" noGrp="1"/>
          </p:cNvSpPr>
          <p:nvPr/>
        </p:nvSpPr>
        <p:spPr>
          <a:xfrm xmlns:a="http://schemas.openxmlformats.org/drawingml/2006/main" rot="0">
            <a:off x="2533650" y="5067300"/>
            <a:ext cx="636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現場との関係</a:t>
            </a:r>
          </a:p>
        </p:txBody>
      </p:sp>
      <p:sp>
        <p:nvSpPr>
          <p:cNvPr id="10" name="">
            <a:extLst xmlns:a="http://schemas.openxmlformats.org/drawingml/2006/main">
              <a:ext uri="{FF2B5EF4-FFF2-40B4-BE49-F238E27FC236}">
                <a16:creationId xmlns:a16="http://schemas.microsoft.com/office/drawing/2014/main" id="{FB3C21E8-3FD3-4B15-8176-5EFD9346330F}"/>
              </a:ext>
            </a:extLst>
          </p:cNvPr>
          <p:cNvSpPr>
            <a:spLocks xmlns:a="http://schemas.openxmlformats.org/drawingml/2006/main" noGrp="1"/>
          </p:cNvSpPr>
          <p:nvPr/>
        </p:nvSpPr>
        <p:spPr>
          <a:xfrm xmlns:a="http://schemas.openxmlformats.org/drawingml/2006/main">
            <a:off x="3143250" y="4238625"/>
            <a:ext cx="5905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4106345C-3B7B-415E-994B-82222E1D0A37}"/>
              </a:ext>
            </a:extLst>
          </p:cNvPr>
          <p:cNvSpPr>
            <a:spLocks xmlns:a="http://schemas.openxmlformats.org/drawingml/2006/main" noGrp="1"/>
          </p:cNvSpPr>
          <p:nvPr/>
        </p:nvSpPr>
        <p:spPr>
          <a:xfrm xmlns:a="http://schemas.openxmlformats.org/drawingml/2006/main" rot="0">
            <a:off x="3295650" y="440055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撮影を続ける運用</a:t>
            </a:r>
          </a:p>
        </p:txBody>
      </p:sp>
      <p:sp>
        <p:nvSpPr>
          <p:cNvPr id="12" name="">
            <a:extLst xmlns:a="http://schemas.openxmlformats.org/drawingml/2006/main">
              <a:ext uri="{FF2B5EF4-FFF2-40B4-BE49-F238E27FC236}">
                <a16:creationId xmlns:a16="http://schemas.microsoft.com/office/drawing/2014/main" id="{E2A8BC44-4594-459B-A1E5-45BCDC6FEA31}"/>
              </a:ext>
            </a:extLst>
          </p:cNvPr>
          <p:cNvSpPr>
            <a:spLocks xmlns:a="http://schemas.openxmlformats.org/drawingml/2006/main" noGrp="1"/>
          </p:cNvSpPr>
          <p:nvPr/>
        </p:nvSpPr>
        <p:spPr>
          <a:xfrm xmlns:a="http://schemas.openxmlformats.org/drawingml/2006/main">
            <a:off x="3905250" y="3571875"/>
            <a:ext cx="5143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CB77AD2C-A74D-4F04-972C-3D570A45B92B}"/>
              </a:ext>
            </a:extLst>
          </p:cNvPr>
          <p:cNvSpPr>
            <a:spLocks xmlns:a="http://schemas.openxmlformats.org/drawingml/2006/main" noGrp="1"/>
          </p:cNvSpPr>
          <p:nvPr/>
        </p:nvSpPr>
        <p:spPr>
          <a:xfrm xmlns:a="http://schemas.openxmlformats.org/drawingml/2006/main" rot="0">
            <a:off x="4057650" y="3733800"/>
            <a:ext cx="483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スタッフへの説明・合意</a:t>
            </a:r>
          </a:p>
        </p:txBody>
      </p:sp>
      <p:sp>
        <p:nvSpPr>
          <p:cNvPr id="14" name="">
            <a:extLst xmlns:a="http://schemas.openxmlformats.org/drawingml/2006/main">
              <a:ext uri="{FF2B5EF4-FFF2-40B4-BE49-F238E27FC236}">
                <a16:creationId xmlns:a16="http://schemas.microsoft.com/office/drawing/2014/main" id="{86477B66-ED09-404D-AE77-33A4D51CFED2}"/>
              </a:ext>
            </a:extLst>
          </p:cNvPr>
          <p:cNvSpPr>
            <a:spLocks xmlns:a="http://schemas.openxmlformats.org/drawingml/2006/main" noGrp="1"/>
          </p:cNvSpPr>
          <p:nvPr/>
        </p:nvSpPr>
        <p:spPr>
          <a:xfrm xmlns:a="http://schemas.openxmlformats.org/drawingml/2006/main">
            <a:off x="4667250" y="2905125"/>
            <a:ext cx="438150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6AB353AE-BAC2-4B44-83C9-7B2F7943AAD4}"/>
              </a:ext>
            </a:extLst>
          </p:cNvPr>
          <p:cNvSpPr>
            <a:spLocks xmlns:a="http://schemas.openxmlformats.org/drawingml/2006/main" noGrp="1"/>
          </p:cNvSpPr>
          <p:nvPr/>
        </p:nvSpPr>
        <p:spPr>
          <a:xfrm xmlns:a="http://schemas.openxmlformats.org/drawingml/2006/main" rot="0">
            <a:off x="4819650" y="3067050"/>
            <a:ext cx="407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業種ごとのコンプライアンス対応</a:t>
            </a:r>
          </a:p>
        </p:txBody>
      </p:sp>
      <p:sp>
        <p:nvSpPr>
          <p:cNvPr id="16" name="">
            <a:extLst xmlns:a="http://schemas.openxmlformats.org/drawingml/2006/main">
              <a:ext uri="{FF2B5EF4-FFF2-40B4-BE49-F238E27FC236}">
                <a16:creationId xmlns:a16="http://schemas.microsoft.com/office/drawing/2014/main" id="{26AF7557-1281-45A4-A2EE-179579E74AD1}"/>
              </a:ext>
            </a:extLst>
          </p:cNvPr>
          <p:cNvSpPr>
            <a:spLocks xmlns:a="http://schemas.openxmlformats.org/drawingml/2006/main" noGrp="1"/>
          </p:cNvSpPr>
          <p:nvPr/>
        </p:nvSpPr>
        <p:spPr>
          <a:xfrm xmlns:a="http://schemas.openxmlformats.org/drawingml/2006/main">
            <a:off x="11334750" y="3095625"/>
            <a:ext cx="28575" cy="22383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6843D49-10E9-436D-8C80-E597B74A2BDD}"/>
              </a:ext>
            </a:extLst>
          </p:cNvPr>
          <p:cNvSpPr>
            <a:spLocks xmlns:a="http://schemas.openxmlformats.org/drawingml/2006/main" noGrp="1"/>
          </p:cNvSpPr>
          <p:nvPr/>
        </p:nvSpPr>
        <p:spPr>
          <a:xfrm xmlns:a="http://schemas.openxmlformats.org/drawingml/2006/main" rot="0">
            <a:off x="11268075" y="29527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A6DF2754-9B17-47DA-B5AB-B3F8AE218675}"/>
              </a:ext>
            </a:extLst>
          </p:cNvPr>
          <p:cNvSpPr>
            <a:spLocks xmlns:a="http://schemas.openxmlformats.org/drawingml/2006/main" noGrp="1"/>
          </p:cNvSpPr>
          <p:nvPr/>
        </p:nvSpPr>
        <p:spPr>
          <a:xfrm xmlns:a="http://schemas.openxmlformats.org/drawingml/2006/main" rot="0">
            <a:off x="9239250" y="4171950"/>
            <a:ext cx="1857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後発は関係と運用を</a:t>
            </a:r>
          </a:p>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一から積み直す</a:t>
            </a:r>
          </a:p>
        </p:txBody>
      </p:sp>
      <p:sp>
        <p:nvSpPr>
          <p:cNvPr id="19" name="">
            <a:extLst xmlns:a="http://schemas.openxmlformats.org/drawingml/2006/main">
              <a:ext uri="{FF2B5EF4-FFF2-40B4-BE49-F238E27FC236}">
                <a16:creationId xmlns:a16="http://schemas.microsoft.com/office/drawing/2014/main" id="{4FE5D8BD-05FA-4247-9344-270940EDA06C}"/>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データだけでなく、現場へ入り続けるための関係と運用が蓄積される</a:t>
            </a:r>
          </a:p>
        </p:txBody>
      </p:sp>
    </p:spTree>
    <p:extLst>
      <p:ext uri="{BB962C8B-B14F-4D97-AF65-F5344CB8AC3E}">
        <p14:creationId xmlns:p14="http://schemas.microsoft.com/office/powerpoint/2010/main" val="2136929099"/>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2B34DA0-F997-4BDC-A57C-DE7DD9A25A0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FCD88E-EAF1-4929-AB60-A456A60EC64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a:solidFill>
                  <a:srgbClr val="15191B"/>
                </a:solidFill>
                <a:latin typeface="Hiragino Sans"/>
                <a:ea typeface="Hiragino Sans"/>
                <a:cs typeface="Hiragino Sans"/>
              </a:defRPr>
            </a:pPr>
            <a:r>
              <a:rPr sz="2475" b="1">
                <a:solidFill>
                  <a:srgbClr val="15191B"/>
                </a:solidFill>
                <a:latin typeface="Hiragino Sans"/>
                <a:ea typeface="Hiragino Sans"/>
                <a:cs typeface="Hiragino Sans"/>
              </a:rPr>
              <a:t>現場データを先に持つことで、ロボット導入まで進みやすくなる</a:t>
            </a:r>
          </a:p>
        </p:txBody>
      </p:sp>
      <p:sp>
        <p:nvSpPr>
          <p:cNvPr id="3" name="">
            <a:extLst xmlns:a="http://schemas.openxmlformats.org/drawingml/2006/main">
              <a:ext uri="{FF2B5EF4-FFF2-40B4-BE49-F238E27FC236}">
                <a16:creationId xmlns:a16="http://schemas.microsoft.com/office/drawing/2014/main" id="{61EF7412-A617-40B6-B076-E6FDC86AAEC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438B39F-15BC-41FF-AC4B-9B6C139E551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E9BC8247-3063-4ACD-8C44-BD76431F9EA1}"/>
              </a:ext>
            </a:extLst>
          </p:cNvPr>
          <p:cNvSpPr>
            <a:spLocks xmlns:a="http://schemas.openxmlformats.org/drawingml/2006/main" noGrp="1"/>
          </p:cNvSpPr>
          <p:nvPr/>
        </p:nvSpPr>
        <p:spPr>
          <a:xfrm xmlns:a="http://schemas.openxmlformats.org/drawingml/2006/main" rot="0">
            <a:off x="85725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3FCD1B4B-AD45-4CB5-BD8F-0EF8996ECD9E}"/>
              </a:ext>
            </a:extLst>
          </p:cNvPr>
          <p:cNvSpPr>
            <a:spLocks xmlns:a="http://schemas.openxmlformats.org/drawingml/2006/main" noGrp="1"/>
          </p:cNvSpPr>
          <p:nvPr/>
        </p:nvSpPr>
        <p:spPr>
          <a:xfrm xmlns:a="http://schemas.openxmlformats.org/drawingml/2006/main">
            <a:off x="857250" y="2381250"/>
            <a:ext cx="2476500" cy="11430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A991ED21-78D9-42C9-9E54-BFB26901213B}"/>
              </a:ext>
            </a:extLst>
          </p:cNvPr>
          <p:cNvSpPr>
            <a:spLocks xmlns:a="http://schemas.openxmlformats.org/drawingml/2006/main" noGrp="1"/>
          </p:cNvSpPr>
          <p:nvPr/>
        </p:nvSpPr>
        <p:spPr>
          <a:xfrm xmlns:a="http://schemas.openxmlformats.org/drawingml/2006/main" rot="0">
            <a:off x="99060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現場データ収集</a:t>
            </a:r>
          </a:p>
        </p:txBody>
      </p:sp>
      <p:sp>
        <p:nvSpPr>
          <p:cNvPr id="8" name="">
            <a:extLst xmlns:a="http://schemas.openxmlformats.org/drawingml/2006/main">
              <a:ext uri="{FF2B5EF4-FFF2-40B4-BE49-F238E27FC236}">
                <a16:creationId xmlns:a16="http://schemas.microsoft.com/office/drawing/2014/main" id="{E881ACCC-941B-456A-BDFE-DEF2676327B7}"/>
              </a:ext>
            </a:extLst>
          </p:cNvPr>
          <p:cNvSpPr>
            <a:spLocks xmlns:a="http://schemas.openxmlformats.org/drawingml/2006/main" noGrp="1"/>
          </p:cNvSpPr>
          <p:nvPr/>
        </p:nvSpPr>
        <p:spPr>
          <a:xfrm xmlns:a="http://schemas.openxmlformats.org/drawingml/2006/main" rot="0">
            <a:off x="857250" y="37623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人間のワークフローを</a:t>
            </a:r>
          </a:p>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先に把握する</a:t>
            </a:r>
          </a:p>
        </p:txBody>
      </p:sp>
      <p:sp>
        <p:nvSpPr>
          <p:cNvPr id="9" name="">
            <a:extLst xmlns:a="http://schemas.openxmlformats.org/drawingml/2006/main">
              <a:ext uri="{FF2B5EF4-FFF2-40B4-BE49-F238E27FC236}">
                <a16:creationId xmlns:a16="http://schemas.microsoft.com/office/drawing/2014/main" id="{31FDA946-747B-41EB-A695-11B11DE1B920}"/>
              </a:ext>
            </a:extLst>
          </p:cNvPr>
          <p:cNvSpPr>
            <a:spLocks xmlns:a="http://schemas.openxmlformats.org/drawingml/2006/main" noGrp="1"/>
          </p:cNvSpPr>
          <p:nvPr/>
        </p:nvSpPr>
        <p:spPr>
          <a:xfrm xmlns:a="http://schemas.openxmlformats.org/drawingml/2006/main">
            <a:off x="352425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FA75463-2A60-4C07-9183-99F0E777C4FA}"/>
              </a:ext>
            </a:extLst>
          </p:cNvPr>
          <p:cNvSpPr>
            <a:spLocks xmlns:a="http://schemas.openxmlformats.org/drawingml/2006/main" noGrp="1"/>
          </p:cNvSpPr>
          <p:nvPr/>
        </p:nvSpPr>
        <p:spPr>
          <a:xfrm xmlns:a="http://schemas.openxmlformats.org/drawingml/2006/main" rot="5400000">
            <a:off x="492442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1" name="">
            <a:extLst xmlns:a="http://schemas.openxmlformats.org/drawingml/2006/main">
              <a:ext uri="{FF2B5EF4-FFF2-40B4-BE49-F238E27FC236}">
                <a16:creationId xmlns:a16="http://schemas.microsoft.com/office/drawing/2014/main" id="{FCE1292A-1523-4D5F-8F8B-67B95B6B493F}"/>
              </a:ext>
            </a:extLst>
          </p:cNvPr>
          <p:cNvSpPr>
            <a:spLocks xmlns:a="http://schemas.openxmlformats.org/drawingml/2006/main" noGrp="1"/>
          </p:cNvSpPr>
          <p:nvPr/>
        </p:nvSpPr>
        <p:spPr>
          <a:xfrm xmlns:a="http://schemas.openxmlformats.org/drawingml/2006/main" rot="0">
            <a:off x="395287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蓄積</a:t>
            </a:r>
          </a:p>
        </p:txBody>
      </p:sp>
      <p:sp>
        <p:nvSpPr>
          <p:cNvPr id="12" name="">
            <a:extLst xmlns:a="http://schemas.openxmlformats.org/drawingml/2006/main">
              <a:ext uri="{FF2B5EF4-FFF2-40B4-BE49-F238E27FC236}">
                <a16:creationId xmlns:a16="http://schemas.microsoft.com/office/drawing/2014/main" id="{96AC19ED-04D6-47A7-969F-B610BA366F76}"/>
              </a:ext>
            </a:extLst>
          </p:cNvPr>
          <p:cNvSpPr>
            <a:spLocks xmlns:a="http://schemas.openxmlformats.org/drawingml/2006/main" noGrp="1"/>
          </p:cNvSpPr>
          <p:nvPr/>
        </p:nvSpPr>
        <p:spPr>
          <a:xfrm xmlns:a="http://schemas.openxmlformats.org/drawingml/2006/main">
            <a:off x="5238750" y="2190750"/>
            <a:ext cx="23812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3" name="">
            <a:extLst xmlns:a="http://schemas.openxmlformats.org/drawingml/2006/main">
              <a:ext uri="{FF2B5EF4-FFF2-40B4-BE49-F238E27FC236}">
                <a16:creationId xmlns:a16="http://schemas.microsoft.com/office/drawing/2014/main" id="{011077E4-9001-46E5-B7D8-DC9506F40260}"/>
              </a:ext>
            </a:extLst>
          </p:cNvPr>
          <p:cNvSpPr>
            <a:spLocks xmlns:a="http://schemas.openxmlformats.org/drawingml/2006/main" noGrp="1"/>
          </p:cNvSpPr>
          <p:nvPr/>
        </p:nvSpPr>
        <p:spPr>
          <a:xfrm xmlns:a="http://schemas.openxmlformats.org/drawingml/2006/main" rot="0">
            <a:off x="5372100" y="2305050"/>
            <a:ext cx="2114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現場データ</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現場ネットワーク</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現場の知見</a:t>
            </a:r>
          </a:p>
        </p:txBody>
      </p:sp>
      <p:sp>
        <p:nvSpPr>
          <p:cNvPr id="14" name="">
            <a:extLst xmlns:a="http://schemas.openxmlformats.org/drawingml/2006/main">
              <a:ext uri="{FF2B5EF4-FFF2-40B4-BE49-F238E27FC236}">
                <a16:creationId xmlns:a16="http://schemas.microsoft.com/office/drawing/2014/main" id="{C9F18BFA-0F68-4933-9AE9-D695F8BA3763}"/>
              </a:ext>
            </a:extLst>
          </p:cNvPr>
          <p:cNvSpPr>
            <a:spLocks xmlns:a="http://schemas.openxmlformats.org/drawingml/2006/main" noGrp="1"/>
          </p:cNvSpPr>
          <p:nvPr/>
        </p:nvSpPr>
        <p:spPr>
          <a:xfrm xmlns:a="http://schemas.openxmlformats.org/drawingml/2006/main">
            <a:off x="781050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53D039F-0AD6-4CD3-BA92-F85F88D56BC0}"/>
              </a:ext>
            </a:extLst>
          </p:cNvPr>
          <p:cNvSpPr>
            <a:spLocks xmlns:a="http://schemas.openxmlformats.org/drawingml/2006/main" noGrp="1"/>
          </p:cNvSpPr>
          <p:nvPr/>
        </p:nvSpPr>
        <p:spPr>
          <a:xfrm xmlns:a="http://schemas.openxmlformats.org/drawingml/2006/main" rot="5400000">
            <a:off x="921067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6" name="">
            <a:extLst xmlns:a="http://schemas.openxmlformats.org/drawingml/2006/main">
              <a:ext uri="{FF2B5EF4-FFF2-40B4-BE49-F238E27FC236}">
                <a16:creationId xmlns:a16="http://schemas.microsoft.com/office/drawing/2014/main" id="{38EE7A45-5BB2-4866-8EF2-AD978DF4B781}"/>
              </a:ext>
            </a:extLst>
          </p:cNvPr>
          <p:cNvSpPr>
            <a:spLocks xmlns:a="http://schemas.openxmlformats.org/drawingml/2006/main" noGrp="1"/>
          </p:cNvSpPr>
          <p:nvPr/>
        </p:nvSpPr>
        <p:spPr>
          <a:xfrm xmlns:a="http://schemas.openxmlformats.org/drawingml/2006/main" rot="0">
            <a:off x="823912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活用</a:t>
            </a:r>
          </a:p>
        </p:txBody>
      </p:sp>
      <p:sp>
        <p:nvSpPr>
          <p:cNvPr id="17" name="">
            <a:extLst xmlns:a="http://schemas.openxmlformats.org/drawingml/2006/main">
              <a:ext uri="{FF2B5EF4-FFF2-40B4-BE49-F238E27FC236}">
                <a16:creationId xmlns:a16="http://schemas.microsoft.com/office/drawing/2014/main" id="{C9F61E95-38CF-4A5D-9D0B-F799AA3D5A97}"/>
              </a:ext>
            </a:extLst>
          </p:cNvPr>
          <p:cNvSpPr>
            <a:spLocks xmlns:a="http://schemas.openxmlformats.org/drawingml/2006/main" noGrp="1"/>
          </p:cNvSpPr>
          <p:nvPr/>
        </p:nvSpPr>
        <p:spPr>
          <a:xfrm xmlns:a="http://schemas.openxmlformats.org/drawingml/2006/main" rot="0">
            <a:off x="895350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第2段階</a:t>
            </a:r>
          </a:p>
        </p:txBody>
      </p:sp>
      <p:sp>
        <p:nvSpPr>
          <p:cNvPr id="18" name="">
            <a:extLst xmlns:a="http://schemas.openxmlformats.org/drawingml/2006/main">
              <a:ext uri="{FF2B5EF4-FFF2-40B4-BE49-F238E27FC236}">
                <a16:creationId xmlns:a16="http://schemas.microsoft.com/office/drawing/2014/main" id="{47CFDF85-C543-4381-81BB-218EB0D610BC}"/>
              </a:ext>
            </a:extLst>
          </p:cNvPr>
          <p:cNvSpPr>
            <a:spLocks xmlns:a="http://schemas.openxmlformats.org/drawingml/2006/main" noGrp="1"/>
          </p:cNvSpPr>
          <p:nvPr/>
        </p:nvSpPr>
        <p:spPr>
          <a:xfrm xmlns:a="http://schemas.openxmlformats.org/drawingml/2006/main">
            <a:off x="8953500" y="2381250"/>
            <a:ext cx="2476500" cy="114300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9" name="">
            <a:extLst xmlns:a="http://schemas.openxmlformats.org/drawingml/2006/main">
              <a:ext uri="{FF2B5EF4-FFF2-40B4-BE49-F238E27FC236}">
                <a16:creationId xmlns:a16="http://schemas.microsoft.com/office/drawing/2014/main" id="{2CA6C996-BC7F-42B6-8D56-ED226A8F8564}"/>
              </a:ext>
            </a:extLst>
          </p:cNvPr>
          <p:cNvSpPr>
            <a:spLocks xmlns:a="http://schemas.openxmlformats.org/drawingml/2006/main" noGrp="1"/>
          </p:cNvSpPr>
          <p:nvPr/>
        </p:nvSpPr>
        <p:spPr>
          <a:xfrm xmlns:a="http://schemas.openxmlformats.org/drawingml/2006/main" rot="0">
            <a:off x="908685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ロボットを</a:t>
            </a:r>
          </a:p>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現場へ導入</a:t>
            </a:r>
          </a:p>
        </p:txBody>
      </p:sp>
      <p:sp>
        <p:nvSpPr>
          <p:cNvPr id="20" name="">
            <a:extLst xmlns:a="http://schemas.openxmlformats.org/drawingml/2006/main">
              <a:ext uri="{FF2B5EF4-FFF2-40B4-BE49-F238E27FC236}">
                <a16:creationId xmlns:a16="http://schemas.microsoft.com/office/drawing/2014/main" id="{0D1B5424-5B3D-4A71-89DA-DF3DBC646400}"/>
              </a:ext>
            </a:extLst>
          </p:cNvPr>
          <p:cNvSpPr>
            <a:spLocks xmlns:a="http://schemas.openxmlformats.org/drawingml/2006/main" noGrp="1"/>
          </p:cNvSpPr>
          <p:nvPr/>
        </p:nvSpPr>
        <p:spPr>
          <a:xfrm xmlns:a="http://schemas.openxmlformats.org/drawingml/2006/main" rot="0">
            <a:off x="8953500" y="37623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作業に合わせて導入・運用を調整</a:t>
            </a:r>
          </a:p>
        </p:txBody>
      </p:sp>
      <p:sp>
        <p:nvSpPr>
          <p:cNvPr id="21" name="">
            <a:extLst xmlns:a="http://schemas.openxmlformats.org/drawingml/2006/main">
              <a:ext uri="{FF2B5EF4-FFF2-40B4-BE49-F238E27FC236}">
                <a16:creationId xmlns:a16="http://schemas.microsoft.com/office/drawing/2014/main" id="{268FE0E0-ACCF-4902-89E6-AABEC485B26C}"/>
              </a:ext>
            </a:extLst>
          </p:cNvPr>
          <p:cNvSpPr>
            <a:spLocks xmlns:a="http://schemas.openxmlformats.org/drawingml/2006/main" noGrp="1"/>
          </p:cNvSpPr>
          <p:nvPr/>
        </p:nvSpPr>
        <p:spPr>
          <a:xfrm xmlns:a="http://schemas.openxmlformats.org/drawingml/2006/main">
            <a:off x="857250" y="4762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F056E35-2D25-42E3-91E7-B849F2C10B51}"/>
              </a:ext>
            </a:extLst>
          </p:cNvPr>
          <p:cNvSpPr>
            <a:spLocks xmlns:a="http://schemas.openxmlformats.org/drawingml/2006/main" noGrp="1"/>
          </p:cNvSpPr>
          <p:nvPr/>
        </p:nvSpPr>
        <p:spPr>
          <a:xfrm xmlns:a="http://schemas.openxmlformats.org/drawingml/2006/main" rot="0">
            <a:off x="72390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ロボット企業と協業し、自ら導入と運用調整を担うこともできる</a:t>
            </a:r>
          </a:p>
        </p:txBody>
      </p:sp>
    </p:spTree>
    <p:extLst>
      <p:ext uri="{BB962C8B-B14F-4D97-AF65-F5344CB8AC3E}">
        <p14:creationId xmlns:p14="http://schemas.microsoft.com/office/powerpoint/2010/main" val="373390726"/>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52F87D0-CDB4-4F2A-97F4-103AF5A832A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254C6C-A7A4-45D5-8938-FC4601624C2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3A37AAB5-BCCC-444E-8896-E3983725A29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CE853C-8930-41E1-B968-639956912C6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E0166682-77D2-46E3-A9F1-D0390901AFF7}"/>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B3895E3B-EEE4-432C-9EBC-DDC86E5DBDB6}"/>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395B2CE7-40F5-4B76-9ABF-149C4AEA158F}"/>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E8B386BC-32C9-49CB-90CF-D38EB584C7A4}"/>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8652B25-42DB-415D-AF4B-2247441FC1C1}"/>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752B4A34-35A2-47FC-A221-7FC07B9403B1}"/>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自らロボットの現場導入を担う</a:t>
            </a:r>
          </a:p>
        </p:txBody>
      </p:sp>
      <p:sp>
        <p:nvSpPr>
          <p:cNvPr id="11" name="">
            <a:extLst xmlns:a="http://schemas.openxmlformats.org/drawingml/2006/main">
              <a:ext uri="{FF2B5EF4-FFF2-40B4-BE49-F238E27FC236}">
                <a16:creationId xmlns:a16="http://schemas.microsoft.com/office/drawing/2014/main" id="{83D9A2FE-CAB5-490B-BCC3-B84C984381C0}"/>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まず既存ロボットを現場へ導入し、作業に合わせて運用を調整する。その後、現場データを使った動作モデルと実機の改良まで自社で担う。</a:t>
            </a:r>
          </a:p>
        </p:txBody>
      </p:sp>
      <p:sp>
        <p:nvSpPr>
          <p:cNvPr id="12" name="">
            <a:extLst xmlns:a="http://schemas.openxmlformats.org/drawingml/2006/main">
              <a:ext uri="{FF2B5EF4-FFF2-40B4-BE49-F238E27FC236}">
                <a16:creationId xmlns:a16="http://schemas.microsoft.com/office/drawing/2014/main" id="{8BF3EA9D-1182-4605-8A20-DC383BCCAC4C}"/>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1792695046"/>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9F5E75E-1689-44A1-A4A2-AD9CC8FED7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45F756-0F32-4506-BBD6-85E31D5BEDE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DDED33EE-3CD7-41CD-A02D-843EE17F456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3D8882-8C6E-4BAA-A962-21A9CBF92F3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FE1D6F0F-5A71-4352-8847-572227A397A0}"/>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D2F0C1DE-E96A-4B37-BFB8-55838B1F0C38}"/>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8634FC68-2326-4D4B-BCC1-2F2C1C91D64E}"/>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FDFFD729-5A52-47A1-BDD0-58CC0ED04CE1}"/>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C91A7932-9065-478B-B059-286ACE2ED297}"/>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630F989C-B42D-4D51-8E3A-19CD78E27405}"/>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53AF5B6A-D179-42D6-BBCC-AEF785D21FFF}"/>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B953DDF-3863-4551-B925-2DFDA8C0D242}"/>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69A1A123-8B4A-4BA6-82D2-F2CBD81DE54E}"/>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014C109D-9559-4D7E-9B19-C47FFB988CDC}"/>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1B6F60FC-82D2-4250-B618-936BB23C2792}"/>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B9547899-F17B-4DAF-888C-15547B1BCFA0}"/>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7DF71C15-C313-471A-8F9F-25CA947797E1}"/>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9C8D507-84EF-44D0-BD8D-6F5885F9F6F4}"/>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551A326-0407-4197-9A9E-2B8963C177BC}"/>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DA01E21D-02E3-4276-999E-AB10BEDC3990}"/>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CABF5CAD-50B4-424C-82F1-8873BA9CCD35}"/>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B7536DD-7AD2-4409-8606-080EBEC04DD3}"/>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438654925"/>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A3A69D9-F17A-4289-8349-4970FB3F10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137F78-7304-4982-8146-EE07403CE46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464E469E-6992-4145-99F8-AC9CBB6D1FD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045F7EF-CA66-4D4E-93A9-6BBE4755A26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B1A010D3-18A6-4C29-8E65-04C92769AFAC}"/>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9A128E1C-01DD-4AAF-A2D6-70D4D8800F6B}"/>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8ABD419D-5EB8-4EAA-B5C4-F90920C96D49}"/>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CF62038-52A6-435E-B574-078BB4540320}"/>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382A24FE-D9CE-481B-A67E-0D5FC0BEA61C}"/>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9BA297F6-6468-4921-B9F7-6B31D515F172}"/>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34E178E-FD1B-4A20-A424-768E021EFCCC}"/>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B899D356-E292-43E2-A94A-D1AD6EA1411A}"/>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ACE62D6E-61B2-4A4E-A904-0588FE10E1C3}"/>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BF45982-4A47-4521-8212-59D661C6FD4E}"/>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6E5EF642-706A-4051-92DB-5B90BD5082C5}"/>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6B490B48-7CC4-4561-9FE9-DE3CDB25A677}"/>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CA130FE-8DCA-4A70-A68F-EF70C91747C5}"/>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442C09C2-F35B-476C-A196-D999E587D855}"/>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120888559"/>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C04DACA-F683-4DD9-8F47-42090A42650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2B17D0-23CC-483C-BAFB-29476FB03C2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販売先は確保できる段階にある。ボトルネックは収集規模だけである</a:t>
            </a:r>
          </a:p>
        </p:txBody>
      </p:sp>
      <p:sp>
        <p:nvSpPr>
          <p:cNvPr id="3" name="">
            <a:extLst xmlns:a="http://schemas.openxmlformats.org/drawingml/2006/main">
              <a:ext uri="{FF2B5EF4-FFF2-40B4-BE49-F238E27FC236}">
                <a16:creationId xmlns:a16="http://schemas.microsoft.com/office/drawing/2014/main" id="{2BE645E7-4F9B-411C-9163-3646D1A01AA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EFCCA79-158B-4FA1-BA7F-2A8631387F6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9A299A27-96DC-4B88-8C94-E563C9A80BAD}"/>
              </a:ext>
            </a:extLst>
          </p:cNvPr>
          <p:cNvSpPr>
            <a:spLocks xmlns:a="http://schemas.openxmlformats.org/drawingml/2006/main" noGrp="1"/>
          </p:cNvSpPr>
          <p:nvPr/>
        </p:nvSpPr>
        <p:spPr>
          <a:xfrm xmlns:a="http://schemas.openxmlformats.org/drawingml/2006/main" rot="0">
            <a:off x="857250" y="200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871DA487-F85F-448B-8B98-173768F31B40}"/>
              </a:ext>
            </a:extLst>
          </p:cNvPr>
          <p:cNvSpPr>
            <a:spLocks xmlns:a="http://schemas.openxmlformats.org/drawingml/2006/main" noGrp="1"/>
          </p:cNvSpPr>
          <p:nvPr/>
        </p:nvSpPr>
        <p:spPr>
          <a:xfrm xmlns:a="http://schemas.openxmlformats.org/drawingml/2006/main">
            <a:off x="857250" y="247650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9493411-8C9E-4D04-AEA8-EAD01C1E8636}"/>
              </a:ext>
            </a:extLst>
          </p:cNvPr>
          <p:cNvSpPr>
            <a:spLocks xmlns:a="http://schemas.openxmlformats.org/drawingml/2006/main" noGrp="1"/>
          </p:cNvSpPr>
          <p:nvPr/>
        </p:nvSpPr>
        <p:spPr>
          <a:xfrm xmlns:a="http://schemas.openxmlformats.org/drawingml/2006/main">
            <a:off x="857250" y="2905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E4626FD-18D0-432C-8F40-6BAFF348FC5F}"/>
              </a:ext>
            </a:extLst>
          </p:cNvPr>
          <p:cNvSpPr>
            <a:spLocks xmlns:a="http://schemas.openxmlformats.org/drawingml/2006/main" noGrp="1"/>
          </p:cNvSpPr>
          <p:nvPr/>
        </p:nvSpPr>
        <p:spPr>
          <a:xfrm xmlns:a="http://schemas.openxmlformats.org/drawingml/2006/main" rot="0">
            <a:off x="1104900" y="27432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5191B"/>
                </a:solidFill>
                <a:latin typeface="Hiragino Sans"/>
                <a:ea typeface="Hiragino Sans"/>
                <a:cs typeface="Hiragino Sans"/>
              </a:defRPr>
            </a:pPr>
            <a:r>
              <a:rPr sz="1575" b="1">
                <a:solidFill>
                  <a:srgbClr val="15191B"/>
                </a:solidFill>
                <a:latin typeface="Hiragino Sans"/>
                <a:ea typeface="Hiragino Sans"/>
                <a:cs typeface="Hiragino Sans"/>
              </a:rPr>
              <a:t>8社とサンプルのやり取りまで到達</a:t>
            </a:r>
          </a:p>
        </p:txBody>
      </p:sp>
      <p:sp>
        <p:nvSpPr>
          <p:cNvPr id="9" name="">
            <a:extLst xmlns:a="http://schemas.openxmlformats.org/drawingml/2006/main">
              <a:ext uri="{FF2B5EF4-FFF2-40B4-BE49-F238E27FC236}">
                <a16:creationId xmlns:a16="http://schemas.microsoft.com/office/drawing/2014/main" id="{ADB3179D-D43B-456D-9D10-DDD471DBB861}"/>
              </a:ext>
            </a:extLst>
          </p:cNvPr>
          <p:cNvSpPr>
            <a:spLocks xmlns:a="http://schemas.openxmlformats.org/drawingml/2006/main" noGrp="1"/>
          </p:cNvSpPr>
          <p:nvPr/>
        </p:nvSpPr>
        <p:spPr>
          <a:xfrm xmlns:a="http://schemas.openxmlformats.org/drawingml/2006/main">
            <a:off x="857250" y="38576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FBA022B-E006-4431-88AB-1127630A253D}"/>
              </a:ext>
            </a:extLst>
          </p:cNvPr>
          <p:cNvSpPr>
            <a:spLocks xmlns:a="http://schemas.openxmlformats.org/drawingml/2006/main" noGrp="1"/>
          </p:cNvSpPr>
          <p:nvPr/>
        </p:nvSpPr>
        <p:spPr>
          <a:xfrm xmlns:a="http://schemas.openxmlformats.org/drawingml/2006/main" rot="0">
            <a:off x="1104900" y="3667125"/>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合意に至らない理由は品質ではなく収集規模。</a:t>
            </a:r>
          </a:p>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スケールが解決する課題である</a:t>
            </a:r>
          </a:p>
        </p:txBody>
      </p:sp>
      <p:sp>
        <p:nvSpPr>
          <p:cNvPr id="11" name="">
            <a:extLst xmlns:a="http://schemas.openxmlformats.org/drawingml/2006/main">
              <a:ext uri="{FF2B5EF4-FFF2-40B4-BE49-F238E27FC236}">
                <a16:creationId xmlns:a16="http://schemas.microsoft.com/office/drawing/2014/main" id="{F6739896-28F7-4D9C-A886-86104204346D}"/>
              </a:ext>
            </a:extLst>
          </p:cNvPr>
          <p:cNvSpPr>
            <a:spLocks xmlns:a="http://schemas.openxmlformats.org/drawingml/2006/main" noGrp="1"/>
          </p:cNvSpPr>
          <p:nvPr/>
        </p:nvSpPr>
        <p:spPr>
          <a:xfrm xmlns:a="http://schemas.openxmlformats.org/drawingml/2006/main">
            <a:off x="6096000" y="1857375"/>
            <a:ext cx="9525" cy="361950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12213E9-8B52-4BFE-9FE9-34F62218A0FD}"/>
              </a:ext>
            </a:extLst>
          </p:cNvPr>
          <p:cNvSpPr>
            <a:spLocks xmlns:a="http://schemas.openxmlformats.org/drawingml/2006/main" noGrp="1"/>
          </p:cNvSpPr>
          <p:nvPr/>
        </p:nvSpPr>
        <p:spPr>
          <a:xfrm xmlns:a="http://schemas.openxmlformats.org/drawingml/2006/main" rot="0">
            <a:off x="6572250" y="20002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国内｜Nextremer</a:t>
            </a:r>
          </a:p>
        </p:txBody>
      </p:sp>
      <p:sp>
        <p:nvSpPr>
          <p:cNvPr id="13" name="">
            <a:extLst xmlns:a="http://schemas.openxmlformats.org/drawingml/2006/main">
              <a:ext uri="{FF2B5EF4-FFF2-40B4-BE49-F238E27FC236}">
                <a16:creationId xmlns:a16="http://schemas.microsoft.com/office/drawing/2014/main" id="{60551333-B16E-4986-9502-EE483611124C}"/>
              </a:ext>
            </a:extLst>
          </p:cNvPr>
          <p:cNvSpPr>
            <a:spLocks xmlns:a="http://schemas.openxmlformats.org/drawingml/2006/main" noGrp="1"/>
          </p:cNvSpPr>
          <p:nvPr/>
        </p:nvSpPr>
        <p:spPr>
          <a:xfrm xmlns:a="http://schemas.openxmlformats.org/drawingml/2006/main">
            <a:off x="6572250" y="247650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5BFFB34-89DE-45B8-9009-C0588D5BE368}"/>
              </a:ext>
            </a:extLst>
          </p:cNvPr>
          <p:cNvSpPr>
            <a:spLocks xmlns:a="http://schemas.openxmlformats.org/drawingml/2006/main" noGrp="1"/>
          </p:cNvSpPr>
          <p:nvPr/>
        </p:nvSpPr>
        <p:spPr>
          <a:xfrm xmlns:a="http://schemas.openxmlformats.org/drawingml/2006/main">
            <a:off x="6572250" y="285750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A7A9612-98CE-4C21-8641-0640DA9B68FA}"/>
              </a:ext>
            </a:extLst>
          </p:cNvPr>
          <p:cNvSpPr>
            <a:spLocks xmlns:a="http://schemas.openxmlformats.org/drawingml/2006/main" noGrp="1"/>
          </p:cNvSpPr>
          <p:nvPr/>
        </p:nvSpPr>
        <p:spPr>
          <a:xfrm xmlns:a="http://schemas.openxmlformats.org/drawingml/2006/main" rot="0">
            <a:off x="6819900" y="268605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手数料なしのレベニューシェア。</a:t>
            </a:r>
          </a:p>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当社は現場開拓とデータ収集に専念できる</a:t>
            </a:r>
          </a:p>
        </p:txBody>
      </p:sp>
      <p:sp>
        <p:nvSpPr>
          <p:cNvPr id="16" name="">
            <a:extLst xmlns:a="http://schemas.openxmlformats.org/drawingml/2006/main">
              <a:ext uri="{FF2B5EF4-FFF2-40B4-BE49-F238E27FC236}">
                <a16:creationId xmlns:a16="http://schemas.microsoft.com/office/drawing/2014/main" id="{94A54423-030C-4DA4-8A31-124419EF3408}"/>
              </a:ext>
            </a:extLst>
          </p:cNvPr>
          <p:cNvSpPr>
            <a:spLocks xmlns:a="http://schemas.openxmlformats.org/drawingml/2006/main" noGrp="1"/>
          </p:cNvSpPr>
          <p:nvPr/>
        </p:nvSpPr>
        <p:spPr>
          <a:xfrm xmlns:a="http://schemas.openxmlformats.org/drawingml/2006/main">
            <a:off x="6572250" y="3714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3139416-9A17-4DC6-8912-3094256B7B67}"/>
              </a:ext>
            </a:extLst>
          </p:cNvPr>
          <p:cNvSpPr>
            <a:spLocks xmlns:a="http://schemas.openxmlformats.org/drawingml/2006/main" noGrp="1"/>
          </p:cNvSpPr>
          <p:nvPr/>
        </p:nvSpPr>
        <p:spPr>
          <a:xfrm xmlns:a="http://schemas.openxmlformats.org/drawingml/2006/main" rot="0">
            <a:off x="6819900" y="354330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データの加工・販売サービスに掲載予定。</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現場合意フローを共同構築中</a:t>
            </a:r>
          </a:p>
        </p:txBody>
      </p:sp>
      <p:sp>
        <p:nvSpPr>
          <p:cNvPr id="18" name="">
            <a:extLst xmlns:a="http://schemas.openxmlformats.org/drawingml/2006/main">
              <a:ext uri="{FF2B5EF4-FFF2-40B4-BE49-F238E27FC236}">
                <a16:creationId xmlns:a16="http://schemas.microsoft.com/office/drawing/2014/main" id="{63516937-880E-47EA-AF7E-DC6DFA3D5F63}"/>
              </a:ext>
            </a:extLst>
          </p:cNvPr>
          <p:cNvSpPr>
            <a:spLocks xmlns:a="http://schemas.openxmlformats.org/drawingml/2006/main" noGrp="1"/>
          </p:cNvSpPr>
          <p:nvPr/>
        </p:nvSpPr>
        <p:spPr>
          <a:xfrm xmlns:a="http://schemas.openxmlformats.org/drawingml/2006/main">
            <a:off x="6572250" y="457200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24E56C1-6937-4155-8398-FFDF2F0033CD}"/>
              </a:ext>
            </a:extLst>
          </p:cNvPr>
          <p:cNvSpPr>
            <a:spLocks xmlns:a="http://schemas.openxmlformats.org/drawingml/2006/main" noGrp="1"/>
          </p:cNvSpPr>
          <p:nvPr/>
        </p:nvSpPr>
        <p:spPr>
          <a:xfrm xmlns:a="http://schemas.openxmlformats.org/drawingml/2006/main" rot="0">
            <a:off x="6819900" y="4400550"/>
            <a:ext cx="428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アノテーション付きデータとして</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高単価の販売先にもアプローチ可能</a:t>
            </a:r>
          </a:p>
        </p:txBody>
      </p:sp>
    </p:spTree>
    <p:extLst>
      <p:ext uri="{BB962C8B-B14F-4D97-AF65-F5344CB8AC3E}">
        <p14:creationId xmlns:p14="http://schemas.microsoft.com/office/powerpoint/2010/main" val="1561844607"/>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AF335C9-A7BC-42A4-A528-94CAC668429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0959E3-2246-479A-B212-3A6C5BA5F03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E8046922-2CE5-4B95-8BF6-6AD078E4979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628763A-C4D1-4CDF-8091-69CDEBD2020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9C62F4BF-F503-45A5-BAE6-C0B6D85580A4}"/>
              </a:ext>
            </a:extLst>
          </p:cNvPr>
          <p:cNvSpPr>
            <a:spLocks xmlns:a="http://schemas.openxmlformats.org/drawingml/2006/main" noGrp="1"/>
          </p:cNvSpPr>
          <p:nvPr/>
        </p:nvSpPr>
        <p:spPr>
          <a:xfrm xmlns:a="http://schemas.openxmlformats.org/drawingml/2006/main" rot="0">
            <a:off x="723900" y="17621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森雄大</a:t>
            </a:r>
          </a:p>
        </p:txBody>
      </p:sp>
      <p:sp>
        <p:nvSpPr>
          <p:cNvPr id="6" name="">
            <a:extLst xmlns:a="http://schemas.openxmlformats.org/drawingml/2006/main">
              <a:ext uri="{FF2B5EF4-FFF2-40B4-BE49-F238E27FC236}">
                <a16:creationId xmlns:a16="http://schemas.microsoft.com/office/drawing/2014/main" id="{3112EC3E-9935-43F6-88DA-B13B9035B084}"/>
              </a:ext>
            </a:extLst>
          </p:cNvPr>
          <p:cNvSpPr>
            <a:spLocks xmlns:a="http://schemas.openxmlformats.org/drawingml/2006/main" noGrp="1"/>
          </p:cNvSpPr>
          <p:nvPr/>
        </p:nvSpPr>
        <p:spPr>
          <a:xfrm xmlns:a="http://schemas.openxmlformats.org/drawingml/2006/main" rot="0">
            <a:off x="723900" y="20859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共同創業者</a:t>
            </a:r>
          </a:p>
        </p:txBody>
      </p:sp>
      <p:sp>
        <p:nvSpPr>
          <p:cNvPr id="7" name="">
            <a:extLst xmlns:a="http://schemas.openxmlformats.org/drawingml/2006/main">
              <a:ext uri="{FF2B5EF4-FFF2-40B4-BE49-F238E27FC236}">
                <a16:creationId xmlns:a16="http://schemas.microsoft.com/office/drawing/2014/main" id="{6EEC50E9-2C45-47F2-A74F-5BCF6DB1504E}"/>
              </a:ext>
            </a:extLst>
          </p:cNvPr>
          <p:cNvSpPr>
            <a:spLocks xmlns:a="http://schemas.openxmlformats.org/drawingml/2006/main" noGrp="1"/>
          </p:cNvSpPr>
          <p:nvPr/>
        </p:nvSpPr>
        <p:spPr>
          <a:xfrm xmlns:a="http://schemas.openxmlformats.org/drawingml/2006/main" rot="0">
            <a:off x="3524250" y="1743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8" name="">
            <a:extLst xmlns:a="http://schemas.openxmlformats.org/drawingml/2006/main">
              <a:ext uri="{FF2B5EF4-FFF2-40B4-BE49-F238E27FC236}">
                <a16:creationId xmlns:a16="http://schemas.microsoft.com/office/drawing/2014/main" id="{0530BA25-6E85-44E7-9681-550E7B1C8F44}"/>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EA13632-C808-488C-9F54-AEEC6A6EF540}"/>
              </a:ext>
            </a:extLst>
          </p:cNvPr>
          <p:cNvSpPr>
            <a:spLocks xmlns:a="http://schemas.openxmlformats.org/drawingml/2006/main" noGrp="1"/>
          </p:cNvSpPr>
          <p:nvPr/>
        </p:nvSpPr>
        <p:spPr>
          <a:xfrm xmlns:a="http://schemas.openxmlformats.org/drawingml/2006/main" rot="0">
            <a:off x="723900" y="2714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河野瞭人</a:t>
            </a:r>
          </a:p>
        </p:txBody>
      </p:sp>
      <p:sp>
        <p:nvSpPr>
          <p:cNvPr id="10" name="">
            <a:extLst xmlns:a="http://schemas.openxmlformats.org/drawingml/2006/main">
              <a:ext uri="{FF2B5EF4-FFF2-40B4-BE49-F238E27FC236}">
                <a16:creationId xmlns:a16="http://schemas.microsoft.com/office/drawing/2014/main" id="{3546B45E-74C5-4958-877C-D6529A4B8721}"/>
              </a:ext>
            </a:extLst>
          </p:cNvPr>
          <p:cNvSpPr>
            <a:spLocks xmlns:a="http://schemas.openxmlformats.org/drawingml/2006/main" noGrp="1"/>
          </p:cNvSpPr>
          <p:nvPr/>
        </p:nvSpPr>
        <p:spPr>
          <a:xfrm xmlns:a="http://schemas.openxmlformats.org/drawingml/2006/main" rot="0">
            <a:off x="723900" y="30384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共同創業者</a:t>
            </a:r>
          </a:p>
        </p:txBody>
      </p:sp>
      <p:sp>
        <p:nvSpPr>
          <p:cNvPr id="11" name="">
            <a:extLst xmlns:a="http://schemas.openxmlformats.org/drawingml/2006/main">
              <a:ext uri="{FF2B5EF4-FFF2-40B4-BE49-F238E27FC236}">
                <a16:creationId xmlns:a16="http://schemas.microsoft.com/office/drawing/2014/main" id="{E06BD95E-03FA-4E8B-865B-5BB8BFA89156}"/>
              </a:ext>
            </a:extLst>
          </p:cNvPr>
          <p:cNvSpPr>
            <a:spLocks xmlns:a="http://schemas.openxmlformats.org/drawingml/2006/main" noGrp="1"/>
          </p:cNvSpPr>
          <p:nvPr/>
        </p:nvSpPr>
        <p:spPr>
          <a:xfrm xmlns:a="http://schemas.openxmlformats.org/drawingml/2006/main" rot="0">
            <a:off x="3524250" y="2695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神戸大学大学院システム情報学研究科で、二足歩行ロボットのlocomotionにおけるSim-to-Realを研究。事業ではシミュレーション領域を担う。</a:t>
            </a:r>
          </a:p>
        </p:txBody>
      </p:sp>
      <p:sp>
        <p:nvSpPr>
          <p:cNvPr id="12" name="">
            <a:extLst xmlns:a="http://schemas.openxmlformats.org/drawingml/2006/main">
              <a:ext uri="{FF2B5EF4-FFF2-40B4-BE49-F238E27FC236}">
                <a16:creationId xmlns:a16="http://schemas.microsoft.com/office/drawing/2014/main" id="{477B37A6-4BAB-45C6-98B6-1D35178E5CB9}"/>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A7E9C36-04C8-480A-B0C0-CF9B17E22E24}"/>
              </a:ext>
            </a:extLst>
          </p:cNvPr>
          <p:cNvSpPr>
            <a:spLocks xmlns:a="http://schemas.openxmlformats.org/drawingml/2006/main" noGrp="1"/>
          </p:cNvSpPr>
          <p:nvPr/>
        </p:nvSpPr>
        <p:spPr>
          <a:xfrm xmlns:a="http://schemas.openxmlformats.org/drawingml/2006/main" rot="0">
            <a:off x="723900" y="36671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川島健二</a:t>
            </a:r>
          </a:p>
        </p:txBody>
      </p:sp>
      <p:sp>
        <p:nvSpPr>
          <p:cNvPr id="14" name="">
            <a:extLst xmlns:a="http://schemas.openxmlformats.org/drawingml/2006/main">
              <a:ext uri="{FF2B5EF4-FFF2-40B4-BE49-F238E27FC236}">
                <a16:creationId xmlns:a16="http://schemas.microsoft.com/office/drawing/2014/main" id="{9C069DEE-B495-49BC-95F9-338031457039}"/>
              </a:ext>
            </a:extLst>
          </p:cNvPr>
          <p:cNvSpPr>
            <a:spLocks xmlns:a="http://schemas.openxmlformats.org/drawingml/2006/main" noGrp="1"/>
          </p:cNvSpPr>
          <p:nvPr/>
        </p:nvSpPr>
        <p:spPr>
          <a:xfrm xmlns:a="http://schemas.openxmlformats.org/drawingml/2006/main" rot="0">
            <a:off x="723900" y="39909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現場パートナー</a:t>
            </a:r>
          </a:p>
        </p:txBody>
      </p:sp>
      <p:sp>
        <p:nvSpPr>
          <p:cNvPr id="15" name="">
            <a:extLst xmlns:a="http://schemas.openxmlformats.org/drawingml/2006/main">
              <a:ext uri="{FF2B5EF4-FFF2-40B4-BE49-F238E27FC236}">
                <a16:creationId xmlns:a16="http://schemas.microsoft.com/office/drawing/2014/main" id="{F255A7DB-5D6A-406A-B075-C0D80EA7C58D}"/>
              </a:ext>
            </a:extLst>
          </p:cNvPr>
          <p:cNvSpPr>
            <a:spLocks xmlns:a="http://schemas.openxmlformats.org/drawingml/2006/main" noGrp="1"/>
          </p:cNvSpPr>
          <p:nvPr/>
        </p:nvSpPr>
        <p:spPr>
          <a:xfrm xmlns:a="http://schemas.openxmlformats.org/drawingml/2006/main" rot="0">
            <a:off x="3524250" y="3648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箕面デニッシュ合同会社。ベーカリー店舗での撮影に協力し、スタッフからのフィードバックと継続収集を通じて、撮影機材と現場運用の改善を支える。</a:t>
            </a:r>
          </a:p>
        </p:txBody>
      </p:sp>
      <p:sp>
        <p:nvSpPr>
          <p:cNvPr id="16" name="">
            <a:extLst xmlns:a="http://schemas.openxmlformats.org/drawingml/2006/main">
              <a:ext uri="{FF2B5EF4-FFF2-40B4-BE49-F238E27FC236}">
                <a16:creationId xmlns:a16="http://schemas.microsoft.com/office/drawing/2014/main" id="{520DB6AF-28D6-4247-B21E-EAAC44B3B714}"/>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183715A-E0F6-4F17-9A79-5ED9B4BE5E06}"/>
              </a:ext>
            </a:extLst>
          </p:cNvPr>
          <p:cNvSpPr>
            <a:spLocks xmlns:a="http://schemas.openxmlformats.org/drawingml/2006/main" noGrp="1"/>
          </p:cNvSpPr>
          <p:nvPr/>
        </p:nvSpPr>
        <p:spPr>
          <a:xfrm xmlns:a="http://schemas.openxmlformats.org/drawingml/2006/main" rot="0">
            <a:off x="723900" y="46196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大崎操</a:t>
            </a:r>
          </a:p>
        </p:txBody>
      </p:sp>
      <p:sp>
        <p:nvSpPr>
          <p:cNvPr id="18" name="">
            <a:extLst xmlns:a="http://schemas.openxmlformats.org/drawingml/2006/main">
              <a:ext uri="{FF2B5EF4-FFF2-40B4-BE49-F238E27FC236}">
                <a16:creationId xmlns:a16="http://schemas.microsoft.com/office/drawing/2014/main" id="{03EB87AC-64E6-4A34-8FE2-226E5214D378}"/>
              </a:ext>
            </a:extLst>
          </p:cNvPr>
          <p:cNvSpPr>
            <a:spLocks xmlns:a="http://schemas.openxmlformats.org/drawingml/2006/main" noGrp="1"/>
          </p:cNvSpPr>
          <p:nvPr/>
        </p:nvSpPr>
        <p:spPr>
          <a:xfrm xmlns:a="http://schemas.openxmlformats.org/drawingml/2006/main" rot="0">
            <a:off x="723900" y="4943475"/>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事業支援</a:t>
            </a:r>
          </a:p>
        </p:txBody>
      </p:sp>
      <p:sp>
        <p:nvSpPr>
          <p:cNvPr id="19" name="">
            <a:extLst xmlns:a="http://schemas.openxmlformats.org/drawingml/2006/main">
              <a:ext uri="{FF2B5EF4-FFF2-40B4-BE49-F238E27FC236}">
                <a16:creationId xmlns:a16="http://schemas.microsoft.com/office/drawing/2014/main" id="{21817303-3F51-4012-8809-066C8691E8C4}"/>
              </a:ext>
            </a:extLst>
          </p:cNvPr>
          <p:cNvSpPr>
            <a:spLocks xmlns:a="http://schemas.openxmlformats.org/drawingml/2006/main" noGrp="1"/>
          </p:cNvSpPr>
          <p:nvPr/>
        </p:nvSpPr>
        <p:spPr>
          <a:xfrm xmlns:a="http://schemas.openxmlformats.org/drawingml/2006/main" rot="0">
            <a:off x="3524250" y="4600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三菱UFJ銀行を経て、関西スーパーマーケットで常務取締役・管理本部長を務めた。会社立ち上げ、契約・合意書、小売・製造のネットワークを使った現場開拓を支援。</a:t>
            </a:r>
          </a:p>
        </p:txBody>
      </p:sp>
    </p:spTree>
    <p:extLst>
      <p:ext uri="{BB962C8B-B14F-4D97-AF65-F5344CB8AC3E}">
        <p14:creationId xmlns:p14="http://schemas.microsoft.com/office/powerpoint/2010/main" val="1162731514"/>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F121039-9E3E-4F1D-9D68-ABB5D4CB6CC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4C4816-2E07-4C39-AA87-EB5D3AB07F3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C578A8DA-F3B2-4E6F-A3A6-993509ACD98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69E8A09-D30D-483F-AD79-1A73EAE40DB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4816499eeb0496e"/>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C523C47-440C-4525-9376-B2009B3B51CF}"/>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CEA730B3-57FB-461F-9B03-6C9FD7F50AC3}"/>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89B90D0B-6A60-4312-953A-7AD01EE3636D}"/>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f8e12ef61a44a49"/>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094979F-E3C2-46FE-B5B3-88BEDF57FCDE}"/>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D700CBF1-6B64-4E75-98E4-B0FE994A7983}"/>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RootCap</a:t>
            </a:r>
          </a:p>
        </p:txBody>
      </p:sp>
      <p:sp>
        <p:nvSpPr>
          <p:cNvPr id="12" name="">
            <a:extLst xmlns:a="http://schemas.openxmlformats.org/drawingml/2006/main">
              <a:ext uri="{FF2B5EF4-FFF2-40B4-BE49-F238E27FC236}">
                <a16:creationId xmlns:a16="http://schemas.microsoft.com/office/drawing/2014/main" id="{270EB2FA-4EAE-4DE6-B972-F85459B1E04B}"/>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ceb65200dae4397"/>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462AB73-104F-4D83-A833-FC21DB700B3A}"/>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33CBA032-1FB9-4712-9010-BDD62A3E9FC0}"/>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RootGlass</a:t>
            </a:r>
          </a:p>
        </p:txBody>
      </p:sp>
      <p:sp>
        <p:nvSpPr>
          <p:cNvPr id="16" name="">
            <a:extLst xmlns:a="http://schemas.openxmlformats.org/drawingml/2006/main">
              <a:ext uri="{FF2B5EF4-FFF2-40B4-BE49-F238E27FC236}">
                <a16:creationId xmlns:a16="http://schemas.microsoft.com/office/drawing/2014/main" id="{248F4831-47D7-422C-8D64-CE22A1024D59}"/>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5F972A9E-9C6E-405C-90B3-1E882A8AEECC}"/>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DCA283B-7AFE-41EC-A720-0D34294A709A}"/>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1598778182"/>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063FED-A6E3-49C8-87CA-CFF27CBD82A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3926BB-8913-42F3-AB6B-DA99EDE488D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65D7929D-4EF2-4611-8E87-7BE47C1BFDE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B05B643-5795-4E7F-BC6B-06B4E352896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1" name=""/>
          <p:cNvGraphicFramePr/>
          <p:nvPr/>
        </p:nvGraphicFramePr>
        <p:xfrm>
          <a:off xmlns:a="http://schemas.openxmlformats.org/drawingml/2006/main" x="723900" y="1809750"/>
          <a:ext xmlns:a="http://schemas.openxmlformats.org/drawingml/2006/main" cx="10572750" cy="3667125"/>
        </p:xfrm>
        <a:graphic xmlns:a="http://schemas.openxmlformats.org/drawingml/2006/main">
          <a:graphicData uri="http://schemas.openxmlformats.org/drawingml/2006/table">
            <a:tbl>
              <a:tblPr/>
              <a:tblGrid>
                <a:gridCol w="3143250"/>
                <a:gridCol w="4286250"/>
                <a:gridCol w="31432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数値</a:t>
                      </a:r>
                    </a:p>
                  </a:txBody>
                  <a:tcPr marL="91440" marR="91440" marT="45720" marB="45720">
                    <a:solidFill>
                      <a:srgbClr val="25333A"/>
                    </a:solidFill>
                  </a:tcPr>
                </a:tc>
              </a:tr>
              <a:tr h="523875">
                <a:tc>
                  <a:txBody>
                    <a:bodyPr/>
                    <a:lstStyle/>
                    <a:p>
                      <a:r>
                        <a:rPr sz="1275"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同一データを1回だけ販売</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平均1回（悲観シナリオ）</a:t>
                      </a:r>
                    </a:p>
                  </a:txBody>
                  <a:tcPr marL="91440" marR="91440" marT="45720" marB="45720">
                    <a:solidFill>
                      <a:srgbClr val="DCE8EF"/>
                    </a:solidFill>
                  </a:tcPr>
                </a:tc>
              </a:tr>
              <a:tr h="523875">
                <a:tc>
                  <a:txBody>
                    <a:bodyPr/>
                    <a:lstStyle/>
                    <a:p>
                      <a:r>
                        <a:rPr sz="1275"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約73円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E9EBF251-A2B8-4CDC-BE5C-E19B09BB63AB}"/>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a:t>
            </a:r>
          </a:p>
        </p:txBody>
      </p:sp>
    </p:spTree>
    <p:extLst>
      <p:ext uri="{BB962C8B-B14F-4D97-AF65-F5344CB8AC3E}">
        <p14:creationId xmlns:p14="http://schemas.microsoft.com/office/powerpoint/2010/main" val="627295614"/>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B6C54B-910C-47A5-840B-EADDD167965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5A9422-EDE8-4FC8-9E0C-1BECE25EDDE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1445B696-D65D-4320-89E4-C55AF88269A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28D0E4F-3E47-47F0-B3A2-3856ACCCAED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714500"/>
          <a:ext xmlns:a="http://schemas.openxmlformats.org/drawingml/2006/main" cx="10572750" cy="3714750"/>
        </p:xfrm>
        <a:graphic xmlns:a="http://schemas.openxmlformats.org/drawingml/2006/main">
          <a:graphicData uri="http://schemas.openxmlformats.org/drawingml/2006/table">
            <a:tbl>
              <a:tblPr/>
              <a:tblGrid>
                <a:gridCol w="3238500"/>
                <a:gridCol w="2286000"/>
                <a:gridCol w="2286000"/>
                <a:gridCol w="2762250"/>
              </a:tblGrid>
              <a:tr h="464344">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64344">
                <a:tc>
                  <a:txBody>
                    <a:bodyPr/>
                    <a:lstStyle/>
                    <a:p>
                      <a:r>
                        <a:rPr sz="1200"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91台</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727.2万円</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E44AC23-1A17-405C-98B2-8EDEA6D934C2}"/>
              </a:ext>
            </a:extLst>
          </p:cNvPr>
          <p:cNvSpPr>
            <a:spLocks xmlns:a="http://schemas.openxmlformats.org/drawingml/2006/main" noGrp="1"/>
          </p:cNvSpPr>
          <p:nvPr/>
        </p:nvSpPr>
        <p:spPr>
          <a:xfrm xmlns:a="http://schemas.openxmlformats.org/drawingml/2006/main" rot="0">
            <a:off x="723900" y="5600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月10,000時間を12か月継続：会社取り分9,600万円、デバイス償却後約8,726万円。</a:t>
            </a:r>
          </a:p>
        </p:txBody>
      </p:sp>
      <p:sp>
        <p:nvSpPr>
          <p:cNvPr id="7" name="">
            <a:extLst xmlns:a="http://schemas.openxmlformats.org/drawingml/2006/main">
              <a:ext uri="{FF2B5EF4-FFF2-40B4-BE49-F238E27FC236}">
                <a16:creationId xmlns:a16="http://schemas.microsoft.com/office/drawing/2014/main" id="{B3135C09-A82A-4326-A716-5A80CF400D04}"/>
              </a:ext>
            </a:extLst>
          </p:cNvPr>
          <p:cNvSpPr>
            <a:spLocks xmlns:a="http://schemas.openxmlformats.org/drawingml/2006/main" noGrp="1"/>
          </p:cNvSpPr>
          <p:nvPr/>
        </p:nvSpPr>
        <p:spPr>
          <a:xfrm xmlns:a="http://schemas.openxmlformats.org/drawingml/2006/main" rot="0">
            <a:off x="723900" y="59817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データは在庫として積み上がり、過去に収集した分も売り続けられる。平均2回販売なら会社取り分は月1,600万円、3回なら月2,400万円になる。</a:t>
            </a:r>
          </a:p>
        </p:txBody>
      </p:sp>
    </p:spTree>
    <p:extLst>
      <p:ext uri="{BB962C8B-B14F-4D97-AF65-F5344CB8AC3E}">
        <p14:creationId xmlns:p14="http://schemas.microsoft.com/office/powerpoint/2010/main" val="862263442"/>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76DE9B3-552B-40A9-A6F0-85384E87FCD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CDF07E-2DA5-499A-BBFA-E77BF41A963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D60F64E5-C1AF-421B-BC59-5FEBC004475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CB9FDC5-EBB0-418E-AE70-22987DA3E05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AB397511-3967-4725-A8B7-CFBF8FE89352}"/>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5320A716-A11B-4D7B-ABA3-07DE2938C960}"/>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614F1C66-5D14-404F-9A76-CBEFB00F9242}"/>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C726ADA-A257-4F4A-B5CE-FA0D35F8FDB4}"/>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AF98BD5D-D3A3-4CC1-924D-CA2695CAC0C6}"/>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C516CFE8-33B2-47DF-A2B6-109CEDE11800}"/>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59F7A5C-F406-41A9-8287-4BFDDBA8B5BB}"/>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44922625-70DE-420E-95F2-6649CFA4B392}"/>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13A50A72-5861-45B5-AD03-41663E01A1B8}"/>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9845111-A8B1-4F68-991C-D4D5358F3E97}"/>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79A01FE3-A5C2-410F-AF13-956727376D97}"/>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579656296"/>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AF945ED-111F-45BD-8D2C-689ADD93A4A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15D473-D4FA-475A-B1BF-4302572F255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E9F3B5A3-E59D-4674-8BB9-4BFA309412B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3E2856F-ABBD-4454-A8F5-55BB2C64FD4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81AB6C23-6E1A-490C-B257-C7171F3B9522}"/>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CE228C01-C5C6-49F6-8F82-369D9E55C9A1}"/>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D26BED06-3355-4738-8230-DC5476A6335F}"/>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906F7D1-4A49-4552-8C19-CE72859B5EBD}"/>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0DC4C3BA-853C-412C-B2EB-BD22C9C8015B}"/>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BD5C5E1F-D4E9-4319-86DB-02888DDBD57D}"/>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5296F14-CDB2-4D34-98F3-435FC715B207}"/>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856A4E05-64CC-4235-9A4E-F06C15066197}"/>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1BD6D735-E901-4DAF-8954-F33BCB172FDE}"/>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408251779"/>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DCEC327C-2177-4932-8988-93056EEA625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A4BFE7-B34C-4338-8306-5A5BC23BF79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9357EDEB-E6BC-4349-B926-9DCCB981CDC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0AB00E5-8B7E-4CFF-8BD5-35D583CD932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EA2F3BC1-04D7-4B7B-BD0A-BC9C87B97117}"/>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F0E70D2-449B-47CB-B005-7F614CDFB436}"/>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128A5023-A997-4314-BB8A-57C1672102A5}"/>
              </a:ext>
            </a:extLst>
          </p:cNvPr>
          <p:cNvSpPr>
            <a:spLocks xmlns:a="http://schemas.openxmlformats.org/drawingml/2006/main" noGrp="1"/>
          </p:cNvSpPr>
          <p:nvPr/>
        </p:nvSpPr>
        <p:spPr>
          <a:xfrm xmlns:a="http://schemas.openxmlformats.org/drawingml/2006/main">
            <a:off x="305752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402F11AF-01F3-4F6E-9CD4-098EAD7533B0}"/>
              </a:ext>
            </a:extLst>
          </p:cNvPr>
          <p:cNvSpPr>
            <a:spLocks xmlns:a="http://schemas.openxmlformats.org/drawingml/2006/main" noGrp="1"/>
          </p:cNvSpPr>
          <p:nvPr/>
        </p:nvSpPr>
        <p:spPr>
          <a:xfrm xmlns:a="http://schemas.openxmlformats.org/drawingml/2006/main" rot="0">
            <a:off x="305752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10月</a:t>
            </a:r>
          </a:p>
        </p:txBody>
      </p:sp>
      <p:sp>
        <p:nvSpPr>
          <p:cNvPr id="9" name="">
            <a:extLst xmlns:a="http://schemas.openxmlformats.org/drawingml/2006/main">
              <a:ext uri="{FF2B5EF4-FFF2-40B4-BE49-F238E27FC236}">
                <a16:creationId xmlns:a16="http://schemas.microsoft.com/office/drawing/2014/main" id="{FB1ABF34-3447-4CE4-82F9-565FABB01392}"/>
              </a:ext>
            </a:extLst>
          </p:cNvPr>
          <p:cNvSpPr>
            <a:spLocks xmlns:a="http://schemas.openxmlformats.org/drawingml/2006/main" noGrp="1"/>
          </p:cNvSpPr>
          <p:nvPr/>
        </p:nvSpPr>
        <p:spPr>
          <a:xfrm xmlns:a="http://schemas.openxmlformats.org/drawingml/2006/main">
            <a:off x="5803900"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BA025468-7BB5-4A30-A1DF-4804A8916A15}"/>
              </a:ext>
            </a:extLst>
          </p:cNvPr>
          <p:cNvSpPr>
            <a:spLocks xmlns:a="http://schemas.openxmlformats.org/drawingml/2006/main" noGrp="1"/>
          </p:cNvSpPr>
          <p:nvPr/>
        </p:nvSpPr>
        <p:spPr>
          <a:xfrm xmlns:a="http://schemas.openxmlformats.org/drawingml/2006/main" rot="0">
            <a:off x="5803900"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11月</a:t>
            </a:r>
          </a:p>
        </p:txBody>
      </p:sp>
      <p:sp>
        <p:nvSpPr>
          <p:cNvPr id="11" name="">
            <a:extLst xmlns:a="http://schemas.openxmlformats.org/drawingml/2006/main">
              <a:ext uri="{FF2B5EF4-FFF2-40B4-BE49-F238E27FC236}">
                <a16:creationId xmlns:a16="http://schemas.microsoft.com/office/drawing/2014/main" id="{402B0732-3190-4D02-A045-5D2077FA3FFA}"/>
              </a:ext>
            </a:extLst>
          </p:cNvPr>
          <p:cNvSpPr>
            <a:spLocks xmlns:a="http://schemas.openxmlformats.org/drawingml/2006/main" noGrp="1"/>
          </p:cNvSpPr>
          <p:nvPr/>
        </p:nvSpPr>
        <p:spPr>
          <a:xfrm xmlns:a="http://schemas.openxmlformats.org/drawingml/2006/main">
            <a:off x="855027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D3FC29D4-8BFD-4B80-BA84-48E10DFF99BA}"/>
              </a:ext>
            </a:extLst>
          </p:cNvPr>
          <p:cNvSpPr>
            <a:spLocks xmlns:a="http://schemas.openxmlformats.org/drawingml/2006/main" noGrp="1"/>
          </p:cNvSpPr>
          <p:nvPr/>
        </p:nvSpPr>
        <p:spPr>
          <a:xfrm xmlns:a="http://schemas.openxmlformats.org/drawingml/2006/main" rot="0">
            <a:off x="855027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12月</a:t>
            </a:r>
          </a:p>
        </p:txBody>
      </p:sp>
      <p:sp>
        <p:nvSpPr>
          <p:cNvPr id="13" name="">
            <a:extLst xmlns:a="http://schemas.openxmlformats.org/drawingml/2006/main">
              <a:ext uri="{FF2B5EF4-FFF2-40B4-BE49-F238E27FC236}">
                <a16:creationId xmlns:a16="http://schemas.microsoft.com/office/drawing/2014/main" id="{23F8DBF8-B222-4B72-9003-F8337EF7583D}"/>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94965732-F3F1-49E5-9B22-E77CC08AD5FE}"/>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5" name="">
            <a:extLst xmlns:a="http://schemas.openxmlformats.org/drawingml/2006/main">
              <a:ext uri="{FF2B5EF4-FFF2-40B4-BE49-F238E27FC236}">
                <a16:creationId xmlns:a16="http://schemas.microsoft.com/office/drawing/2014/main" id="{48BD7659-850B-430C-8D53-F2E07A98A493}"/>
              </a:ext>
            </a:extLst>
          </p:cNvPr>
          <p:cNvSpPr>
            <a:spLocks xmlns:a="http://schemas.openxmlformats.org/drawingml/2006/main" noGrp="1"/>
          </p:cNvSpPr>
          <p:nvPr/>
        </p:nvSpPr>
        <p:spPr>
          <a:xfrm xmlns:a="http://schemas.openxmlformats.org/drawingml/2006/main">
            <a:off x="305752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1211198B-344B-4CDF-ABBB-A7341F513307}"/>
              </a:ext>
            </a:extLst>
          </p:cNvPr>
          <p:cNvSpPr>
            <a:spLocks xmlns:a="http://schemas.openxmlformats.org/drawingml/2006/main" noGrp="1"/>
          </p:cNvSpPr>
          <p:nvPr/>
        </p:nvSpPr>
        <p:spPr>
          <a:xfrm xmlns:a="http://schemas.openxmlformats.org/drawingml/2006/main">
            <a:off x="5803900"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CD1BA974-5B83-45D7-85FA-FDCF0B54105C}"/>
              </a:ext>
            </a:extLst>
          </p:cNvPr>
          <p:cNvSpPr>
            <a:spLocks xmlns:a="http://schemas.openxmlformats.org/drawingml/2006/main" noGrp="1"/>
          </p:cNvSpPr>
          <p:nvPr/>
        </p:nvSpPr>
        <p:spPr>
          <a:xfrm xmlns:a="http://schemas.openxmlformats.org/drawingml/2006/main">
            <a:off x="855027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B324D50A-0D9B-4773-8AC6-073EADCAB273}"/>
              </a:ext>
            </a:extLst>
          </p:cNvPr>
          <p:cNvSpPr>
            <a:spLocks xmlns:a="http://schemas.openxmlformats.org/drawingml/2006/main" noGrp="1"/>
          </p:cNvSpPr>
          <p:nvPr/>
        </p:nvSpPr>
        <p:spPr>
          <a:xfrm xmlns:a="http://schemas.openxmlformats.org/drawingml/2006/main">
            <a:off x="313372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2DFE375F-1E1B-4D61-B4C0-F437CB066775}"/>
              </a:ext>
            </a:extLst>
          </p:cNvPr>
          <p:cNvSpPr>
            <a:spLocks xmlns:a="http://schemas.openxmlformats.org/drawingml/2006/main" noGrp="1"/>
          </p:cNvSpPr>
          <p:nvPr/>
        </p:nvSpPr>
        <p:spPr>
          <a:xfrm xmlns:a="http://schemas.openxmlformats.org/drawingml/2006/main" rot="0">
            <a:off x="320992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p:txBody>
      </p:sp>
      <p:sp>
        <p:nvSpPr>
          <p:cNvPr id="20" name="">
            <a:extLst xmlns:a="http://schemas.openxmlformats.org/drawingml/2006/main">
              <a:ext uri="{FF2B5EF4-FFF2-40B4-BE49-F238E27FC236}">
                <a16:creationId xmlns:a16="http://schemas.microsoft.com/office/drawing/2014/main" id="{1C603DA1-3444-4163-AF4E-9C625200BAB5}"/>
              </a:ext>
            </a:extLst>
          </p:cNvPr>
          <p:cNvSpPr>
            <a:spLocks xmlns:a="http://schemas.openxmlformats.org/drawingml/2006/main" noGrp="1"/>
          </p:cNvSpPr>
          <p:nvPr/>
        </p:nvSpPr>
        <p:spPr>
          <a:xfrm xmlns:a="http://schemas.openxmlformats.org/drawingml/2006/main">
            <a:off x="5880100"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816423AE-AFCB-46BA-A983-098EFE0DE77D}"/>
              </a:ext>
            </a:extLst>
          </p:cNvPr>
          <p:cNvSpPr>
            <a:spLocks xmlns:a="http://schemas.openxmlformats.org/drawingml/2006/main" noGrp="1"/>
          </p:cNvSpPr>
          <p:nvPr/>
        </p:nvSpPr>
        <p:spPr>
          <a:xfrm xmlns:a="http://schemas.openxmlformats.org/drawingml/2006/main" rot="0">
            <a:off x="5956300"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現場の課題を確認</a:t>
            </a:r>
          </a:p>
        </p:txBody>
      </p:sp>
      <p:sp>
        <p:nvSpPr>
          <p:cNvPr id="22" name="">
            <a:extLst xmlns:a="http://schemas.openxmlformats.org/drawingml/2006/main">
              <a:ext uri="{FF2B5EF4-FFF2-40B4-BE49-F238E27FC236}">
                <a16:creationId xmlns:a16="http://schemas.microsoft.com/office/drawing/2014/main" id="{C6B3655B-9619-464C-BF00-3D37F5B16182}"/>
              </a:ext>
            </a:extLst>
          </p:cNvPr>
          <p:cNvSpPr>
            <a:spLocks xmlns:a="http://schemas.openxmlformats.org/drawingml/2006/main" noGrp="1"/>
          </p:cNvSpPr>
          <p:nvPr/>
        </p:nvSpPr>
        <p:spPr>
          <a:xfrm xmlns:a="http://schemas.openxmlformats.org/drawingml/2006/main">
            <a:off x="862647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43702DD2-7365-4C44-A799-DAAFA891ECB1}"/>
              </a:ext>
            </a:extLst>
          </p:cNvPr>
          <p:cNvSpPr>
            <a:spLocks xmlns:a="http://schemas.openxmlformats.org/drawingml/2006/main" noGrp="1"/>
          </p:cNvSpPr>
          <p:nvPr/>
        </p:nvSpPr>
        <p:spPr>
          <a:xfrm xmlns:a="http://schemas.openxmlformats.org/drawingml/2006/main" rot="0">
            <a:off x="870267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月1,000時間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飲食・小売へ拡大</a:t>
            </a:r>
          </a:p>
        </p:txBody>
      </p:sp>
      <p:sp>
        <p:nvSpPr>
          <p:cNvPr id="24" name="">
            <a:extLst xmlns:a="http://schemas.openxmlformats.org/drawingml/2006/main">
              <a:ext uri="{FF2B5EF4-FFF2-40B4-BE49-F238E27FC236}">
                <a16:creationId xmlns:a16="http://schemas.microsoft.com/office/drawing/2014/main" id="{9080EC38-8B46-4D0A-91DD-8ACD03C3819D}"/>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5" name="">
            <a:extLst xmlns:a="http://schemas.openxmlformats.org/drawingml/2006/main">
              <a:ext uri="{FF2B5EF4-FFF2-40B4-BE49-F238E27FC236}">
                <a16:creationId xmlns:a16="http://schemas.microsoft.com/office/drawing/2014/main" id="{77F31D7B-D5A9-4697-B2B3-64219F8A3342}"/>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6" name="">
            <a:extLst xmlns:a="http://schemas.openxmlformats.org/drawingml/2006/main">
              <a:ext uri="{FF2B5EF4-FFF2-40B4-BE49-F238E27FC236}">
                <a16:creationId xmlns:a16="http://schemas.microsoft.com/office/drawing/2014/main" id="{2D21CAAB-33BC-46EE-9946-F91C510DE20D}"/>
              </a:ext>
            </a:extLst>
          </p:cNvPr>
          <p:cNvSpPr>
            <a:spLocks xmlns:a="http://schemas.openxmlformats.org/drawingml/2006/main" noGrp="1"/>
          </p:cNvSpPr>
          <p:nvPr/>
        </p:nvSpPr>
        <p:spPr>
          <a:xfrm xmlns:a="http://schemas.openxmlformats.org/drawingml/2006/main">
            <a:off x="305752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63520D3B-2401-46E8-95F8-EA1397B506FC}"/>
              </a:ext>
            </a:extLst>
          </p:cNvPr>
          <p:cNvSpPr>
            <a:spLocks xmlns:a="http://schemas.openxmlformats.org/drawingml/2006/main" noGrp="1"/>
          </p:cNvSpPr>
          <p:nvPr/>
        </p:nvSpPr>
        <p:spPr>
          <a:xfrm xmlns:a="http://schemas.openxmlformats.org/drawingml/2006/main">
            <a:off x="5803900"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8E7C31EC-44A3-4562-BA35-077934427C0F}"/>
              </a:ext>
            </a:extLst>
          </p:cNvPr>
          <p:cNvSpPr>
            <a:spLocks xmlns:a="http://schemas.openxmlformats.org/drawingml/2006/main" noGrp="1"/>
          </p:cNvSpPr>
          <p:nvPr/>
        </p:nvSpPr>
        <p:spPr>
          <a:xfrm xmlns:a="http://schemas.openxmlformats.org/drawingml/2006/main">
            <a:off x="855027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0AC17332-67E5-4185-B7D0-245A7147D42D}"/>
              </a:ext>
            </a:extLst>
          </p:cNvPr>
          <p:cNvSpPr>
            <a:spLocks xmlns:a="http://schemas.openxmlformats.org/drawingml/2006/main" noGrp="1"/>
          </p:cNvSpPr>
          <p:nvPr/>
        </p:nvSpPr>
        <p:spPr>
          <a:xfrm xmlns:a="http://schemas.openxmlformats.org/drawingml/2006/main">
            <a:off x="3133725" y="28194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CDE332E7-334E-4066-B9D7-76ECE5ADC5D1}"/>
              </a:ext>
            </a:extLst>
          </p:cNvPr>
          <p:cNvSpPr>
            <a:spLocks xmlns:a="http://schemas.openxmlformats.org/drawingml/2006/main" noGrp="1"/>
          </p:cNvSpPr>
          <p:nvPr/>
        </p:nvSpPr>
        <p:spPr>
          <a:xfrm xmlns:a="http://schemas.openxmlformats.org/drawingml/2006/main" rot="0">
            <a:off x="3209925" y="27813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Nextremerと合意し格納開始</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海外販売先へ再打診</a:t>
            </a:r>
          </a:p>
        </p:txBody>
      </p:sp>
      <p:sp>
        <p:nvSpPr>
          <p:cNvPr id="31" name="">
            <a:extLst xmlns:a="http://schemas.openxmlformats.org/drawingml/2006/main">
              <a:ext uri="{FF2B5EF4-FFF2-40B4-BE49-F238E27FC236}">
                <a16:creationId xmlns:a16="http://schemas.microsoft.com/office/drawing/2014/main" id="{3D60D802-0B23-484A-8FAD-51CF721A4BF6}"/>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4E9DC50A-0E28-4D5F-B788-A8140FCF92EB}"/>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F4980F69-7EC6-45AD-8BF1-AF5ABF4D9CA7}"/>
              </a:ext>
            </a:extLst>
          </p:cNvPr>
          <p:cNvSpPr>
            <a:spLocks xmlns:a="http://schemas.openxmlformats.org/drawingml/2006/main" noGrp="1"/>
          </p:cNvSpPr>
          <p:nvPr/>
        </p:nvSpPr>
        <p:spPr>
          <a:xfrm xmlns:a="http://schemas.openxmlformats.org/drawingml/2006/main">
            <a:off x="305752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07800E84-6D73-4AC7-9421-B19D9BD59584}"/>
              </a:ext>
            </a:extLst>
          </p:cNvPr>
          <p:cNvSpPr>
            <a:spLocks xmlns:a="http://schemas.openxmlformats.org/drawingml/2006/main" noGrp="1"/>
          </p:cNvSpPr>
          <p:nvPr/>
        </p:nvSpPr>
        <p:spPr>
          <a:xfrm xmlns:a="http://schemas.openxmlformats.org/drawingml/2006/main">
            <a:off x="5803900"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831B964F-A95F-4498-B29F-60A0A52C615E}"/>
              </a:ext>
            </a:extLst>
          </p:cNvPr>
          <p:cNvSpPr>
            <a:spLocks xmlns:a="http://schemas.openxmlformats.org/drawingml/2006/main" noGrp="1"/>
          </p:cNvSpPr>
          <p:nvPr/>
        </p:nvSpPr>
        <p:spPr>
          <a:xfrm xmlns:a="http://schemas.openxmlformats.org/drawingml/2006/main">
            <a:off x="855027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0666FB2F-4431-4F3C-A434-E7ACBBC1FC65}"/>
              </a:ext>
            </a:extLst>
          </p:cNvPr>
          <p:cNvSpPr>
            <a:spLocks xmlns:a="http://schemas.openxmlformats.org/drawingml/2006/main" noGrp="1"/>
          </p:cNvSpPr>
          <p:nvPr/>
        </p:nvSpPr>
        <p:spPr>
          <a:xfrm xmlns:a="http://schemas.openxmlformats.org/drawingml/2006/main">
            <a:off x="3133725" y="340042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7" name="">
            <a:extLst xmlns:a="http://schemas.openxmlformats.org/drawingml/2006/main">
              <a:ext uri="{FF2B5EF4-FFF2-40B4-BE49-F238E27FC236}">
                <a16:creationId xmlns:a16="http://schemas.microsoft.com/office/drawing/2014/main" id="{BBCCECE7-244B-4EE4-8D80-79D341873297}"/>
              </a:ext>
            </a:extLst>
          </p:cNvPr>
          <p:cNvSpPr>
            <a:spLocks xmlns:a="http://schemas.openxmlformats.org/drawingml/2006/main" noGrp="1"/>
          </p:cNvSpPr>
          <p:nvPr/>
        </p:nvSpPr>
        <p:spPr>
          <a:xfrm xmlns:a="http://schemas.openxmlformats.org/drawingml/2006/main" rot="0">
            <a:off x="3209925" y="336232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設計で協働できる企業へ打診</a:t>
            </a:r>
          </a:p>
        </p:txBody>
      </p:sp>
      <p:sp>
        <p:nvSpPr>
          <p:cNvPr id="38" name="">
            <a:extLst xmlns:a="http://schemas.openxmlformats.org/drawingml/2006/main">
              <a:ext uri="{FF2B5EF4-FFF2-40B4-BE49-F238E27FC236}">
                <a16:creationId xmlns:a16="http://schemas.microsoft.com/office/drawing/2014/main" id="{ECA6D4DF-9EC0-4BE3-95E8-97C98C4D2CED}"/>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CFD6FC58-D193-4476-A5E9-95B53B830DC4}"/>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0" name="">
            <a:extLst xmlns:a="http://schemas.openxmlformats.org/drawingml/2006/main">
              <a:ext uri="{FF2B5EF4-FFF2-40B4-BE49-F238E27FC236}">
                <a16:creationId xmlns:a16="http://schemas.microsoft.com/office/drawing/2014/main" id="{CA19F935-F885-4B74-BB8A-D9A868A94154}"/>
              </a:ext>
            </a:extLst>
          </p:cNvPr>
          <p:cNvSpPr>
            <a:spLocks xmlns:a="http://schemas.openxmlformats.org/drawingml/2006/main" noGrp="1"/>
          </p:cNvSpPr>
          <p:nvPr/>
        </p:nvSpPr>
        <p:spPr>
          <a:xfrm xmlns:a="http://schemas.openxmlformats.org/drawingml/2006/main">
            <a:off x="305752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C34A4B6C-88B0-422E-92EE-51C0277F9C96}"/>
              </a:ext>
            </a:extLst>
          </p:cNvPr>
          <p:cNvSpPr>
            <a:spLocks xmlns:a="http://schemas.openxmlformats.org/drawingml/2006/main" noGrp="1"/>
          </p:cNvSpPr>
          <p:nvPr/>
        </p:nvSpPr>
        <p:spPr>
          <a:xfrm xmlns:a="http://schemas.openxmlformats.org/drawingml/2006/main">
            <a:off x="5803900"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B234FC52-25CD-41A6-995F-9B811B165AB6}"/>
              </a:ext>
            </a:extLst>
          </p:cNvPr>
          <p:cNvSpPr>
            <a:spLocks xmlns:a="http://schemas.openxmlformats.org/drawingml/2006/main" noGrp="1"/>
          </p:cNvSpPr>
          <p:nvPr/>
        </p:nvSpPr>
        <p:spPr>
          <a:xfrm xmlns:a="http://schemas.openxmlformats.org/drawingml/2006/main">
            <a:off x="855027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C52774E1-6A72-40FB-BD40-73D5BC0DD411}"/>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CB6CD51E-4FAE-4547-894B-97AC269E3D18}"/>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5" name="">
            <a:extLst xmlns:a="http://schemas.openxmlformats.org/drawingml/2006/main">
              <a:ext uri="{FF2B5EF4-FFF2-40B4-BE49-F238E27FC236}">
                <a16:creationId xmlns:a16="http://schemas.microsoft.com/office/drawing/2014/main" id="{9C02F924-3BEC-4B51-8BA9-25520BA989F5}"/>
              </a:ext>
            </a:extLst>
          </p:cNvPr>
          <p:cNvSpPr>
            <a:spLocks xmlns:a="http://schemas.openxmlformats.org/drawingml/2006/main" noGrp="1"/>
          </p:cNvSpPr>
          <p:nvPr/>
        </p:nvSpPr>
        <p:spPr>
          <a:xfrm xmlns:a="http://schemas.openxmlformats.org/drawingml/2006/main">
            <a:off x="305752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90AD8B2D-55E6-4B98-A5E0-ADBECCBEBB40}"/>
              </a:ext>
            </a:extLst>
          </p:cNvPr>
          <p:cNvSpPr>
            <a:spLocks xmlns:a="http://schemas.openxmlformats.org/drawingml/2006/main" noGrp="1"/>
          </p:cNvSpPr>
          <p:nvPr/>
        </p:nvSpPr>
        <p:spPr>
          <a:xfrm xmlns:a="http://schemas.openxmlformats.org/drawingml/2006/main">
            <a:off x="5803900"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A501785D-0FB2-4DFB-B8AA-CDE79B692683}"/>
              </a:ext>
            </a:extLst>
          </p:cNvPr>
          <p:cNvSpPr>
            <a:spLocks xmlns:a="http://schemas.openxmlformats.org/drawingml/2006/main" noGrp="1"/>
          </p:cNvSpPr>
          <p:nvPr/>
        </p:nvSpPr>
        <p:spPr>
          <a:xfrm xmlns:a="http://schemas.openxmlformats.org/drawingml/2006/main">
            <a:off x="855027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9AB6B2CF-7176-4E03-8EBA-234C161A4A2A}"/>
              </a:ext>
            </a:extLst>
          </p:cNvPr>
          <p:cNvSpPr>
            <a:spLocks xmlns:a="http://schemas.openxmlformats.org/drawingml/2006/main" noGrp="1"/>
          </p:cNvSpPr>
          <p:nvPr/>
        </p:nvSpPr>
        <p:spPr>
          <a:xfrm xmlns:a="http://schemas.openxmlformats.org/drawingml/2006/main">
            <a:off x="5880100" y="45624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9" name="">
            <a:extLst xmlns:a="http://schemas.openxmlformats.org/drawingml/2006/main">
              <a:ext uri="{FF2B5EF4-FFF2-40B4-BE49-F238E27FC236}">
                <a16:creationId xmlns:a16="http://schemas.microsoft.com/office/drawing/2014/main" id="{65B1E1B7-B2E6-4576-9DA8-0A16832975B7}"/>
              </a:ext>
            </a:extLst>
          </p:cNvPr>
          <p:cNvSpPr>
            <a:spLocks xmlns:a="http://schemas.openxmlformats.org/drawingml/2006/main" noGrp="1"/>
          </p:cNvSpPr>
          <p:nvPr/>
        </p:nvSpPr>
        <p:spPr>
          <a:xfrm xmlns:a="http://schemas.openxmlformats.org/drawingml/2006/main" rot="0">
            <a:off x="5956300" y="45243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合意フローと</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データ取扱いを確認</a:t>
            </a:r>
          </a:p>
        </p:txBody>
      </p:sp>
      <p:sp>
        <p:nvSpPr>
          <p:cNvPr id="50" name="">
            <a:extLst xmlns:a="http://schemas.openxmlformats.org/drawingml/2006/main">
              <a:ext uri="{FF2B5EF4-FFF2-40B4-BE49-F238E27FC236}">
                <a16:creationId xmlns:a16="http://schemas.microsoft.com/office/drawing/2014/main" id="{ECAE23BC-667D-429E-B6C5-C2C6C060764C}"/>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1182BFDC-84F6-4D99-8BDC-602194573322}"/>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2" name="">
            <a:extLst xmlns:a="http://schemas.openxmlformats.org/drawingml/2006/main">
              <a:ext uri="{FF2B5EF4-FFF2-40B4-BE49-F238E27FC236}">
                <a16:creationId xmlns:a16="http://schemas.microsoft.com/office/drawing/2014/main" id="{FAEAFA70-7F1A-43DE-9B87-021448C7974C}"/>
              </a:ext>
            </a:extLst>
          </p:cNvPr>
          <p:cNvSpPr>
            <a:spLocks xmlns:a="http://schemas.openxmlformats.org/drawingml/2006/main" noGrp="1"/>
          </p:cNvSpPr>
          <p:nvPr/>
        </p:nvSpPr>
        <p:spPr>
          <a:xfrm xmlns:a="http://schemas.openxmlformats.org/drawingml/2006/main">
            <a:off x="305752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F77D5D98-1048-4E3D-8065-9C9B2496D9CA}"/>
              </a:ext>
            </a:extLst>
          </p:cNvPr>
          <p:cNvSpPr>
            <a:spLocks xmlns:a="http://schemas.openxmlformats.org/drawingml/2006/main" noGrp="1"/>
          </p:cNvSpPr>
          <p:nvPr/>
        </p:nvSpPr>
        <p:spPr>
          <a:xfrm xmlns:a="http://schemas.openxmlformats.org/drawingml/2006/main">
            <a:off x="5803900"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033B3565-E02F-4650-A91D-C61143472258}"/>
              </a:ext>
            </a:extLst>
          </p:cNvPr>
          <p:cNvSpPr>
            <a:spLocks xmlns:a="http://schemas.openxmlformats.org/drawingml/2006/main" noGrp="1"/>
          </p:cNvSpPr>
          <p:nvPr/>
        </p:nvSpPr>
        <p:spPr>
          <a:xfrm xmlns:a="http://schemas.openxmlformats.org/drawingml/2006/main">
            <a:off x="855027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1481134929"/>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71E240DE-AB8F-4FCA-910D-B0C2F841CDF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2B81F8-E408-4059-93A8-00D6F11589A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CD7E0C9E-8930-4C95-A75C-21D8712CEB0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05C9DF9-1615-414F-BD74-87782657DBC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2DD1260C-0051-4131-B689-3CB107B14DCB}"/>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55DC209-C55D-44E3-A2DE-B430D94E895E}"/>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D57A26F6-77EE-4124-968A-AA77E7AE83E6}"/>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059C579A-E9D5-40A4-B9CC-569F290D0C7A}"/>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65D736F6-E565-494A-A9B3-ED5C47471972}"/>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3F9706D5-A7FB-4FB6-A110-4DCF22CA10C9}"/>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333001A1-FD1E-41BD-B69E-634C5805AF65}"/>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9B5A45D0-B106-47FF-BB75-F44050BC3308}"/>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FA7DC089-5D09-4843-B491-704530627846}"/>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14FA9B7E-7E15-4294-9607-26F001A2C34E}"/>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AFFB1863-C254-463C-8C19-182A58CA24BC}"/>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DCAABF6D-92DA-4C5B-8BEC-FDF967DB1B75}"/>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11F3ECC7-472D-425A-BEB5-308A46AFD6F4}"/>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80677E3D-A705-427D-95E4-A76AEA98821B}"/>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C30558C6-3D37-4ED7-B502-2C0D8BB6B889}"/>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30364046-C1D7-4F27-BDE1-88D02C15DBC2}"/>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9E4A6ADE-89B4-467D-83CF-71DEB31ACA57}"/>
              </a:ext>
            </a:extLst>
          </p:cNvPr>
          <p:cNvSpPr>
            <a:spLocks xmlns:a="http://schemas.openxmlformats.org/drawingml/2006/main" noGrp="1"/>
          </p:cNvSpPr>
          <p:nvPr/>
        </p:nvSpPr>
        <p:spPr>
          <a:xfrm xmlns:a="http://schemas.openxmlformats.org/drawingml/2006/main">
            <a:off x="3133725" y="223837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1F390CCD-F531-4314-A710-38E2893D4DC5}"/>
              </a:ext>
            </a:extLst>
          </p:cNvPr>
          <p:cNvSpPr>
            <a:spLocks xmlns:a="http://schemas.openxmlformats.org/drawingml/2006/main" noGrp="1"/>
          </p:cNvSpPr>
          <p:nvPr/>
        </p:nvSpPr>
        <p:spPr>
          <a:xfrm xmlns:a="http://schemas.openxmlformats.org/drawingml/2006/main" rot="0">
            <a:off x="3209925" y="220027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宿泊・改装・清掃へ拡大</a:t>
            </a:r>
          </a:p>
        </p:txBody>
      </p:sp>
      <p:sp>
        <p:nvSpPr>
          <p:cNvPr id="23" name="">
            <a:extLst xmlns:a="http://schemas.openxmlformats.org/drawingml/2006/main">
              <a:ext uri="{FF2B5EF4-FFF2-40B4-BE49-F238E27FC236}">
                <a16:creationId xmlns:a16="http://schemas.microsoft.com/office/drawing/2014/main" id="{BFC2ACB3-0323-49E1-9014-C20555BB4854}"/>
              </a:ext>
            </a:extLst>
          </p:cNvPr>
          <p:cNvSpPr>
            <a:spLocks xmlns:a="http://schemas.openxmlformats.org/drawingml/2006/main" noGrp="1"/>
          </p:cNvSpPr>
          <p:nvPr/>
        </p:nvSpPr>
        <p:spPr>
          <a:xfrm xmlns:a="http://schemas.openxmlformats.org/drawingml/2006/main">
            <a:off x="5193506" y="2238375"/>
            <a:ext cx="6026944"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DCFD84F9-D78E-430F-B4E9-15E6904F8E90}"/>
              </a:ext>
            </a:extLst>
          </p:cNvPr>
          <p:cNvSpPr>
            <a:spLocks xmlns:a="http://schemas.openxmlformats.org/drawingml/2006/main" noGrp="1"/>
          </p:cNvSpPr>
          <p:nvPr/>
        </p:nvSpPr>
        <p:spPr>
          <a:xfrm xmlns:a="http://schemas.openxmlformats.org/drawingml/2006/main" rot="0">
            <a:off x="5269706" y="2200275"/>
            <a:ext cx="5874544"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介護・医療を含む撮影先の拡大</a:t>
            </a:r>
          </a:p>
        </p:txBody>
      </p:sp>
      <p:sp>
        <p:nvSpPr>
          <p:cNvPr id="25" name="">
            <a:extLst xmlns:a="http://schemas.openxmlformats.org/drawingml/2006/main">
              <a:ext uri="{FF2B5EF4-FFF2-40B4-BE49-F238E27FC236}">
                <a16:creationId xmlns:a16="http://schemas.microsoft.com/office/drawing/2014/main" id="{8D9701B8-79B0-4812-B25B-4EB48C8B24F4}"/>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0F890020-53D9-4C78-9A2A-D09B7DFC30D2}"/>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332B25B4-4069-4818-A3F5-FFC299A26B8C}"/>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8F3D24CF-7033-431C-BB0B-0E72FE565539}"/>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0AD7D297-34E7-4F86-BFD2-2CF3ACD0D042}"/>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DC656065-3B47-4D28-9CE0-FD6AA6EB9748}"/>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822040B3-D962-436A-BAD7-FF2169F3AAFF}"/>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6113F9BE-346C-4CFA-962C-BA196E369BF9}"/>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2DB2CD18-55E6-4441-8F05-F81338BF106B}"/>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1FAB97B4-AA20-41D2-9522-676D05B4BB85}"/>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2F68A938-47BD-4A93-9EA0-119D48435F26}"/>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EABE2E3B-9413-4F5F-BFFF-142E7A494C94}"/>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62455D53-B7AE-4F5E-A1CD-263D15E6B5F8}"/>
              </a:ext>
            </a:extLst>
          </p:cNvPr>
          <p:cNvSpPr>
            <a:spLocks xmlns:a="http://schemas.openxmlformats.org/drawingml/2006/main" noGrp="1"/>
          </p:cNvSpPr>
          <p:nvPr/>
        </p:nvSpPr>
        <p:spPr>
          <a:xfrm xmlns:a="http://schemas.openxmlformats.org/drawingml/2006/main">
            <a:off x="3133725"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1C093C8C-E934-4FF0-809E-16378489C195}"/>
              </a:ext>
            </a:extLst>
          </p:cNvPr>
          <p:cNvSpPr>
            <a:spLocks xmlns:a="http://schemas.openxmlformats.org/drawingml/2006/main" noGrp="1"/>
          </p:cNvSpPr>
          <p:nvPr/>
        </p:nvSpPr>
        <p:spPr>
          <a:xfrm xmlns:a="http://schemas.openxmlformats.org/drawingml/2006/main" rot="0">
            <a:off x="3209925"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撮影デバイス開発</a:t>
            </a:r>
          </a:p>
        </p:txBody>
      </p:sp>
      <p:sp>
        <p:nvSpPr>
          <p:cNvPr id="39" name="">
            <a:extLst xmlns:a="http://schemas.openxmlformats.org/drawingml/2006/main">
              <a:ext uri="{FF2B5EF4-FFF2-40B4-BE49-F238E27FC236}">
                <a16:creationId xmlns:a16="http://schemas.microsoft.com/office/drawing/2014/main" id="{1E42260C-9B70-4DCB-B9B6-85BFEAF4CD22}"/>
              </a:ext>
            </a:extLst>
          </p:cNvPr>
          <p:cNvSpPr>
            <a:spLocks xmlns:a="http://schemas.openxmlformats.org/drawingml/2006/main" noGrp="1"/>
          </p:cNvSpPr>
          <p:nvPr/>
        </p:nvSpPr>
        <p:spPr>
          <a:xfrm xmlns:a="http://schemas.openxmlformats.org/drawingml/2006/main">
            <a:off x="5193506"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0" name="">
            <a:extLst xmlns:a="http://schemas.openxmlformats.org/drawingml/2006/main">
              <a:ext uri="{FF2B5EF4-FFF2-40B4-BE49-F238E27FC236}">
                <a16:creationId xmlns:a16="http://schemas.microsoft.com/office/drawing/2014/main" id="{F241A650-555B-438D-8EF5-37E770ACE0DA}"/>
              </a:ext>
            </a:extLst>
          </p:cNvPr>
          <p:cNvSpPr>
            <a:spLocks xmlns:a="http://schemas.openxmlformats.org/drawingml/2006/main" noGrp="1"/>
          </p:cNvSpPr>
          <p:nvPr/>
        </p:nvSpPr>
        <p:spPr>
          <a:xfrm xmlns:a="http://schemas.openxmlformats.org/drawingml/2006/main" rot="0">
            <a:off x="5269706"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意匠・特許を出願</a:t>
            </a:r>
          </a:p>
        </p:txBody>
      </p:sp>
      <p:sp>
        <p:nvSpPr>
          <p:cNvPr id="41" name="">
            <a:extLst xmlns:a="http://schemas.openxmlformats.org/drawingml/2006/main">
              <a:ext uri="{FF2B5EF4-FFF2-40B4-BE49-F238E27FC236}">
                <a16:creationId xmlns:a16="http://schemas.microsoft.com/office/drawing/2014/main" id="{DED0FA42-4786-4900-A527-15DA0F1FBC1B}"/>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B9E49CD0-8B2A-4724-A5FC-53DBE17FB76A}"/>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3" name="">
            <a:extLst xmlns:a="http://schemas.openxmlformats.org/drawingml/2006/main">
              <a:ext uri="{FF2B5EF4-FFF2-40B4-BE49-F238E27FC236}">
                <a16:creationId xmlns:a16="http://schemas.microsoft.com/office/drawing/2014/main" id="{74459D56-76B5-4807-967D-54C8F5F90314}"/>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A26BFCD0-16CF-4378-BFDC-DC9DB3DCFBBE}"/>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99AE06A2-4D1F-471D-B56B-1836035FE9FC}"/>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B4C647EB-AC32-4791-B807-EB6ED8E6E500}"/>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D4F037B4-B2A2-4DF3-B674-05A265DD86B2}"/>
              </a:ext>
            </a:extLst>
          </p:cNvPr>
          <p:cNvSpPr>
            <a:spLocks xmlns:a="http://schemas.openxmlformats.org/drawingml/2006/main" noGrp="1"/>
          </p:cNvSpPr>
          <p:nvPr/>
        </p:nvSpPr>
        <p:spPr>
          <a:xfrm xmlns:a="http://schemas.openxmlformats.org/drawingml/2006/main">
            <a:off x="5193506"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8" name="">
            <a:extLst xmlns:a="http://schemas.openxmlformats.org/drawingml/2006/main">
              <a:ext uri="{FF2B5EF4-FFF2-40B4-BE49-F238E27FC236}">
                <a16:creationId xmlns:a16="http://schemas.microsoft.com/office/drawing/2014/main" id="{9525A7EF-2AD1-4139-AC42-25AA0E3EFE32}"/>
              </a:ext>
            </a:extLst>
          </p:cNvPr>
          <p:cNvSpPr>
            <a:spLocks xmlns:a="http://schemas.openxmlformats.org/drawingml/2006/main" noGrp="1"/>
          </p:cNvSpPr>
          <p:nvPr/>
        </p:nvSpPr>
        <p:spPr>
          <a:xfrm xmlns:a="http://schemas.openxmlformats.org/drawingml/2006/main" rot="0">
            <a:off x="5269706"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機密性の高い</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現場データの活用を検討</a:t>
            </a:r>
          </a:p>
        </p:txBody>
      </p:sp>
      <p:sp>
        <p:nvSpPr>
          <p:cNvPr id="49" name="">
            <a:extLst xmlns:a="http://schemas.openxmlformats.org/drawingml/2006/main">
              <a:ext uri="{FF2B5EF4-FFF2-40B4-BE49-F238E27FC236}">
                <a16:creationId xmlns:a16="http://schemas.microsoft.com/office/drawing/2014/main" id="{63A8A2C5-94CF-416E-9A6E-79534BE6A12C}"/>
              </a:ext>
            </a:extLst>
          </p:cNvPr>
          <p:cNvSpPr>
            <a:spLocks xmlns:a="http://schemas.openxmlformats.org/drawingml/2006/main" noGrp="1"/>
          </p:cNvSpPr>
          <p:nvPr/>
        </p:nvSpPr>
        <p:spPr>
          <a:xfrm xmlns:a="http://schemas.openxmlformats.org/drawingml/2006/main">
            <a:off x="7253288"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0" name="">
            <a:extLst xmlns:a="http://schemas.openxmlformats.org/drawingml/2006/main">
              <a:ext uri="{FF2B5EF4-FFF2-40B4-BE49-F238E27FC236}">
                <a16:creationId xmlns:a16="http://schemas.microsoft.com/office/drawing/2014/main" id="{83DE9123-079F-4DEC-91AE-6CF88197A749}"/>
              </a:ext>
            </a:extLst>
          </p:cNvPr>
          <p:cNvSpPr>
            <a:spLocks xmlns:a="http://schemas.openxmlformats.org/drawingml/2006/main" noGrp="1"/>
          </p:cNvSpPr>
          <p:nvPr/>
        </p:nvSpPr>
        <p:spPr>
          <a:xfrm xmlns:a="http://schemas.openxmlformats.org/drawingml/2006/main" rot="0">
            <a:off x="7329488"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企業・政府へ</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データ収集を提案</a:t>
            </a:r>
          </a:p>
        </p:txBody>
      </p:sp>
      <p:sp>
        <p:nvSpPr>
          <p:cNvPr id="51" name="">
            <a:extLst xmlns:a="http://schemas.openxmlformats.org/drawingml/2006/main">
              <a:ext uri="{FF2B5EF4-FFF2-40B4-BE49-F238E27FC236}">
                <a16:creationId xmlns:a16="http://schemas.microsoft.com/office/drawing/2014/main" id="{717E4AE7-1176-444B-AEC1-0D939D260B96}"/>
              </a:ext>
            </a:extLst>
          </p:cNvPr>
          <p:cNvSpPr>
            <a:spLocks xmlns:a="http://schemas.openxmlformats.org/drawingml/2006/main" noGrp="1"/>
          </p:cNvSpPr>
          <p:nvPr/>
        </p:nvSpPr>
        <p:spPr>
          <a:xfrm xmlns:a="http://schemas.openxmlformats.org/drawingml/2006/main">
            <a:off x="9313069"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2" name="">
            <a:extLst xmlns:a="http://schemas.openxmlformats.org/drawingml/2006/main">
              <a:ext uri="{FF2B5EF4-FFF2-40B4-BE49-F238E27FC236}">
                <a16:creationId xmlns:a16="http://schemas.microsoft.com/office/drawing/2014/main" id="{973D64CE-9B15-4002-A836-3D13CA242923}"/>
              </a:ext>
            </a:extLst>
          </p:cNvPr>
          <p:cNvSpPr>
            <a:spLocks xmlns:a="http://schemas.openxmlformats.org/drawingml/2006/main" noGrp="1"/>
          </p:cNvSpPr>
          <p:nvPr/>
        </p:nvSpPr>
        <p:spPr>
          <a:xfrm xmlns:a="http://schemas.openxmlformats.org/drawingml/2006/main" rot="0">
            <a:off x="9389269"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大学とロボット学習・</a:t>
            </a:r>
          </a:p>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現場再現の研究を開始</a:t>
            </a:r>
          </a:p>
        </p:txBody>
      </p:sp>
      <p:sp>
        <p:nvSpPr>
          <p:cNvPr id="53" name="">
            <a:extLst xmlns:a="http://schemas.openxmlformats.org/drawingml/2006/main">
              <a:ext uri="{FF2B5EF4-FFF2-40B4-BE49-F238E27FC236}">
                <a16:creationId xmlns:a16="http://schemas.microsoft.com/office/drawing/2014/main" id="{AB11CB9C-D70F-403F-91DC-402136B13298}"/>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E6D2A854-FA06-4DE2-BEE8-A24AA56101F3}"/>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55" name="">
            <a:extLst xmlns:a="http://schemas.openxmlformats.org/drawingml/2006/main">
              <a:ext uri="{FF2B5EF4-FFF2-40B4-BE49-F238E27FC236}">
                <a16:creationId xmlns:a16="http://schemas.microsoft.com/office/drawing/2014/main" id="{B386621B-C3E7-4B68-882A-9A65700BB97D}"/>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5FDC005B-CB08-4212-A896-409561303216}"/>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2A9575D4-70B6-499E-8F9C-AFA8AC84B77D}"/>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8" name="">
            <a:extLst xmlns:a="http://schemas.openxmlformats.org/drawingml/2006/main">
              <a:ext uri="{FF2B5EF4-FFF2-40B4-BE49-F238E27FC236}">
                <a16:creationId xmlns:a16="http://schemas.microsoft.com/office/drawing/2014/main" id="{18CD64CA-10EE-4E6E-87AE-C9036465BB39}"/>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9" name="">
            <a:extLst xmlns:a="http://schemas.openxmlformats.org/drawingml/2006/main">
              <a:ext uri="{FF2B5EF4-FFF2-40B4-BE49-F238E27FC236}">
                <a16:creationId xmlns:a16="http://schemas.microsoft.com/office/drawing/2014/main" id="{2CA590BC-2CD0-46B4-8477-9F2112DB6233}"/>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0" name="">
            <a:extLst xmlns:a="http://schemas.openxmlformats.org/drawingml/2006/main">
              <a:ext uri="{FF2B5EF4-FFF2-40B4-BE49-F238E27FC236}">
                <a16:creationId xmlns:a16="http://schemas.microsoft.com/office/drawing/2014/main" id="{4561EC07-64FD-476E-903C-731617CCDD30}"/>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61" name="">
            <a:extLst xmlns:a="http://schemas.openxmlformats.org/drawingml/2006/main">
              <a:ext uri="{FF2B5EF4-FFF2-40B4-BE49-F238E27FC236}">
                <a16:creationId xmlns:a16="http://schemas.microsoft.com/office/drawing/2014/main" id="{7F596576-A168-44D2-95D9-2F0CB6B6502C}"/>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2" name="">
            <a:extLst xmlns:a="http://schemas.openxmlformats.org/drawingml/2006/main">
              <a:ext uri="{FF2B5EF4-FFF2-40B4-BE49-F238E27FC236}">
                <a16:creationId xmlns:a16="http://schemas.microsoft.com/office/drawing/2014/main" id="{CE72FC95-4AB0-4203-89E7-6C77394F79C5}"/>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3" name="">
            <a:extLst xmlns:a="http://schemas.openxmlformats.org/drawingml/2006/main">
              <a:ext uri="{FF2B5EF4-FFF2-40B4-BE49-F238E27FC236}">
                <a16:creationId xmlns:a16="http://schemas.microsoft.com/office/drawing/2014/main" id="{6D53EC7B-5318-4B5F-B171-13C5D2BAC4FE}"/>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4" name="">
            <a:extLst xmlns:a="http://schemas.openxmlformats.org/drawingml/2006/main">
              <a:ext uri="{FF2B5EF4-FFF2-40B4-BE49-F238E27FC236}">
                <a16:creationId xmlns:a16="http://schemas.microsoft.com/office/drawing/2014/main" id="{D6434800-E324-4A6E-B889-7C3EFF1F0D15}"/>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1958623229"/>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6A62796E-C887-4115-8231-744B1751CF8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3C7E0A-72D2-4715-BD49-AB1DA472D77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FDC642D3-C40D-4D56-A032-80BE9BDF83D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F866CC4-057B-40CC-97CE-8B81D980031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3862F2B3-7D2C-45FC-9A57-41EFEFC660C3}"/>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FE728C7-C9A5-4B7B-A487-2E115A3E3810}"/>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08DD48D8-452A-45BC-B3DD-65E0AA0A8F55}"/>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72D30654-2FD1-482E-8914-E7C086E859E1}"/>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493BC5F6-551A-4AAE-BFA1-9A5D2A40A590}"/>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06E53590-950D-4289-A64C-8A9669F8956C}"/>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CA927437-5D7A-4C6D-B9E4-13D7CC54525F}"/>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1F133E87-788D-47EE-BBFF-526E7CA101E3}"/>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6781409B-2B03-412B-8D1A-1B5B5C96486F}"/>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CBF33595-224B-4345-9CE9-C93A4CEC94B9}"/>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BDD39CFD-3E80-440C-8F17-8F0BE5DC2C15}"/>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437C8363-145D-40AA-A627-5232C289264A}"/>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5B0301BC-96E0-4AD0-AFD8-3A6ADA2D6BAA}"/>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A9048243-39F4-4C15-A828-EF82798AE95F}"/>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9C135386-C15C-4D08-8542-CC6F769CEF96}"/>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D875793C-8EBF-47A5-BA04-EFF8260454F1}"/>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178436B6-E820-4A63-BBF4-C096293CC740}"/>
              </a:ext>
            </a:extLst>
          </p:cNvPr>
          <p:cNvSpPr>
            <a:spLocks xmlns:a="http://schemas.openxmlformats.org/drawingml/2006/main" noGrp="1"/>
          </p:cNvSpPr>
          <p:nvPr/>
        </p:nvSpPr>
        <p:spPr>
          <a:xfrm xmlns:a="http://schemas.openxmlformats.org/drawingml/2006/main">
            <a:off x="3133725"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05A8DBF3-8BBA-450B-B7D4-E75B0EC736DB}"/>
              </a:ext>
            </a:extLst>
          </p:cNvPr>
          <p:cNvSpPr>
            <a:spLocks xmlns:a="http://schemas.openxmlformats.org/drawingml/2006/main" noGrp="1"/>
          </p:cNvSpPr>
          <p:nvPr/>
        </p:nvSpPr>
        <p:spPr>
          <a:xfrm xmlns:a="http://schemas.openxmlformats.org/drawingml/2006/main" rot="0">
            <a:off x="3209925"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撮影先と実証に使える現場を拡大</a:t>
            </a:r>
          </a:p>
        </p:txBody>
      </p:sp>
      <p:sp>
        <p:nvSpPr>
          <p:cNvPr id="23" name="">
            <a:extLst xmlns:a="http://schemas.openxmlformats.org/drawingml/2006/main">
              <a:ext uri="{FF2B5EF4-FFF2-40B4-BE49-F238E27FC236}">
                <a16:creationId xmlns:a16="http://schemas.microsoft.com/office/drawing/2014/main" id="{250A87AA-B978-46E5-9C7E-4A6CD70EB4D8}"/>
              </a:ext>
            </a:extLst>
          </p:cNvPr>
          <p:cNvSpPr>
            <a:spLocks xmlns:a="http://schemas.openxmlformats.org/drawingml/2006/main" noGrp="1"/>
          </p:cNvSpPr>
          <p:nvPr/>
        </p:nvSpPr>
        <p:spPr>
          <a:xfrm xmlns:a="http://schemas.openxmlformats.org/drawingml/2006/main">
            <a:off x="7253288"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D32FD640-EF91-4F71-A4F1-057DCF06802B}"/>
              </a:ext>
            </a:extLst>
          </p:cNvPr>
          <p:cNvSpPr>
            <a:spLocks xmlns:a="http://schemas.openxmlformats.org/drawingml/2006/main" noGrp="1"/>
          </p:cNvSpPr>
          <p:nvPr/>
        </p:nvSpPr>
        <p:spPr>
          <a:xfrm xmlns:a="http://schemas.openxmlformats.org/drawingml/2006/main" rot="0">
            <a:off x="7329488"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蓄積データから、ロボットを</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導入しやすい業種と現場を絞る</a:t>
            </a:r>
          </a:p>
        </p:txBody>
      </p:sp>
      <p:sp>
        <p:nvSpPr>
          <p:cNvPr id="25" name="">
            <a:extLst xmlns:a="http://schemas.openxmlformats.org/drawingml/2006/main">
              <a:ext uri="{FF2B5EF4-FFF2-40B4-BE49-F238E27FC236}">
                <a16:creationId xmlns:a16="http://schemas.microsoft.com/office/drawing/2014/main" id="{C82F1438-66E5-4856-9884-1E7517483558}"/>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BA563898-AE18-43EC-8B25-2CFF1FD67144}"/>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97C7B919-9922-4089-BD94-F07475E4FC41}"/>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FF4469E1-1832-4616-A1F1-BD3793E43C24}"/>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22D96ACA-090D-4E85-930D-EFC4F85FC53C}"/>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D7654303-4C55-4835-B907-00B2BCAC7730}"/>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C5BF0B09-715A-4DBA-9B13-1B44A060DFBC}"/>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ADE3D27B-CF28-48A6-9668-2ECA421A97BA}"/>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37688681-730E-453F-B13C-12706204741E}"/>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3904EFD9-3286-4EE1-8F31-174C54E50BF7}"/>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415F9D6D-1A63-4536-AFBD-474AD40A3DFB}"/>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5823FD30-0709-4069-B507-3DAFA4AFCF75}"/>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2D7AD494-7347-4749-A896-3EF6A3427B22}"/>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0787244F-A7F6-4791-94F1-758C1A57BA91}"/>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9" name="">
            <a:extLst xmlns:a="http://schemas.openxmlformats.org/drawingml/2006/main">
              <a:ext uri="{FF2B5EF4-FFF2-40B4-BE49-F238E27FC236}">
                <a16:creationId xmlns:a16="http://schemas.microsoft.com/office/drawing/2014/main" id="{FEBC2DC4-BDDE-4203-A354-B7A12ABD6793}"/>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FB893F26-8496-4479-B9A2-0054C08F9ECE}"/>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E10B3977-F201-49DF-A9A0-40ABE9C0FFB2}"/>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149B9BDD-F442-4B95-B0DC-CD5C77D78309}"/>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AEE98FD3-1FF3-4513-8C8E-90AA89980AB2}"/>
              </a:ext>
            </a:extLst>
          </p:cNvPr>
          <p:cNvSpPr>
            <a:spLocks xmlns:a="http://schemas.openxmlformats.org/drawingml/2006/main" noGrp="1"/>
          </p:cNvSpPr>
          <p:nvPr/>
        </p:nvSpPr>
        <p:spPr>
          <a:xfrm xmlns:a="http://schemas.openxmlformats.org/drawingml/2006/main">
            <a:off x="3133725" y="398145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4" name="">
            <a:extLst xmlns:a="http://schemas.openxmlformats.org/drawingml/2006/main">
              <a:ext uri="{FF2B5EF4-FFF2-40B4-BE49-F238E27FC236}">
                <a16:creationId xmlns:a16="http://schemas.microsoft.com/office/drawing/2014/main" id="{A30A5B38-0619-465A-80B6-1C8B1F78314B}"/>
              </a:ext>
            </a:extLst>
          </p:cNvPr>
          <p:cNvSpPr>
            <a:spLocks xmlns:a="http://schemas.openxmlformats.org/drawingml/2006/main" noGrp="1"/>
          </p:cNvSpPr>
          <p:nvPr/>
        </p:nvSpPr>
        <p:spPr>
          <a:xfrm xmlns:a="http://schemas.openxmlformats.org/drawingml/2006/main" rot="0">
            <a:off x="3209925" y="394335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企業・大学へ実証や研究に使う現場を紹介</a:t>
            </a:r>
          </a:p>
        </p:txBody>
      </p:sp>
      <p:sp>
        <p:nvSpPr>
          <p:cNvPr id="45" name="">
            <a:extLst xmlns:a="http://schemas.openxmlformats.org/drawingml/2006/main">
              <a:ext uri="{FF2B5EF4-FFF2-40B4-BE49-F238E27FC236}">
                <a16:creationId xmlns:a16="http://schemas.microsoft.com/office/drawing/2014/main" id="{F4FCA8F9-7974-45C0-B1D3-5525E861492F}"/>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122B4902-545A-4C29-8585-06E9F9613841}"/>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7" name="">
            <a:extLst xmlns:a="http://schemas.openxmlformats.org/drawingml/2006/main">
              <a:ext uri="{FF2B5EF4-FFF2-40B4-BE49-F238E27FC236}">
                <a16:creationId xmlns:a16="http://schemas.microsoft.com/office/drawing/2014/main" id="{55146EF9-A263-4C6E-8EB5-4C75F5123ECC}"/>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87EC654D-E70C-4711-875F-75E8420C358E}"/>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9" name="">
            <a:extLst xmlns:a="http://schemas.openxmlformats.org/drawingml/2006/main">
              <a:ext uri="{FF2B5EF4-FFF2-40B4-BE49-F238E27FC236}">
                <a16:creationId xmlns:a16="http://schemas.microsoft.com/office/drawing/2014/main" id="{1F5243D0-5813-497C-8CDF-D2881AB8302E}"/>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01A1152B-3915-41D8-AE0B-AADD7EBBC503}"/>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F9A4C155-CA5B-4FD7-A37C-3291BCBBE71F}"/>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2CAEF504-6753-4383-998D-1D6D9CEB1015}"/>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3" name="">
            <a:extLst xmlns:a="http://schemas.openxmlformats.org/drawingml/2006/main">
              <a:ext uri="{FF2B5EF4-FFF2-40B4-BE49-F238E27FC236}">
                <a16:creationId xmlns:a16="http://schemas.microsoft.com/office/drawing/2014/main" id="{293422D6-3022-485E-ABA3-CB66415576F7}"/>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A9AD2166-0927-4F0A-B180-F586CC8D6B24}"/>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5" name="">
            <a:extLst xmlns:a="http://schemas.openxmlformats.org/drawingml/2006/main">
              <a:ext uri="{FF2B5EF4-FFF2-40B4-BE49-F238E27FC236}">
                <a16:creationId xmlns:a16="http://schemas.microsoft.com/office/drawing/2014/main" id="{5BDCD5E0-EEC4-404A-8CD2-B0FDEE06A439}"/>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22B1D734-D743-41B3-84E7-1B4993511F30}"/>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140CAB8E-0B95-40AC-851A-F73397BDED28}"/>
              </a:ext>
            </a:extLst>
          </p:cNvPr>
          <p:cNvSpPr>
            <a:spLocks xmlns:a="http://schemas.openxmlformats.org/drawingml/2006/main" noGrp="1"/>
          </p:cNvSpPr>
          <p:nvPr/>
        </p:nvSpPr>
        <p:spPr>
          <a:xfrm xmlns:a="http://schemas.openxmlformats.org/drawingml/2006/main">
            <a:off x="7253288" y="514350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8" name="">
            <a:extLst xmlns:a="http://schemas.openxmlformats.org/drawingml/2006/main">
              <a:ext uri="{FF2B5EF4-FFF2-40B4-BE49-F238E27FC236}">
                <a16:creationId xmlns:a16="http://schemas.microsoft.com/office/drawing/2014/main" id="{3B7AD09F-6305-4334-B5C0-15BDFC04CE1C}"/>
              </a:ext>
            </a:extLst>
          </p:cNvPr>
          <p:cNvSpPr>
            <a:spLocks xmlns:a="http://schemas.openxmlformats.org/drawingml/2006/main" noGrp="1"/>
          </p:cNvSpPr>
          <p:nvPr/>
        </p:nvSpPr>
        <p:spPr>
          <a:xfrm xmlns:a="http://schemas.openxmlformats.org/drawingml/2006/main" rot="0">
            <a:off x="7329488" y="510540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既存ロボットを現場へ導入し</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作業に合わせて運用を調整</a:t>
            </a:r>
          </a:p>
        </p:txBody>
      </p:sp>
      <p:sp>
        <p:nvSpPr>
          <p:cNvPr id="59" name="">
            <a:extLst xmlns:a="http://schemas.openxmlformats.org/drawingml/2006/main">
              <a:ext uri="{FF2B5EF4-FFF2-40B4-BE49-F238E27FC236}">
                <a16:creationId xmlns:a16="http://schemas.microsoft.com/office/drawing/2014/main" id="{9C8E17F8-3A34-48AE-8CCA-A33B198E22C4}"/>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2028年は既存ロボットの導入から始め、自社でのモデル・実機開発はまだ行わない</a:t>
            </a:r>
          </a:p>
        </p:txBody>
      </p:sp>
    </p:spTree>
    <p:extLst>
      <p:ext uri="{BB962C8B-B14F-4D97-AF65-F5344CB8AC3E}">
        <p14:creationId xmlns:p14="http://schemas.microsoft.com/office/powerpoint/2010/main" val="59799134"/>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57E392D0-EEC2-4DEA-ABE5-E594C5324B4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FD95D3-F433-46BC-9DAC-7C9B4744CA0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0497ECDB-0869-4433-92BA-152B7EC0E72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E5C5662-0772-4AE2-A3A9-1A97589E668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EEA8AD4D-3870-4D3E-9872-09ADA656178C}"/>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FC53E65-C84F-4042-948A-969EF90F73F7}"/>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D8EE7CD6-8AD5-4EBC-BEBF-E86C9CBCC93F}"/>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E904955F-6356-4032-B9A2-141E1B18B8A3}"/>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7CC71F06-BB27-48E3-AB71-D9D5D2E520F4}"/>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EF58E924-F759-4639-A054-ADFC0FC1172D}"/>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EEDC4E96-6506-44ED-9656-FA81F7219601}"/>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A1A9CBFF-724D-4716-8B4D-3B076A952994}"/>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C774FFCA-590C-48C5-8946-06C55647CB4E}"/>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070CFEF0-9634-44CE-904C-F398E37CA87C}"/>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C6DD17F8-8A8D-4D2C-9001-96A738AC9506}"/>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6518C58B-18CE-4D56-8271-4686241137A7}"/>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4A0F0AA6-D9FD-453A-BE8B-74CAD07F9CFD}"/>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D889611B-E295-4FCF-8B30-191EC85A557F}"/>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C337B039-C206-4B4B-87E9-DDAE13BBCE97}"/>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2FA54B5D-7DB5-45ED-8CBA-EB4533965216}"/>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8774B3E8-AD97-4838-B073-95DE0270612C}"/>
              </a:ext>
            </a:extLst>
          </p:cNvPr>
          <p:cNvSpPr>
            <a:spLocks xmlns:a="http://schemas.openxmlformats.org/drawingml/2006/main" noGrp="1"/>
          </p:cNvSpPr>
          <p:nvPr/>
        </p:nvSpPr>
        <p:spPr>
          <a:xfrm xmlns:a="http://schemas.openxmlformats.org/drawingml/2006/main">
            <a:off x="3133725" y="223837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624C19B5-7918-45DF-839B-CD920AED6694}"/>
              </a:ext>
            </a:extLst>
          </p:cNvPr>
          <p:cNvSpPr>
            <a:spLocks xmlns:a="http://schemas.openxmlformats.org/drawingml/2006/main" noGrp="1"/>
          </p:cNvSpPr>
          <p:nvPr/>
        </p:nvSpPr>
        <p:spPr>
          <a:xfrm xmlns:a="http://schemas.openxmlformats.org/drawingml/2006/main" rot="0">
            <a:off x="3209925" y="220027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ロボット導入先と、各現場の作業データを増やす</a:t>
            </a:r>
          </a:p>
        </p:txBody>
      </p:sp>
      <p:sp>
        <p:nvSpPr>
          <p:cNvPr id="23" name="">
            <a:extLst xmlns:a="http://schemas.openxmlformats.org/drawingml/2006/main">
              <a:ext uri="{FF2B5EF4-FFF2-40B4-BE49-F238E27FC236}">
                <a16:creationId xmlns:a16="http://schemas.microsoft.com/office/drawing/2014/main" id="{761AEF80-A6C2-4839-89EA-8DA64184FDEE}"/>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01CB723F-DE12-4A50-98F1-DB475CBC8E6D}"/>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5" name="">
            <a:extLst xmlns:a="http://schemas.openxmlformats.org/drawingml/2006/main">
              <a:ext uri="{FF2B5EF4-FFF2-40B4-BE49-F238E27FC236}">
                <a16:creationId xmlns:a16="http://schemas.microsoft.com/office/drawing/2014/main" id="{F5566799-8AE3-4CC8-A504-758746539851}"/>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BCAF0872-7699-48AA-8F70-F326D63F6143}"/>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AC8B8857-0167-4DAB-A6C5-BFEF1F4ABD01}"/>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5C50E4D0-FB50-4020-97FB-24C7B5EB20CF}"/>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5970760F-49D7-4CE9-BDCA-02242D2DDC79}"/>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DF65E3FC-01E7-4E78-80F3-F0DCFB958247}"/>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1" name="">
            <a:extLst xmlns:a="http://schemas.openxmlformats.org/drawingml/2006/main">
              <a:ext uri="{FF2B5EF4-FFF2-40B4-BE49-F238E27FC236}">
                <a16:creationId xmlns:a16="http://schemas.microsoft.com/office/drawing/2014/main" id="{E2BE18F2-86D4-4A60-9EB9-E1537ACC2D29}"/>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F865C891-F26B-49A4-86F3-8AF3F825B84B}"/>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3" name="">
            <a:extLst xmlns:a="http://schemas.openxmlformats.org/drawingml/2006/main">
              <a:ext uri="{FF2B5EF4-FFF2-40B4-BE49-F238E27FC236}">
                <a16:creationId xmlns:a16="http://schemas.microsoft.com/office/drawing/2014/main" id="{7D5F769C-3AD0-47AB-9F89-10EE3A9BB2CC}"/>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9FDF40BE-4E86-4CFD-926F-283047458FD3}"/>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29A0922E-AEA4-41D0-ACB2-05D1E91027B3}"/>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C92FBCEC-28AC-495B-88E6-9FCE6867BD3D}"/>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7" name="">
            <a:extLst xmlns:a="http://schemas.openxmlformats.org/drawingml/2006/main">
              <a:ext uri="{FF2B5EF4-FFF2-40B4-BE49-F238E27FC236}">
                <a16:creationId xmlns:a16="http://schemas.microsoft.com/office/drawing/2014/main" id="{2A348FAE-89E2-46B3-B92E-E6E046CF0B5F}"/>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E8AFB7C0-1BC4-4C5E-BCB4-4A7E7B94D609}"/>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A4B6168B-D381-42AC-AAC9-4A0421C82B79}"/>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18F17739-AE82-469C-81C0-F48C6BC6111F}"/>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AA3DF30D-C251-4273-85B1-B566E76933FE}"/>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9571881C-FAAD-4486-83D6-7EBAE987FD4F}"/>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3" name="">
            <a:extLst xmlns:a="http://schemas.openxmlformats.org/drawingml/2006/main">
              <a:ext uri="{FF2B5EF4-FFF2-40B4-BE49-F238E27FC236}">
                <a16:creationId xmlns:a16="http://schemas.microsoft.com/office/drawing/2014/main" id="{594A4B89-25C2-4062-9912-D105E16D2FE2}"/>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87D34F99-AEFF-45EF-AD66-B34BBDACC9E1}"/>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DD9D3C99-F67F-4DFC-AC12-D2DE0F3FE364}"/>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4D0EDB14-9279-46D4-AA16-487BA1AF15C3}"/>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0C5EE638-1B7A-4799-A229-5C249F17A4A8}"/>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CEBB4639-C1BA-49FB-A564-A9BA1F9B81BC}"/>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49" name="">
            <a:extLst xmlns:a="http://schemas.openxmlformats.org/drawingml/2006/main">
              <a:ext uri="{FF2B5EF4-FFF2-40B4-BE49-F238E27FC236}">
                <a16:creationId xmlns:a16="http://schemas.microsoft.com/office/drawing/2014/main" id="{E1E1B41D-27A7-4CAB-AFED-ACA08C783FB6}"/>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709E1438-D99D-44FC-AE30-AB3538723A70}"/>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A89D5C9A-9B9E-48F9-A6B6-7C4AFDD18213}"/>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7C4B32D0-3171-47AF-9E28-E46D750D433C}"/>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9B837F26-A19C-4F37-AB72-7D752C0B6889}"/>
              </a:ext>
            </a:extLst>
          </p:cNvPr>
          <p:cNvSpPr>
            <a:spLocks xmlns:a="http://schemas.openxmlformats.org/drawingml/2006/main" noGrp="1"/>
          </p:cNvSpPr>
          <p:nvPr/>
        </p:nvSpPr>
        <p:spPr>
          <a:xfrm xmlns:a="http://schemas.openxmlformats.org/drawingml/2006/main">
            <a:off x="3133725" y="51435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F61C2A64-C4BE-419B-9340-11A9C50F9720}"/>
              </a:ext>
            </a:extLst>
          </p:cNvPr>
          <p:cNvSpPr>
            <a:spLocks xmlns:a="http://schemas.openxmlformats.org/drawingml/2006/main" noGrp="1"/>
          </p:cNvSpPr>
          <p:nvPr/>
        </p:nvSpPr>
        <p:spPr>
          <a:xfrm xmlns:a="http://schemas.openxmlformats.org/drawingml/2006/main" rot="0">
            <a:off x="3209925" y="51054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既存ロボットの導入を拡大し、現場データを使った</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動作モデルと実機の改良に自社で着手</a:t>
            </a:r>
          </a:p>
        </p:txBody>
      </p:sp>
      <p:sp>
        <p:nvSpPr>
          <p:cNvPr id="55" name="">
            <a:extLst xmlns:a="http://schemas.openxmlformats.org/drawingml/2006/main">
              <a:ext uri="{FF2B5EF4-FFF2-40B4-BE49-F238E27FC236}">
                <a16:creationId xmlns:a16="http://schemas.microsoft.com/office/drawing/2014/main" id="{CAAD0B7B-E78E-412D-B5F8-ECC46F0C242B}"/>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2029年から、ロボットの動作モデルと実機の開発を自社の事業へ加える</a:t>
            </a:r>
          </a:p>
        </p:txBody>
      </p:sp>
    </p:spTree>
    <p:extLst>
      <p:ext uri="{BB962C8B-B14F-4D97-AF65-F5344CB8AC3E}">
        <p14:creationId xmlns:p14="http://schemas.microsoft.com/office/powerpoint/2010/main" val="13610463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2026-09-15T04:44:14.1830000Z</dcterms:created>
  <dcterms:modified xsi:type="dcterms:W3CDTF">2026-09-15T04:44:14.1830000Z</dcterms:modified>
</coreProperties>
</file>