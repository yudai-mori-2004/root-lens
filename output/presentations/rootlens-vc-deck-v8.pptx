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8a95950d514aa7" /><Relationship Type="http://schemas.openxmlformats.org/officeDocument/2006/relationships/extended-properties" Target="/docProps/app.xml" Id="R14b1a8821dfe45bd" /><Relationship Type="http://schemas.openxmlformats.org/officeDocument/2006/relationships/officeDocument" Target="/ppt/presentation.xml" Id="R3ea76b1561044177" /></Relationships>
</file>

<file path=ppt/presentation.xml><?xml version="1.0" encoding="utf-8"?>
<p:presentation xmlns:p="http://schemas.openxmlformats.org/presentationml/2006/main">
  <p:sldMasterIdLst>
    <p:sldMasterId xmlns:r="http://schemas.openxmlformats.org/officeDocument/2006/relationships" id="2147483648" r:id="R404c8ea749bb4417"/>
  </p:sldMasterIdLst>
  <p:notesMasterIdLst>
    <p:notesMasterId xmlns:r="http://schemas.openxmlformats.org/officeDocument/2006/relationships" r:id="Rf445590a26d84959"/>
  </p:notesMasterIdLst>
  <p:sldIdLst>
    <p:sldId xmlns:r="http://schemas.openxmlformats.org/officeDocument/2006/relationships" id="256" r:id="R3597561566de4c89"/>
    <p:sldId xmlns:r="http://schemas.openxmlformats.org/officeDocument/2006/relationships" id="257" r:id="R68aed03a41f342d0"/>
    <p:sldId xmlns:r="http://schemas.openxmlformats.org/officeDocument/2006/relationships" id="258" r:id="R0e85f083512b48e1"/>
    <p:sldId xmlns:r="http://schemas.openxmlformats.org/officeDocument/2006/relationships" id="259" r:id="R5fff676e49cc4d75"/>
    <p:sldId xmlns:r="http://schemas.openxmlformats.org/officeDocument/2006/relationships" id="260" r:id="R25f38a9786fa42b2"/>
    <p:sldId xmlns:r="http://schemas.openxmlformats.org/officeDocument/2006/relationships" id="261" r:id="R235b842beed849c3"/>
    <p:sldId xmlns:r="http://schemas.openxmlformats.org/officeDocument/2006/relationships" id="262" r:id="Re55404a35bad4232"/>
    <p:sldId xmlns:r="http://schemas.openxmlformats.org/officeDocument/2006/relationships" id="263" r:id="R37d8a4339bb64f6f"/>
    <p:sldId xmlns:r="http://schemas.openxmlformats.org/officeDocument/2006/relationships" id="264" r:id="R45920efd92f342c0"/>
    <p:sldId xmlns:r="http://schemas.openxmlformats.org/officeDocument/2006/relationships" id="265" r:id="R23fad5b18a23421a"/>
    <p:sldId xmlns:r="http://schemas.openxmlformats.org/officeDocument/2006/relationships" id="266" r:id="R562ef8e3e6164a9f"/>
    <p:sldId xmlns:r="http://schemas.openxmlformats.org/officeDocument/2006/relationships" id="267" r:id="R95b99b99918946e1"/>
    <p:sldId xmlns:r="http://schemas.openxmlformats.org/officeDocument/2006/relationships" id="268" r:id="R32f2cedf238e4449"/>
    <p:sldId xmlns:r="http://schemas.openxmlformats.org/officeDocument/2006/relationships" id="269" r:id="R3583b81088a04b1e"/>
    <p:sldId xmlns:r="http://schemas.openxmlformats.org/officeDocument/2006/relationships" id="270" r:id="R934f9f4c68134651"/>
    <p:sldId xmlns:r="http://schemas.openxmlformats.org/officeDocument/2006/relationships" id="271" r:id="Re1e8c204f61c4d1d"/>
    <p:sldId xmlns:r="http://schemas.openxmlformats.org/officeDocument/2006/relationships" id="272" r:id="R271109516fcb49c8"/>
    <p:sldId xmlns:r="http://schemas.openxmlformats.org/officeDocument/2006/relationships" id="273" r:id="Rcf47fed2f9e2411b"/>
    <p:sldId xmlns:r="http://schemas.openxmlformats.org/officeDocument/2006/relationships" id="274" r:id="R796e1fe1fe0c4a2e"/>
    <p:sldId xmlns:r="http://schemas.openxmlformats.org/officeDocument/2006/relationships" id="275" r:id="R8905d9c8a07b44c2"/>
    <p:sldId xmlns:r="http://schemas.openxmlformats.org/officeDocument/2006/relationships" id="276" r:id="Rd1432223e3c048f7"/>
    <p:sldId xmlns:r="http://schemas.openxmlformats.org/officeDocument/2006/relationships" id="277" r:id="Rcb5815f5530644d6"/>
    <p:sldId xmlns:r="http://schemas.openxmlformats.org/officeDocument/2006/relationships" id="278" r:id="R72625e2ab25f4576"/>
    <p:sldId xmlns:r="http://schemas.openxmlformats.org/officeDocument/2006/relationships" id="279" r:id="Rd01caafad50c41e3"/>
    <p:sldId xmlns:r="http://schemas.openxmlformats.org/officeDocument/2006/relationships" id="280" r:id="Rc029063a90a94262"/>
    <p:sldId xmlns:r="http://schemas.openxmlformats.org/officeDocument/2006/relationships" id="281" r:id="Ref29c3f7fbb548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1f63c568864cb8" /><Relationship Type="http://schemas.openxmlformats.org/officeDocument/2006/relationships/slideMaster" Target="/ppt/slideMasters/slideMaster1.xml" Id="R404c8ea749bb4417" /><Relationship Type="http://schemas.openxmlformats.org/officeDocument/2006/relationships/notesMaster" Target="/ppt/notesMasters/notesMaster1.xml" Id="Rf445590a26d84959" /><Relationship Type="http://schemas.openxmlformats.org/officeDocument/2006/relationships/presProps" Target="/ppt/presProps.xml" Id="Rd55b275fcb8c44be" /><Relationship Type="http://schemas.openxmlformats.org/officeDocument/2006/relationships/tableStyles" Target="/ppt/tableStyles.xml" Id="Rcfedf39d2a1b4349" /><Relationship Type="http://schemas.openxmlformats.org/officeDocument/2006/relationships/slide" Target="/ppt/slides/slide1.xml" Id="R3597561566de4c89" /><Relationship Type="http://schemas.openxmlformats.org/officeDocument/2006/relationships/slide" Target="/ppt/slides/slide2.xml" Id="R68aed03a41f342d0" /><Relationship Type="http://schemas.openxmlformats.org/officeDocument/2006/relationships/slide" Target="/ppt/slides/slide3.xml" Id="R0e85f083512b48e1" /><Relationship Type="http://schemas.openxmlformats.org/officeDocument/2006/relationships/slide" Target="/ppt/slides/slide4.xml" Id="R5fff676e49cc4d75" /><Relationship Type="http://schemas.openxmlformats.org/officeDocument/2006/relationships/slide" Target="/ppt/slides/slide5.xml" Id="R25f38a9786fa42b2" /><Relationship Type="http://schemas.openxmlformats.org/officeDocument/2006/relationships/slide" Target="/ppt/slides/slide6.xml" Id="R235b842beed849c3" /><Relationship Type="http://schemas.openxmlformats.org/officeDocument/2006/relationships/slide" Target="/ppt/slides/slide7.xml" Id="Re55404a35bad4232" /><Relationship Type="http://schemas.openxmlformats.org/officeDocument/2006/relationships/slide" Target="/ppt/slides/slide8.xml" Id="R37d8a4339bb64f6f" /><Relationship Type="http://schemas.openxmlformats.org/officeDocument/2006/relationships/slide" Target="/ppt/slides/slide9.xml" Id="R45920efd92f342c0" /><Relationship Type="http://schemas.openxmlformats.org/officeDocument/2006/relationships/slide" Target="/ppt/slides/slide10.xml" Id="R23fad5b18a23421a" /><Relationship Type="http://schemas.openxmlformats.org/officeDocument/2006/relationships/slide" Target="/ppt/slides/slide11.xml" Id="R562ef8e3e6164a9f" /><Relationship Type="http://schemas.openxmlformats.org/officeDocument/2006/relationships/slide" Target="/ppt/slides/slide12.xml" Id="R95b99b99918946e1" /><Relationship Type="http://schemas.openxmlformats.org/officeDocument/2006/relationships/slide" Target="/ppt/slides/slide13.xml" Id="R32f2cedf238e4449" /><Relationship Type="http://schemas.openxmlformats.org/officeDocument/2006/relationships/slide" Target="/ppt/slides/slide14.xml" Id="R3583b81088a04b1e" /><Relationship Type="http://schemas.openxmlformats.org/officeDocument/2006/relationships/slide" Target="/ppt/slides/slide15.xml" Id="R934f9f4c68134651" /><Relationship Type="http://schemas.openxmlformats.org/officeDocument/2006/relationships/slide" Target="/ppt/slides/slide16.xml" Id="Re1e8c204f61c4d1d" /><Relationship Type="http://schemas.openxmlformats.org/officeDocument/2006/relationships/slide" Target="/ppt/slides/slide17.xml" Id="R271109516fcb49c8" /><Relationship Type="http://schemas.openxmlformats.org/officeDocument/2006/relationships/slide" Target="/ppt/slides/slide18.xml" Id="Rcf47fed2f9e2411b" /><Relationship Type="http://schemas.openxmlformats.org/officeDocument/2006/relationships/slide" Target="/ppt/slides/slide19.xml" Id="R796e1fe1fe0c4a2e" /><Relationship Type="http://schemas.openxmlformats.org/officeDocument/2006/relationships/slide" Target="/ppt/slides/slide20.xml" Id="R8905d9c8a07b44c2" /><Relationship Type="http://schemas.openxmlformats.org/officeDocument/2006/relationships/slide" Target="/ppt/slides/slide21.xml" Id="Rd1432223e3c048f7" /><Relationship Type="http://schemas.openxmlformats.org/officeDocument/2006/relationships/slide" Target="/ppt/slides/slide22.xml" Id="Rcb5815f5530644d6" /><Relationship Type="http://schemas.openxmlformats.org/officeDocument/2006/relationships/slide" Target="/ppt/slides/slide23.xml" Id="R72625e2ab25f4576" /><Relationship Type="http://schemas.openxmlformats.org/officeDocument/2006/relationships/slide" Target="/ppt/slides/slide24.xml" Id="Rd01caafad50c41e3" /><Relationship Type="http://schemas.openxmlformats.org/officeDocument/2006/relationships/slide" Target="/ppt/slides/slide25.xml" Id="Rc029063a90a94262" /><Relationship Type="http://schemas.openxmlformats.org/officeDocument/2006/relationships/slide" Target="/ppt/slides/slide26.xml" Id="Ref29c3f7fbb548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08052c17f34c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8065330b38476e" /><Relationship Type="http://schemas.openxmlformats.org/officeDocument/2006/relationships/notesMaster" Target="/ppt/notesMasters/notesMaster1.xml" Id="Rc4d8cb2aa48345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e57b9c6c5b440d" /><Relationship Type="http://schemas.openxmlformats.org/officeDocument/2006/relationships/notesMaster" Target="/ppt/notesMasters/notesMaster1.xml" Id="R3e5b6896b6db40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d7a75f4b314805" /><Relationship Type="http://schemas.openxmlformats.org/officeDocument/2006/relationships/notesMaster" Target="/ppt/notesMasters/notesMaster1.xml" Id="Rd80438da7d9246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74314b2e8a4979" /><Relationship Type="http://schemas.openxmlformats.org/officeDocument/2006/relationships/notesMaster" Target="/ppt/notesMasters/notesMaster1.xml" Id="R67c7229dfd0f46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0e2d2cb705441d" /><Relationship Type="http://schemas.openxmlformats.org/officeDocument/2006/relationships/notesMaster" Target="/ppt/notesMasters/notesMaster1.xml" Id="R7618a542482846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342ebeb2b341e6" /><Relationship Type="http://schemas.openxmlformats.org/officeDocument/2006/relationships/notesMaster" Target="/ppt/notesMasters/notesMaster1.xml" Id="Rbd87f54a5d2444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95934c2abe487f" /><Relationship Type="http://schemas.openxmlformats.org/officeDocument/2006/relationships/notesMaster" Target="/ppt/notesMasters/notesMaster1.xml" Id="R2a8d7e43454f44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f62c8aac28432b" /><Relationship Type="http://schemas.openxmlformats.org/officeDocument/2006/relationships/notesMaster" Target="/ppt/notesMasters/notesMaster1.xml" Id="R133a1f5b738c47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b7a84fa3e146b1" /><Relationship Type="http://schemas.openxmlformats.org/officeDocument/2006/relationships/notesMaster" Target="/ppt/notesMasters/notesMaster1.xml" Id="R618ef995248e4b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f31ade22cf4cee" /><Relationship Type="http://schemas.openxmlformats.org/officeDocument/2006/relationships/notesMaster" Target="/ppt/notesMasters/notesMaster1.xml" Id="R4eb4475fcd3847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3a37eca6f94265" /><Relationship Type="http://schemas.openxmlformats.org/officeDocument/2006/relationships/notesMaster" Target="/ppt/notesMasters/notesMaster1.xml" Id="R83e57e3f65d842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922e4ab76b417c" /><Relationship Type="http://schemas.openxmlformats.org/officeDocument/2006/relationships/notesMaster" Target="/ppt/notesMasters/notesMaster1.xml" Id="R0456c5a4249b4b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6cea187e1d49e4" /><Relationship Type="http://schemas.openxmlformats.org/officeDocument/2006/relationships/notesMaster" Target="/ppt/notesMasters/notesMaster1.xml" Id="R1b8e95076c5645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7e803ee1c34851" /><Relationship Type="http://schemas.openxmlformats.org/officeDocument/2006/relationships/notesMaster" Target="/ppt/notesMasters/notesMaster1.xml" Id="R9cd7792673fc48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4082cec52143b7" /><Relationship Type="http://schemas.openxmlformats.org/officeDocument/2006/relationships/notesMaster" Target="/ppt/notesMasters/notesMaster1.xml" Id="Rf02f3531433240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a86cb556114cb8" /><Relationship Type="http://schemas.openxmlformats.org/officeDocument/2006/relationships/notesMaster" Target="/ppt/notesMasters/notesMaster1.xml" Id="R8f32a484857a47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36d35329714ea8" /><Relationship Type="http://schemas.openxmlformats.org/officeDocument/2006/relationships/notesMaster" Target="/ppt/notesMasters/notesMaster1.xml" Id="Rc46781ad77884a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78cea48eb5497e" /><Relationship Type="http://schemas.openxmlformats.org/officeDocument/2006/relationships/notesMaster" Target="/ppt/notesMasters/notesMaster1.xml" Id="R10d2b228ce4d4d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6c29d9a769405b" /><Relationship Type="http://schemas.openxmlformats.org/officeDocument/2006/relationships/notesMaster" Target="/ppt/notesMasters/notesMaster1.xml" Id="R04f1be62be9a490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79430e827140d6" /><Relationship Type="http://schemas.openxmlformats.org/officeDocument/2006/relationships/notesMaster" Target="/ppt/notesMasters/notesMaster1.xml" Id="R9e97b4e31fe04b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43d064741d4ea7" /><Relationship Type="http://schemas.openxmlformats.org/officeDocument/2006/relationships/notesMaster" Target="/ppt/notesMasters/notesMaster1.xml" Id="R31f87a2cc1714d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3783d8e88c4b1f" /><Relationship Type="http://schemas.openxmlformats.org/officeDocument/2006/relationships/notesMaster" Target="/ppt/notesMasters/notesMaster1.xml" Id="Rc8eec52931e44b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09efa1ed57465b" /><Relationship Type="http://schemas.openxmlformats.org/officeDocument/2006/relationships/notesMaster" Target="/ppt/notesMasters/notesMaster1.xml" Id="R516beb5da13041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85bae3e89e4814" /><Relationship Type="http://schemas.openxmlformats.org/officeDocument/2006/relationships/notesMaster" Target="/ppt/notesMasters/notesMaster1.xml" Id="R6834426ab7da49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d45720277d47e2" /><Relationship Type="http://schemas.openxmlformats.org/officeDocument/2006/relationships/notesMaster" Target="/ppt/notesMasters/notesMaster1.xml" Id="R50f5d01b01d742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222a072b23448d" /><Relationship Type="http://schemas.openxmlformats.org/officeDocument/2006/relationships/notesMaster" Target="/ppt/notesMasters/notesMaster1.xml" Id="R6da0e728aaca44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1e0c12cc0547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261580b083479c" /><Relationship Type="http://schemas.openxmlformats.org/officeDocument/2006/relationships/slideLayout" Target="/ppt/slideLayouts/slideLayout1.xml" Id="R8becf0f0d4514a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ecf0f0d4514a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8f2e4721974a69" /><Relationship Type="http://schemas.openxmlformats.org/officeDocument/2006/relationships/notesSlide" Target="/ppt/notesSlides/notesSlide1.xml" Id="R550e4d015e3f44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c532c8551649cd" /><Relationship Type="http://schemas.openxmlformats.org/officeDocument/2006/relationships/notesSlide" Target="/ppt/notesSlides/notesSlide2.xml" Id="R81e7fcc84e4149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26981c1fd34698" /><Relationship Type="http://schemas.openxmlformats.org/officeDocument/2006/relationships/notesSlide" Target="/ppt/notesSlides/notesSlide3.xml" Id="R5018b86c546943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6545a9fd1540cc" /><Relationship Type="http://schemas.openxmlformats.org/officeDocument/2006/relationships/notesSlide" Target="/ppt/notesSlides/notesSlide4.xml" Id="R9b88d91356e240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dd55a197404012" /><Relationship Type="http://schemas.openxmlformats.org/officeDocument/2006/relationships/notesSlide" Target="/ppt/notesSlides/notesSlide5.xml" Id="Rb6cf1044892640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fef39d61e042f7" /><Relationship Type="http://schemas.openxmlformats.org/officeDocument/2006/relationships/notesSlide" Target="/ppt/notesSlides/notesSlide6.xml" Id="R6e0621a7284a48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de501bfbca4d08" /><Relationship Type="http://schemas.openxmlformats.org/officeDocument/2006/relationships/notesSlide" Target="/ppt/notesSlides/notesSlide7.xml" Id="Reb6e1646ccca45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9d19297c884b3b" /><Relationship Type="http://schemas.openxmlformats.org/officeDocument/2006/relationships/notesSlide" Target="/ppt/notesSlides/notesSlide8.xml" Id="R7764c4e61aeb47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64994f92aa473a" /><Relationship Type="http://schemas.openxmlformats.org/officeDocument/2006/relationships/notesSlide" Target="/ppt/notesSlides/notesSlide9.xml" Id="R7f1eca746cbf4f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0d50da00c7445e" /><Relationship Type="http://schemas.openxmlformats.org/officeDocument/2006/relationships/notesSlide" Target="/ppt/notesSlides/notesSlide10.xml" Id="R23061e8b8feb44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cb6fc03bea48aa" /><Relationship Type="http://schemas.openxmlformats.org/officeDocument/2006/relationships/notesSlide" Target="/ppt/notesSlides/notesSlide11.xml" Id="R7d8d6adb724c44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b434d4dcce433e" /><Relationship Type="http://schemas.openxmlformats.org/officeDocument/2006/relationships/notesSlide" Target="/ppt/notesSlides/notesSlide12.xml" Id="Rd43c26cf88a145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3c57340afa4c6e" /><Relationship Type="http://schemas.openxmlformats.org/officeDocument/2006/relationships/notesSlide" Target="/ppt/notesSlides/notesSlide13.xml" Id="R75b7cfe146e749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6992293d7c14288" /><Relationship Type="http://schemas.openxmlformats.org/officeDocument/2006/relationships/notesSlide" Target="/ppt/notesSlides/notesSlide14.xml" Id="Rbe0038c8120e40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0701ffb3db40c0" /><Relationship Type="http://schemas.openxmlformats.org/officeDocument/2006/relationships/notesSlide" Target="/ppt/notesSlides/notesSlide15.xml" Id="Re87e8a3071fa4b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0271a7a3db480a" /><Relationship Type="http://schemas.openxmlformats.org/officeDocument/2006/relationships/notesSlide" Target="/ppt/notesSlides/notesSlide16.xml" Id="Rc3b098e640ee44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83c60aefc24ab8" /><Relationship Type="http://schemas.openxmlformats.org/officeDocument/2006/relationships/image" Target="/ppt/media/image.jpeg" Id="R6ca5a7d8931d447d" /><Relationship Type="http://schemas.openxmlformats.org/officeDocument/2006/relationships/image" Target="/ppt/media/image2.jpeg" Id="R692e90509b164fb1" /><Relationship Type="http://schemas.openxmlformats.org/officeDocument/2006/relationships/image" Target="/ppt/media/image3.jpeg" Id="R285bbaa46e8b456e" /><Relationship Type="http://schemas.openxmlformats.org/officeDocument/2006/relationships/notesSlide" Target="/ppt/notesSlides/notesSlide17.xml" Id="R37ec13a6f358466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d40663577e450b" /><Relationship Type="http://schemas.openxmlformats.org/officeDocument/2006/relationships/notesSlide" Target="/ppt/notesSlides/notesSlide18.xml" Id="Rf4500a68630845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55b826c74f04628" /><Relationship Type="http://schemas.openxmlformats.org/officeDocument/2006/relationships/notesSlide" Target="/ppt/notesSlides/notesSlide19.xml" Id="Rb35522fcf9af4e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bdb49202ed34a16" /><Relationship Type="http://schemas.openxmlformats.org/officeDocument/2006/relationships/notesSlide" Target="/ppt/notesSlides/notesSlide20.xml" Id="Rfb9e61b031074e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9429e81b80d448b" /><Relationship Type="http://schemas.openxmlformats.org/officeDocument/2006/relationships/notesSlide" Target="/ppt/notesSlides/notesSlide21.xml" Id="R89a7a67afd9c4db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f8862681bf94dbe" /><Relationship Type="http://schemas.openxmlformats.org/officeDocument/2006/relationships/notesSlide" Target="/ppt/notesSlides/notesSlide22.xml" Id="R5d660f56c4ad41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6f360fdcfee4b2f" /><Relationship Type="http://schemas.openxmlformats.org/officeDocument/2006/relationships/notesSlide" Target="/ppt/notesSlides/notesSlide23.xml" Id="R3c47b1c170a044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065bca92c0a4eae" /><Relationship Type="http://schemas.openxmlformats.org/officeDocument/2006/relationships/notesSlide" Target="/ppt/notesSlides/notesSlide24.xml" Id="R065ed1bb04444a9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ba0f98065d74ad7" /><Relationship Type="http://schemas.openxmlformats.org/officeDocument/2006/relationships/notesSlide" Target="/ppt/notesSlides/notesSlide25.xml" Id="R55aa308b52714d5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7f88eaba0e94ed4" /><Relationship Type="http://schemas.openxmlformats.org/officeDocument/2006/relationships/notesSlide" Target="/ppt/notesSlides/notesSlide26.xml" Id="Ra91cbb8cebbb432e"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149053-DD93-4F6E-BFDA-A9BEF17C4B9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9CCC1F-8794-415F-A3F3-DAB475D8FD1E}"/>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09989C8F-582D-41F7-9ED6-A2DB6E7A5FDC}"/>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69570A76-201B-481E-8B4B-D8A1E40EB7FC}"/>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E5685D8-8443-4FAD-89C7-8F8848831EFD}"/>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89FB93A7-25CB-4323-840B-9B29F9BD8F21}"/>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721292245"/>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F017436-0789-47AB-934C-7A6FFCE001E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569798-25D1-4524-9123-BC488AD759C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9C63CE84-7672-46CC-B319-30026FBF8C7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B259DE-44AC-4E99-AF43-3E7372B44A92}"/>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D06415F2-99F1-47F8-B667-5C89647A2C6A}"/>
              </a:ext>
            </a:extLst>
          </p:cNvPr>
          <p:cNvSpPr>
            <a:spLocks xmlns:a="http://schemas.openxmlformats.org/drawingml/2006/main" noGrp="1"/>
          </p:cNvSpPr>
          <p:nvPr/>
        </p:nvSpPr>
        <p:spPr>
          <a:xfrm xmlns:a="http://schemas.openxmlformats.org/drawingml/2006/main">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　　縦幅：担うレイヤーの範囲</a:t>
            </a:r>
          </a:p>
        </p:txBody>
      </p:sp>
      <p:sp>
        <p:nvSpPr>
          <p:cNvPr id="6" name="">
            <a:extLst xmlns:a="http://schemas.openxmlformats.org/drawingml/2006/main">
              <a:ext uri="{FF2B5EF4-FFF2-40B4-BE49-F238E27FC236}">
                <a16:creationId xmlns:a16="http://schemas.microsoft.com/office/drawing/2014/main" id="{725207D5-A8FE-4001-A9B5-8C326E2DDADC}"/>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D8C44B-C001-47A6-AE4C-5E3F0E3B2127}"/>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350189-384A-4BCE-8718-23E03AFAE66F}"/>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F5CD08-5E7B-400D-A03F-B0B3BEDE1FD8}"/>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8920D950-7186-474E-8615-3B03B14737D7}"/>
              </a:ext>
            </a:extLst>
          </p:cNvPr>
          <p:cNvSpPr>
            <a:spLocks xmlns:a="http://schemas.openxmlformats.org/drawingml/2006/main" noGrp="1"/>
          </p:cNvSpPr>
          <p:nvPr/>
        </p:nvSpPr>
        <p:spPr>
          <a:xfrm xmlns:a="http://schemas.openxmlformats.org/drawingml/2006/main">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8458FD15-BE6B-4CFA-93CE-D8933281D94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3AB3E54F-E488-434C-9432-7DE5978BD418}"/>
              </a:ext>
            </a:extLst>
          </p:cNvPr>
          <p:cNvSpPr>
            <a:spLocks xmlns:a="http://schemas.openxmlformats.org/drawingml/2006/main" noGrp="1"/>
          </p:cNvSpPr>
          <p:nvPr/>
        </p:nvSpPr>
        <p:spPr>
          <a:xfrm xmlns:a="http://schemas.openxmlformats.org/drawingml/2006/main">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D291B827-38A7-488D-A7EE-2B81071040F7}"/>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EB6326D2-C88F-4C94-94B9-7DC3D4E300BC}"/>
              </a:ext>
            </a:extLst>
          </p:cNvPr>
          <p:cNvSpPr>
            <a:spLocks xmlns:a="http://schemas.openxmlformats.org/drawingml/2006/main" noGrp="1"/>
          </p:cNvSpPr>
          <p:nvPr/>
        </p:nvSpPr>
        <p:spPr>
          <a:xfrm xmlns:a="http://schemas.openxmlformats.org/drawingml/2006/main">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9A79BC50-42A6-442D-B8A5-E6D47C72D4D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F9F42EE6-8DF9-4086-8EB6-831377AB3A5E}"/>
              </a:ext>
            </a:extLst>
          </p:cNvPr>
          <p:cNvSpPr>
            <a:spLocks xmlns:a="http://schemas.openxmlformats.org/drawingml/2006/main" noGrp="1"/>
          </p:cNvSpPr>
          <p:nvPr/>
        </p:nvSpPr>
        <p:spPr>
          <a:xfrm xmlns:a="http://schemas.openxmlformats.org/drawingml/2006/main">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17A7AB8E-C2F1-4FEC-862D-44FA9DBE5CFC}"/>
              </a:ext>
            </a:extLst>
          </p:cNvPr>
          <p:cNvSpPr>
            <a:spLocks xmlns:a="http://schemas.openxmlformats.org/drawingml/2006/main" noGrp="1"/>
          </p:cNvSpPr>
          <p:nvPr/>
        </p:nvSpPr>
        <p:spPr>
          <a:xfrm xmlns:a="http://schemas.openxmlformats.org/drawingml/2006/main">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D2F78216-B79A-43F4-8CE3-F35C34E6DF58}"/>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4E7D546-3A4D-4A0A-9415-9509AB4C9DBA}"/>
              </a:ext>
            </a:extLst>
          </p:cNvPr>
          <p:cNvSpPr>
            <a:spLocks xmlns:a="http://schemas.openxmlformats.org/drawingml/2006/main" noGrp="1"/>
          </p:cNvSpPr>
          <p:nvPr/>
        </p:nvSpPr>
        <p:spPr>
          <a:xfrm xmlns:a="http://schemas.openxmlformats.org/drawingml/2006/main">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0" name="">
            <a:extLst xmlns:a="http://schemas.openxmlformats.org/drawingml/2006/main">
              <a:ext uri="{FF2B5EF4-FFF2-40B4-BE49-F238E27FC236}">
                <a16:creationId xmlns:a16="http://schemas.microsoft.com/office/drawing/2014/main" id="{3DA94959-4E0D-4650-BBA5-2F02632EEB53}"/>
              </a:ext>
            </a:extLst>
          </p:cNvPr>
          <p:cNvSpPr>
            <a:spLocks xmlns:a="http://schemas.openxmlformats.org/drawingml/2006/main" noGrp="1"/>
          </p:cNvSpPr>
          <p:nvPr/>
        </p:nvSpPr>
        <p:spPr>
          <a:xfrm xmlns:a="http://schemas.openxmlformats.org/drawingml/2006/main">
            <a:off x="2990850" y="2990850"/>
            <a:ext cx="18097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397A7C47-BFD5-48F2-8C33-5AEBEC6562A0}"/>
              </a:ext>
            </a:extLst>
          </p:cNvPr>
          <p:cNvSpPr>
            <a:spLocks xmlns:a="http://schemas.openxmlformats.org/drawingml/2006/main" noGrp="1"/>
          </p:cNvSpPr>
          <p:nvPr/>
        </p:nvSpPr>
        <p:spPr>
          <a:xfrm xmlns:a="http://schemas.openxmlformats.org/drawingml/2006/main">
            <a:off x="3162300" y="3143250"/>
            <a:ext cx="146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2" name="">
            <a:extLst xmlns:a="http://schemas.openxmlformats.org/drawingml/2006/main">
              <a:ext uri="{FF2B5EF4-FFF2-40B4-BE49-F238E27FC236}">
                <a16:creationId xmlns:a16="http://schemas.microsoft.com/office/drawing/2014/main" id="{AD4A4550-4438-44C7-9DAE-112649D3AB09}"/>
              </a:ext>
            </a:extLst>
          </p:cNvPr>
          <p:cNvSpPr>
            <a:spLocks xmlns:a="http://schemas.openxmlformats.org/drawingml/2006/main" noGrp="1"/>
          </p:cNvSpPr>
          <p:nvPr/>
        </p:nvSpPr>
        <p:spPr>
          <a:xfrm xmlns:a="http://schemas.openxmlformats.org/drawingml/2006/main">
            <a:off x="3162300" y="35814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23" name="">
            <a:extLst xmlns:a="http://schemas.openxmlformats.org/drawingml/2006/main">
              <a:ext uri="{FF2B5EF4-FFF2-40B4-BE49-F238E27FC236}">
                <a16:creationId xmlns:a16="http://schemas.microsoft.com/office/drawing/2014/main" id="{A07EAFFF-B272-4F87-80F7-F4C04247B4D0}"/>
              </a:ext>
            </a:extLst>
          </p:cNvPr>
          <p:cNvSpPr>
            <a:spLocks xmlns:a="http://schemas.openxmlformats.org/drawingml/2006/main" noGrp="1"/>
          </p:cNvSpPr>
          <p:nvPr/>
        </p:nvSpPr>
        <p:spPr>
          <a:xfrm xmlns:a="http://schemas.openxmlformats.org/drawingml/2006/main">
            <a:off x="3086100" y="45148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 / Sunday Robotics</a:t>
            </a:r>
          </a:p>
        </p:txBody>
      </p:sp>
      <p:sp>
        <p:nvSpPr>
          <p:cNvPr id="24" name="">
            <a:extLst xmlns:a="http://schemas.openxmlformats.org/drawingml/2006/main">
              <a:ext uri="{FF2B5EF4-FFF2-40B4-BE49-F238E27FC236}">
                <a16:creationId xmlns:a16="http://schemas.microsoft.com/office/drawing/2014/main" id="{1D15B6B2-DBF7-490A-AC32-8056F33E8C6F}"/>
              </a:ext>
            </a:extLst>
          </p:cNvPr>
          <p:cNvSpPr>
            <a:spLocks xmlns:a="http://schemas.openxmlformats.org/drawingml/2006/main" noGrp="1"/>
          </p:cNvSpPr>
          <p:nvPr/>
        </p:nvSpPr>
        <p:spPr>
          <a:xfrm xmlns:a="http://schemas.openxmlformats.org/drawingml/2006/main">
            <a:off x="5448300" y="2305050"/>
            <a:ext cx="5286375"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30F10BC9-9C10-4111-82E9-E2480A77C642}"/>
              </a:ext>
            </a:extLst>
          </p:cNvPr>
          <p:cNvSpPr>
            <a:spLocks xmlns:a="http://schemas.openxmlformats.org/drawingml/2006/main" noGrp="1"/>
          </p:cNvSpPr>
          <p:nvPr/>
        </p:nvSpPr>
        <p:spPr>
          <a:xfrm xmlns:a="http://schemas.openxmlformats.org/drawingml/2006/main">
            <a:off x="5619750" y="2447925"/>
            <a:ext cx="4943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6E785136-9138-466F-BAC2-397946A83418}"/>
              </a:ext>
            </a:extLst>
          </p:cNvPr>
          <p:cNvSpPr>
            <a:spLocks xmlns:a="http://schemas.openxmlformats.org/drawingml/2006/main" noGrp="1"/>
          </p:cNvSpPr>
          <p:nvPr/>
        </p:nvSpPr>
        <p:spPr>
          <a:xfrm xmlns:a="http://schemas.openxmlformats.org/drawingml/2006/main">
            <a:off x="2590800" y="5924550"/>
            <a:ext cx="838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短く縦に統合する企業と、一つのレイヤーを広く担う企業</a:t>
            </a:r>
          </a:p>
        </p:txBody>
      </p:sp>
    </p:spTree>
    <p:extLst>
      <p:ext uri="{BB962C8B-B14F-4D97-AF65-F5344CB8AC3E}">
        <p14:creationId xmlns:p14="http://schemas.microsoft.com/office/powerpoint/2010/main" val="15855230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9187F8-A426-4EA4-B005-9A6A2F813B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F51B55-5B22-489E-97CF-13CA0EAD5B9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591779F2-AD12-42EF-A333-EDD555E4E1C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2AE9F3-8AEE-4BDE-B6B2-8B8A27EF797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8C2F0BC7-79E1-4A45-9D51-2CE1385E9CE6}"/>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F5B8B0F3-72FE-467E-9042-832149E72780}"/>
              </a:ext>
            </a:extLst>
          </p:cNvPr>
          <p:cNvSpPr>
            <a:spLocks xmlns:a="http://schemas.openxmlformats.org/drawingml/2006/main" noGrp="1"/>
          </p:cNvSpPr>
          <p:nvPr/>
        </p:nvSpPr>
        <p:spPr>
          <a:xfrm xmlns:a="http://schemas.openxmlformats.org/drawingml/2006/main">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3BCBA631-4E8A-4741-A104-E82816974F2E}"/>
              </a:ext>
            </a:extLst>
          </p:cNvPr>
          <p:cNvSpPr>
            <a:spLocks xmlns:a="http://schemas.openxmlformats.org/drawingml/2006/main" noGrp="1"/>
          </p:cNvSpPr>
          <p:nvPr/>
        </p:nvSpPr>
        <p:spPr>
          <a:xfrm xmlns:a="http://schemas.openxmlformats.org/drawingml/2006/main">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ED143E1A-F5F6-4704-B9A9-53B4906A2BEB}"/>
              </a:ext>
            </a:extLst>
          </p:cNvPr>
          <p:cNvSpPr>
            <a:spLocks xmlns:a="http://schemas.openxmlformats.org/drawingml/2006/main" noGrp="1"/>
          </p:cNvSpPr>
          <p:nvPr/>
        </p:nvSpPr>
        <p:spPr>
          <a:xfrm xmlns:a="http://schemas.openxmlformats.org/drawingml/2006/main">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53FE681C-686D-46BD-BBE6-E8847D8D36D5}"/>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00ED9B1-16BF-4919-893B-7B9B4D65E449}"/>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097DB0C0-48EF-407D-A97D-8580179883D7}"/>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B6B36638-45B4-45D9-B3D1-96C019C04870}"/>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858291353"/>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DC74544-50B0-4452-8DE2-EAA1F24F6F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546F9C-915E-4357-A63A-21D8DA2ED00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34292EE8-70E3-4C08-AC35-3D57C695312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026A1D-E02F-4AA1-98DA-8A2FE4A122F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D47FBCD2-0863-43FD-B0FD-D08EE2D5884A}"/>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79707F97-FA99-4D77-84EA-71472FEEE47B}"/>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855215B6-F1E6-4813-A7E0-0FB292099FDA}"/>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D24A7D-B1C1-4D6D-8C37-5D01D07C63E9}"/>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0BADBEC3-17A6-4460-A557-EF51ECD7816D}"/>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B9592EC4-314F-4518-BF45-0F0DC740CC8E}"/>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CECD1A-1F73-4CAC-ABD7-64F26ECA8C62}"/>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ED64E97C-565B-46FA-A537-D7722CA3460F}"/>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EF856C89-2112-42B6-B603-72ABFC152B6C}"/>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F060E74-AFFF-4498-8EC3-FD7F558725E8}"/>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CEC2A993-9B7D-4A1A-8FBC-C01849DB219C}"/>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951932093"/>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707EDE4-7D79-4111-A64B-B6441420E25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1C2B68-7C3D-4227-8AD4-B455D9DCDAF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8FDE3566-7D0E-4C1F-8929-05F93F6120E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520F4F-11A9-4E9C-89E3-8E6BE8A3A77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917AAF4E-B2A3-4376-894F-64A9EFBED0B5}"/>
              </a:ext>
            </a:extLst>
          </p:cNvPr>
          <p:cNvSpPr>
            <a:spLocks xmlns:a="http://schemas.openxmlformats.org/drawingml/2006/main" noGrp="1"/>
          </p:cNvSpPr>
          <p:nvPr/>
        </p:nvSpPr>
        <p:spPr>
          <a:xfrm xmlns:a="http://schemas.openxmlformats.org/drawingml/2006/main">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　　縦幅：担うレイヤーの範囲</a:t>
            </a:r>
          </a:p>
        </p:txBody>
      </p:sp>
      <p:sp>
        <p:nvSpPr>
          <p:cNvPr id="6" name="">
            <a:extLst xmlns:a="http://schemas.openxmlformats.org/drawingml/2006/main">
              <a:ext uri="{FF2B5EF4-FFF2-40B4-BE49-F238E27FC236}">
                <a16:creationId xmlns:a16="http://schemas.microsoft.com/office/drawing/2014/main" id="{BA73C274-AD3F-4951-BE24-158FC94C6BF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6DC5B5-6FE7-49F2-96FF-50CD16E56C2D}"/>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F340867-B163-4A89-B79B-C9E6D532A111}"/>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49CB42-86E5-40E7-A424-F37727C2DAB0}"/>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975956F6-7EEA-489F-9EC0-E9F1FBE68897}"/>
              </a:ext>
            </a:extLst>
          </p:cNvPr>
          <p:cNvSpPr>
            <a:spLocks xmlns:a="http://schemas.openxmlformats.org/drawingml/2006/main" noGrp="1"/>
          </p:cNvSpPr>
          <p:nvPr/>
        </p:nvSpPr>
        <p:spPr>
          <a:xfrm xmlns:a="http://schemas.openxmlformats.org/drawingml/2006/main">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92C820FF-ADBD-42F6-8789-42C250A6FA95}"/>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1A8ECC4-1983-4948-BB7B-BBEDD54707F1}"/>
              </a:ext>
            </a:extLst>
          </p:cNvPr>
          <p:cNvSpPr>
            <a:spLocks xmlns:a="http://schemas.openxmlformats.org/drawingml/2006/main" noGrp="1"/>
          </p:cNvSpPr>
          <p:nvPr/>
        </p:nvSpPr>
        <p:spPr>
          <a:xfrm xmlns:a="http://schemas.openxmlformats.org/drawingml/2006/main">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39748B02-94B8-4DF1-BC5A-91E9B690AC5E}"/>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CF709981-DF6B-4413-9594-20C8187A254D}"/>
              </a:ext>
            </a:extLst>
          </p:cNvPr>
          <p:cNvSpPr>
            <a:spLocks xmlns:a="http://schemas.openxmlformats.org/drawingml/2006/main" noGrp="1"/>
          </p:cNvSpPr>
          <p:nvPr/>
        </p:nvSpPr>
        <p:spPr>
          <a:xfrm xmlns:a="http://schemas.openxmlformats.org/drawingml/2006/main">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754B8974-D0B2-4382-96B1-BB5CE5A37BF4}"/>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1410A6E-BF2F-4C15-A99B-7FBF330C20AA}"/>
              </a:ext>
            </a:extLst>
          </p:cNvPr>
          <p:cNvSpPr>
            <a:spLocks xmlns:a="http://schemas.openxmlformats.org/drawingml/2006/main" noGrp="1"/>
          </p:cNvSpPr>
          <p:nvPr/>
        </p:nvSpPr>
        <p:spPr>
          <a:xfrm xmlns:a="http://schemas.openxmlformats.org/drawingml/2006/main">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03F554BC-6958-446D-AD40-600D29E4B3EF}"/>
              </a:ext>
            </a:extLst>
          </p:cNvPr>
          <p:cNvSpPr>
            <a:spLocks xmlns:a="http://schemas.openxmlformats.org/drawingml/2006/main" noGrp="1"/>
          </p:cNvSpPr>
          <p:nvPr/>
        </p:nvSpPr>
        <p:spPr>
          <a:xfrm xmlns:a="http://schemas.openxmlformats.org/drawingml/2006/main">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5B2CDBB5-D123-4F7B-AA3E-D0BD610BA9BB}"/>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DEAF0B-6C66-4CE8-B69C-7BCDA8F4A55B}"/>
              </a:ext>
            </a:extLst>
          </p:cNvPr>
          <p:cNvSpPr>
            <a:spLocks xmlns:a="http://schemas.openxmlformats.org/drawingml/2006/main" noGrp="1"/>
          </p:cNvSpPr>
          <p:nvPr/>
        </p:nvSpPr>
        <p:spPr>
          <a:xfrm xmlns:a="http://schemas.openxmlformats.org/drawingml/2006/main">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0" name="">
            <a:extLst xmlns:a="http://schemas.openxmlformats.org/drawingml/2006/main">
              <a:ext uri="{FF2B5EF4-FFF2-40B4-BE49-F238E27FC236}">
                <a16:creationId xmlns:a16="http://schemas.microsoft.com/office/drawing/2014/main" id="{3864F431-CBB4-4DFC-9F86-56DB1070DC1E}"/>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3D636D19-E504-457F-94FC-D402A8003A63}"/>
              </a:ext>
            </a:extLst>
          </p:cNvPr>
          <p:cNvSpPr>
            <a:spLocks xmlns:a="http://schemas.openxmlformats.org/drawingml/2006/main" noGrp="1"/>
          </p:cNvSpPr>
          <p:nvPr/>
        </p:nvSpPr>
        <p:spPr>
          <a:xfrm xmlns:a="http://schemas.openxmlformats.org/drawingml/2006/main">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22" name="">
            <a:extLst xmlns:a="http://schemas.openxmlformats.org/drawingml/2006/main">
              <a:ext uri="{FF2B5EF4-FFF2-40B4-BE49-F238E27FC236}">
                <a16:creationId xmlns:a16="http://schemas.microsoft.com/office/drawing/2014/main" id="{EDF48CC2-B64F-4F51-8BF3-9639CBCCC0BC}"/>
              </a:ext>
            </a:extLst>
          </p:cNvPr>
          <p:cNvSpPr>
            <a:spLocks xmlns:a="http://schemas.openxmlformats.org/drawingml/2006/main" noGrp="1"/>
          </p:cNvSpPr>
          <p:nvPr/>
        </p:nvSpPr>
        <p:spPr>
          <a:xfrm xmlns:a="http://schemas.openxmlformats.org/drawingml/2006/main">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23" name="">
            <a:extLst xmlns:a="http://schemas.openxmlformats.org/drawingml/2006/main">
              <a:ext uri="{FF2B5EF4-FFF2-40B4-BE49-F238E27FC236}">
                <a16:creationId xmlns:a16="http://schemas.microsoft.com/office/drawing/2014/main" id="{DE92D906-0C6D-4F16-AD26-EBC6AB0CD238}"/>
              </a:ext>
            </a:extLst>
          </p:cNvPr>
          <p:cNvSpPr>
            <a:spLocks xmlns:a="http://schemas.openxmlformats.org/drawingml/2006/main" noGrp="1"/>
          </p:cNvSpPr>
          <p:nvPr/>
        </p:nvSpPr>
        <p:spPr>
          <a:xfrm xmlns:a="http://schemas.openxmlformats.org/drawingml/2006/main">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24" name="">
            <a:extLst xmlns:a="http://schemas.openxmlformats.org/drawingml/2006/main">
              <a:ext uri="{FF2B5EF4-FFF2-40B4-BE49-F238E27FC236}">
                <a16:creationId xmlns:a16="http://schemas.microsoft.com/office/drawing/2014/main" id="{25ABF29B-C162-4C42-9A6B-C11DBF094A57}"/>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0CB9292-E0AD-42D2-ACBE-DA71EA43A020}"/>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334BE0A-0B8A-44F3-A25C-8A5765FD5C4E}"/>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AFC8D9B-BD01-483E-8BA7-D5010F931122}"/>
              </a:ext>
            </a:extLst>
          </p:cNvPr>
          <p:cNvSpPr>
            <a:spLocks xmlns:a="http://schemas.openxmlformats.org/drawingml/2006/main" noGrp="1"/>
          </p:cNvSpPr>
          <p:nvPr/>
        </p:nvSpPr>
        <p:spPr>
          <a:xfrm xmlns:a="http://schemas.openxmlformats.org/drawingml/2006/main">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28" name="">
            <a:extLst xmlns:a="http://schemas.openxmlformats.org/drawingml/2006/main">
              <a:ext uri="{FF2B5EF4-FFF2-40B4-BE49-F238E27FC236}">
                <a16:creationId xmlns:a16="http://schemas.microsoft.com/office/drawing/2014/main" id="{C909B717-F740-481D-948F-C3C496F00812}"/>
              </a:ext>
            </a:extLst>
          </p:cNvPr>
          <p:cNvSpPr>
            <a:spLocks xmlns:a="http://schemas.openxmlformats.org/drawingml/2006/main" noGrp="1"/>
          </p:cNvSpPr>
          <p:nvPr/>
        </p:nvSpPr>
        <p:spPr>
          <a:xfrm xmlns:a="http://schemas.openxmlformats.org/drawingml/2006/main">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
        <p:nvSpPr>
          <p:cNvPr id="29" name="">
            <a:extLst xmlns:a="http://schemas.openxmlformats.org/drawingml/2006/main">
              <a:ext uri="{FF2B5EF4-FFF2-40B4-BE49-F238E27FC236}">
                <a16:creationId xmlns:a16="http://schemas.microsoft.com/office/drawing/2014/main" id="{8376D4B0-1F3C-44A1-AAC2-0EA29689424C}"/>
              </a:ext>
            </a:extLst>
          </p:cNvPr>
          <p:cNvSpPr>
            <a:spLocks xmlns:a="http://schemas.openxmlformats.org/drawingml/2006/main" noGrp="1"/>
          </p:cNvSpPr>
          <p:nvPr/>
        </p:nvSpPr>
        <p:spPr>
          <a:xfrm xmlns:a="http://schemas.openxmlformats.org/drawingml/2006/main">
            <a:off x="2590800" y="5924550"/>
            <a:ext cx="838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ループが占める現場は、はじめは狭い</a:t>
            </a:r>
          </a:p>
        </p:txBody>
      </p:sp>
    </p:spTree>
    <p:extLst>
      <p:ext uri="{BB962C8B-B14F-4D97-AF65-F5344CB8AC3E}">
        <p14:creationId xmlns:p14="http://schemas.microsoft.com/office/powerpoint/2010/main" val="396815235"/>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965F7E-2FA7-4B53-8190-14F4714D196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9BE336-1E31-4997-8427-268B36062FB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8A20520D-08FF-41A7-A2D3-E5E46CFC06E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F7F467-1CCA-4F8B-A12B-8D436922180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040AB88B-B341-4456-847D-B506EC2B0DA9}"/>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9E47CED9-9E5B-434F-8BB4-87FE36BE1D43}"/>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AD50DF-1EE8-4B38-A2EE-E209E6812BE6}"/>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8B693115-5059-45B8-8CA1-14D1850B0E5E}"/>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102579280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A7DDA6-FC62-4014-99CE-54C1C377EF5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D105A3-3DCD-4712-B140-0EE84EFE3F7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15AA9069-3B4A-4C47-80FB-A9B8DE11CF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643CD9-0608-4869-810B-C6718A2401B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3106105B-926E-43FC-8C49-C48231D2DECA}"/>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BB744D2B-3947-469A-A72C-CF27067A075A}"/>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8BAD72-A11A-4584-8D7D-9CAD0393BDAA}"/>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A6FA2B60-5D60-4482-9F09-810DF90A0A1E}"/>
              </a:ext>
            </a:extLst>
          </p:cNvPr>
          <p:cNvSpPr>
            <a:spLocks xmlns:a="http://schemas.openxmlformats.org/drawingml/2006/main" noGrp="1"/>
          </p:cNvSpPr>
          <p:nvPr/>
        </p:nvSpPr>
        <p:spPr>
          <a:xfrm xmlns:a="http://schemas.openxmlformats.org/drawingml/2006/main">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433236991"/>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7FF6B5-AF25-4CC1-AFDB-83608E9E8B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9A6247-7B18-4FF3-8505-6FD532F9225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4E47E71D-68D3-47C7-A4F2-367EA798A80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C245EB-3FF1-4F45-883D-D8D36D8EC0A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3AE7B8CB-BDE9-4B27-A070-539A4C4AA5AB}"/>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CBE70C06-51ED-4770-B4E5-2E8F1B3B6CE0}"/>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0308369-307F-456C-B1F9-E7DB3C511955}"/>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337167183"/>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7F8C59-ED74-47FE-8901-37C08DC333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E6E237-EF95-45A0-9590-CAA1ABE3868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C1AC2DA6-B3C8-4F32-A43A-A6A561CCB11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FA4AC5-04DF-4AAD-B7D2-4BDF6006FCE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3308FBD5-6E1C-49E9-82BB-DA8FB45319D3}"/>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7F38403B-B0B6-4C70-8FA8-36032F650603}"/>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DD5F95-1B08-485F-B727-1EB05D4E8663}"/>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4600E072-A2F8-4043-A1F5-D5E91D7720CA}"/>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714032889"/>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277239-A3BD-42AF-8B65-0E7E9BBF29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6CF635-51B1-48B5-BD5E-152B8C2C2D9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A1E7B489-C29F-4189-AF27-B5B90DC1467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504EA8-374D-4E00-AC8A-07F8CFAA804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6FAE68C6-AF5C-4BBB-9D82-BA3C017E9738}"/>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870CEFF4-3477-4D8A-B789-DD25CEF0E0D8}"/>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D25276-6B19-4932-B1B9-1C94DBF974E8}"/>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3FF8E10E-0F30-483D-B98F-EDD6EB346B87}"/>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899637559"/>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47EB53-CCE7-4FA4-98E2-4B12235A16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6CEC61-B06C-4808-8468-D89C6588A37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544E98C9-D2DF-40E4-9015-87DBB888B1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FD480E-0E00-4D89-911F-694123D239A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9DEE568D-750D-4B72-BE9C-DEA37AFBEAAF}"/>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343ADB29-4CF2-4BEA-BEAB-EADEDF409036}"/>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8B3F52-CB33-46D1-9D0C-2EC594050A13}"/>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FB12DFB2-102B-4327-929A-8DEB953C9C9D}"/>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970882260"/>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2E529C-345F-4182-8AA2-3B31A8CFA7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E8CD03-5047-4991-A579-B536C7FC2F7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9ADBFD3A-A69C-466F-83CF-7215778A300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FB0DA1-798C-46D4-8F7F-A1F278923C3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9439533A-109B-40EC-A3BD-CBEA4FC0EC18}"/>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963ABA5E-B733-4A83-92E7-BE4B9E14984B}"/>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35B1FC5B-3EDF-454E-8B85-7DCB831ADC12}"/>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EC901210-A327-4D35-AC84-9A6B41EA209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FEAEF3-9C73-48F7-9BD7-CF6F04BA8E8C}"/>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1EAEA80E-7717-4414-8E33-014B9A9CB1FC}"/>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2AFA0DE1-0AE8-4860-9CB9-7A28BAD6F0A3}"/>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1E2F2890-4EC3-4DC5-B427-8999B09A431D}"/>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687024201"/>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8A8E587-0AFC-4756-9887-5D68EDC45D7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A28465-D7E7-46B1-92D7-DA1AF61A266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13C05D7D-FBAF-439F-9F2A-FA94CD0AD27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513556-66F2-4EF4-80B3-A2865F825F8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99E3D00D-2266-4DF9-88EB-E661BA930F30}"/>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A4E0A543-5B6A-43B2-B912-92A2533BB386}"/>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D1AC0A33-52A7-43C0-9A55-B3D1B3FB468D}"/>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5F7D2259-2D22-40D1-B660-22D377DB09B9}"/>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6EF1CA28-8386-4D31-9C41-23D4C60D8F00}"/>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68CB4801-7843-464F-BB0C-89EB7AA1249F}"/>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734DE892-039C-4048-B57B-844AAC91AC9B}"/>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963AC35-B242-49D4-868C-157A52CA9F3D}"/>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A56A054F-0AE0-485B-8270-40CD2F0D4573}"/>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5C62A9FD-0D16-4244-892B-BF1C8B3DCC7E}"/>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9779DC1D-2C39-4BF4-AE53-D76A023CADAA}"/>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246885D9-2F94-4D67-83F6-32C4CB3E438A}"/>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912040D-D978-46FA-BE7B-7072688B8FDE}"/>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503D08-7ACE-4CD1-8397-1444C2D8A8A1}"/>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6AF8A8-1365-4A66-BA30-24FD545A39C2}"/>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940AD700-1F6B-409E-AA7C-3EF6308B5834}"/>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105DD551-0EBC-4A88-907A-B89B72C398B2}"/>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4DD53C-6B8E-4667-A84F-26AED25E5051}"/>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367652361"/>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DC1780-31B7-491C-8A4B-A23C8399D3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B5F717-672F-4472-9880-880970757EB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6E431216-7419-4680-B11B-72BD636487B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66550B-DA43-4922-AEF0-AEC9D6B8F97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3BD3540E-B293-452D-BDCA-4BD0A1EA0FC4}"/>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54530FB0-AE90-4E38-812F-79B20A573DCA}"/>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37F0D8AF-D5AD-4D80-BA3D-9E0E5EDDD821}"/>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3FC51F-F97F-4C13-A461-E6F920C04EDE}"/>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8909592D-E86C-4C4F-8904-5F34510D45F2}"/>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73148F8B-C920-4499-81CB-0F8F6EA55BB1}"/>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9FC5BD-487A-4DA0-8DB1-AF1810CFD6A8}"/>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A6ACA602-AEFE-481D-92A0-7A8ED5884185}"/>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47AF6BE8-8530-4060-8435-A6E4FB36B6CC}"/>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D5732A6-0EB5-4CAB-934A-5EDEC3D7DE11}"/>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895C8A95-0AC5-4BB1-A47E-E129DDE08F2E}"/>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543B6EF8-C51A-4EB2-93AE-8BE250EECA0F}"/>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475985-0ED6-4FD4-95FC-DB379F25633E}"/>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3D0588CE-3B43-4310-BE10-382B1D919EB3}"/>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735022260"/>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C172B7-9E36-4CEB-85FD-BAE83D86D95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F63E92-3F78-410E-8C2E-381CB293991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A2EDA57B-3344-4B23-A0E8-BB6D0A548C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80442E-E950-41A0-BAB0-2C40ECD518E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161F5366-5D1D-47B6-80C2-1ED5D10B323E}"/>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98A63B4B-D0CA-478E-83F4-A406E9DE520C}"/>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47A71673-47BC-49E4-9992-A93CCEB4F632}"/>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FFE57A-D724-4029-A6EA-828484ADA442}"/>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F6B7385D-68E5-45D8-B370-4B89AC35C3FE}"/>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009FB24E-C9FF-46C1-91C4-C5F76D583829}"/>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2137959962"/>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3BE2B3-234D-4D9D-AF3D-A389E83B48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C88D3D-ED9D-4BE9-8C65-80E9A294806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2AAF479C-7B87-48F2-92A4-F02D3BD580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6ACEA1-6972-442A-B8D1-E58C4A955F6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F6250AC5-286F-48B1-8ABD-32FBB1A71E9B}"/>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848E1BEA-CD1B-4A6F-A29B-DD675D3F1A16}"/>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718F3735-25FE-4A10-81A4-8A7C8AD05E33}"/>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CF946D-9340-4251-8103-89AB0EF09E55}"/>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82F041C4-E274-47E2-9C6A-85C4A1895C18}"/>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3887EF5D-E895-40A6-A8F1-86753810D903}"/>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DE3349-9489-4B4C-8CF0-1649EFDE2E89}"/>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422F7FEE-196F-4FD6-A012-82AD5ED6A73E}"/>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A7784D8C-3EA8-4BD6-A81E-D28F0941CDB4}"/>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8E668D7-B6FB-4487-BA18-23C9A633B6A4}"/>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00366BCA-96A2-41DD-AA58-72F23450982A}"/>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014799931"/>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1DCF06-79D2-4172-B14D-173113429E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453693-D4FE-442A-8790-4A1F493FF87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C7C89788-F74A-417F-A7F9-064D9646D43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8C14AB-1224-400F-9165-45190FF3687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ca5a7d8931d447d"/>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9327E53-3904-4980-A646-9DB333EA3618}"/>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F59F9AD2-048B-475B-945C-89E4DB843B67}"/>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43AD24D0-48CE-48E5-BD34-CDCB79838DB4}"/>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92e90509b164fb1"/>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D752E5B-5A85-4ADF-BFF5-FEA54B97CB80}"/>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847610F3-21C4-4BB7-BC34-755B316A30A2}"/>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AF8BBD6A-244B-49BA-88E9-E7F84426B3B7}"/>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85bbaa46e8b456e"/>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B2C8280-A8AC-4A9F-880A-71CA4805DA81}"/>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B2DC04D9-F95B-41A7-A72A-EAB69C93B668}"/>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3A54C14D-C01D-42F2-B0E8-1F034AB4403A}"/>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96B91F79-1869-4DF6-A490-548729F01524}"/>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7F02B25-2F0E-4840-8AE2-4F48573B59C4}"/>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301473901"/>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F6B65B-7E0B-4B67-B684-4F756FD2C5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C1BE0F-E1D2-4DE4-8408-21764CDCA7B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28F4FABA-C7A1-4091-B192-01646C0D0BD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228C2E-AC59-49FB-B4AF-A6FCF75009A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28136ED5-4575-486E-9BC3-CCDFB6BB0837}"/>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7106C607-E810-4F32-BBBE-46A897831928}"/>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147578610"/>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C59776-B801-4D78-B97B-F2695BA716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B71619-034B-42F2-972D-12518ECA2A9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E4E0AD01-7103-4F8E-9C01-9F7643A59FA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5F4B21-62DD-4521-B429-A1540C37B99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0E615E7-9E3A-44F9-93F7-F232033F3FE1}"/>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BDE98522-D7AA-4800-A4E4-32699E9B0AF2}"/>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1396388652"/>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E5B4D9-3362-4275-BAC6-E2DB7124F2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3607FF-7654-43F4-B609-3C849F34D24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1C4E76CB-99C9-4587-AC3A-50B9E42BE78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081B10-3EC3-4BBB-B265-01E7A70822B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5561BDED-F2DB-47D8-8EAE-E3833DB88A94}"/>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B4BD045-0EC1-4338-8DA4-320636FA8B48}"/>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450624898"/>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F528C1-86C3-4887-A029-721CCBB15B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8C2D66-08C2-497D-94EA-C88434EEF38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0DC3918E-3E34-47FD-A313-47B9E26B3DA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080513-343C-4C87-9BE7-1FC5A3A2705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E19C3C6B-407B-4CBE-BD14-E0624F4A8A91}"/>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D6908CD2-6EBD-4081-93E5-17FC4C8529DC}"/>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13D65DF0-96AD-44E2-ABB2-7CDABDF09011}"/>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EE3FD2C-83B2-4569-BA74-2CCDA485A572}"/>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431D9C90-0F74-45F8-BEDC-5161C85F535E}"/>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FF889FB2-33BD-4C2A-8141-6FBBAA9DAC50}"/>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A42E99-910E-4E86-8058-16437DBF8204}"/>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2D993513-1A61-4C2B-905B-23E838A58A2C}"/>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11C1347D-CD37-4DCF-AA68-A5D24E0CAA18}"/>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22F49FC-0BB7-4EDC-86A5-528C3C97619D}"/>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F1F55FF2-3545-435C-8AA7-751FEAEFE78E}"/>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630034768"/>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B67F046-037F-4652-BB46-8F4E2266EA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403A80-4E39-4FD4-940C-DA64EB40C5A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D0F3851D-9FEA-4820-97C6-6778FE5E02E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EF849C-967C-4E51-8945-C87A77B9FB4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1EBCED7E-23CA-4E0B-949C-F168D6F5059B}"/>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257DF297-4122-4DBC-9DF9-2C64E7567335}"/>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9BBC8B30-D2D1-4B16-8A62-3A310E610489}"/>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AEAF75-ED89-49DF-BCFF-A76FBA93C2A5}"/>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A1EA903D-D6EB-4B42-BB2C-99509DB49A35}"/>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A421601F-8448-4A3C-930F-7B82AD9048CF}"/>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A83A69-BBD2-4975-9CE3-118021F220AE}"/>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D3DA3FCB-CDD8-44CF-B170-F3F457C62F14}"/>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46E2BB8F-7A1C-4B03-96BE-E94A34B785C3}"/>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124315249"/>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C93E4A-7E64-4860-869F-67B3BF6167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B33EEF-2254-4450-AB16-BE85831FB42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49EB722D-A814-40AF-B67C-F07621C95C6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DC0A9B-B862-4A7A-89A4-290660D2D76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E0FCBE4D-BCBE-4743-915F-BD01DF5423D0}"/>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94C491B9-3147-4BF3-8612-C639D5E42B33}"/>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B5F97079-453E-4403-9E94-CB801571692F}"/>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698EB2-92E2-45C0-912F-CCB6E194AC35}"/>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D698D016-B9C2-4650-ABD2-226ACAC0B733}"/>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0E83C2FF-AE10-4A12-B406-EC49C657CFD8}"/>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04ABEC-2C79-446D-AEF1-781FC34FF218}"/>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0A1E5AD8-E1D7-494D-960A-8B3DFEC12737}"/>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8310A9D2-CC95-416D-89E4-F8EFD629E16B}"/>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993722161"/>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E0E4D8-3954-463F-9190-026DC6B0C25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530527-C723-45C0-9B96-D1447049C1F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C89F6C49-E1AD-4AF6-B2CE-7779FC18E21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417F93-6CC7-4D9E-B127-40A189FF28B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ED434186-DAD7-4288-9D11-5AEF8A5EDEA5}"/>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779A2E4F-AF24-4141-A021-4D1891F8EC66}"/>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CF69E735-F601-4636-A4FC-6D99843A5ED5}"/>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3C460CE-F2A0-4E79-BAAD-C39B5C21A6B6}"/>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78352256-0D06-4D73-AD47-1A4101D5545A}"/>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D9AC4E71-6137-4BBA-B92E-594D0D784CF1}"/>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84C7E21-34B4-4236-9262-815E020C479A}"/>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05EEF590-5732-4CEC-B2C7-02BF84D1CAB6}"/>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8A3D4FB0-EAFF-4E5C-9D8F-437BB2C162A3}"/>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78A8E66-2CAA-438D-96A5-C52C91CADD7A}"/>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A0BA44F-D725-4E80-BFCF-529473F3AC38}"/>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057986189"/>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9F6EF0-3648-4AE9-9E4F-0BB1F086F79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077037-DC7D-4AD0-B3A7-326AB431DD2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DB4BD46A-9B67-47FF-8C06-E7A4A34F0E6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5DD73C-5CB2-46B2-AAF6-8FA087A5AB6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E1B6837C-98EB-47D6-8FB1-03B4F113CD52}"/>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35E9EA01-6AEF-43E7-AD5A-7FB87532D520}"/>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CE2FA532-2949-40D8-B7B9-9C4414D14D88}"/>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8C2264-78A4-420F-BD07-E3C357A9F22C}"/>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21C5EFA3-4A42-4238-BC73-D1786BC4C46C}"/>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5D633CC5-EF8B-418C-9157-86DCDF77802C}"/>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2066379773"/>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EFB1B3-E0D2-42E6-A99E-E8F4B7161D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1E50C1-C11F-4678-8BC1-12EE72DB01E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1A9C4420-636B-4C89-8EA7-A6D3B8644B9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074B15-2C5C-4249-9F4F-50EF13D95A6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777DF728-61D4-4EAF-935E-28EBB145C3BA}"/>
              </a:ext>
            </a:extLst>
          </p:cNvPr>
          <p:cNvSpPr>
            <a:spLocks xmlns:a="http://schemas.openxmlformats.org/drawingml/2006/main" noGrp="1"/>
          </p:cNvSpPr>
          <p:nvPr/>
        </p:nvSpPr>
        <p:spPr>
          <a:xfrm xmlns:a="http://schemas.openxmlformats.org/drawingml/2006/main">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E4257083-2418-4CA7-AF04-EABA59674586}"/>
              </a:ext>
            </a:extLst>
          </p:cNvPr>
          <p:cNvSpPr>
            <a:spLocks xmlns:a="http://schemas.openxmlformats.org/drawingml/2006/main" noGrp="1"/>
          </p:cNvSpPr>
          <p:nvPr/>
        </p:nvSpPr>
        <p:spPr>
          <a:xfrm xmlns:a="http://schemas.openxmlformats.org/drawingml/2006/main">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F854DC9B-5D09-498D-836D-0AEC930F327C}"/>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997541F-F3C5-4ACD-8644-600C8018BFB1}"/>
              </a:ext>
            </a:extLst>
          </p:cNvPr>
          <p:cNvSpPr>
            <a:spLocks xmlns:a="http://schemas.openxmlformats.org/drawingml/2006/main" noGrp="1"/>
          </p:cNvSpPr>
          <p:nvPr/>
        </p:nvSpPr>
        <p:spPr>
          <a:xfrm xmlns:a="http://schemas.openxmlformats.org/drawingml/2006/main">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480616F2-F141-4C6B-B8AE-2B513CB6E977}"/>
              </a:ext>
            </a:extLst>
          </p:cNvPr>
          <p:cNvSpPr>
            <a:spLocks xmlns:a="http://schemas.openxmlformats.org/drawingml/2006/main" noGrp="1"/>
          </p:cNvSpPr>
          <p:nvPr/>
        </p:nvSpPr>
        <p:spPr>
          <a:xfrm xmlns:a="http://schemas.openxmlformats.org/drawingml/2006/main">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248499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2026-09-14T22:06:04.7440000Z</dcterms:created>
  <dcterms:modified xsi:type="dcterms:W3CDTF">2026-09-14T22:06:04.7440000Z</dcterms:modified>
</coreProperties>
</file>