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5d7bb878434d50" /><Relationship Type="http://schemas.openxmlformats.org/officeDocument/2006/relationships/extended-properties" Target="/docProps/app.xml" Id="R4eba55bb97884842" /><Relationship Type="http://schemas.openxmlformats.org/officeDocument/2006/relationships/officeDocument" Target="/ppt/presentation.xml" Id="R6c85d325f74f4b62" /></Relationships>
</file>

<file path=ppt/presentation.xml><?xml version="1.0" encoding="utf-8"?>
<p:presentation xmlns:p="http://schemas.openxmlformats.org/presentationml/2006/main">
  <p:sldMasterIdLst>
    <p:sldMasterId xmlns:r="http://schemas.openxmlformats.org/officeDocument/2006/relationships" id="2147483648" r:id="Rb4427da094d44947"/>
  </p:sldMasterIdLst>
  <p:notesMasterIdLst>
    <p:notesMasterId xmlns:r="http://schemas.openxmlformats.org/officeDocument/2006/relationships" r:id="Rb5c4bddf0d36419d"/>
  </p:notesMasterIdLst>
  <p:sldIdLst>
    <p:sldId xmlns:r="http://schemas.openxmlformats.org/officeDocument/2006/relationships" id="256" r:id="R45bda52332044f2a"/>
    <p:sldId xmlns:r="http://schemas.openxmlformats.org/officeDocument/2006/relationships" id="257" r:id="R0edf1c3a84db4b38"/>
    <p:sldId xmlns:r="http://schemas.openxmlformats.org/officeDocument/2006/relationships" id="258" r:id="R73b1dde6f9e54eba"/>
    <p:sldId xmlns:r="http://schemas.openxmlformats.org/officeDocument/2006/relationships" id="259" r:id="R77e9569ce31f448d"/>
    <p:sldId xmlns:r="http://schemas.openxmlformats.org/officeDocument/2006/relationships" id="260" r:id="Rd252ab4458ca4c70"/>
    <p:sldId xmlns:r="http://schemas.openxmlformats.org/officeDocument/2006/relationships" id="261" r:id="R1c2f2de668d6432a"/>
    <p:sldId xmlns:r="http://schemas.openxmlformats.org/officeDocument/2006/relationships" id="262" r:id="R611dc7a2339d4324"/>
    <p:sldId xmlns:r="http://schemas.openxmlformats.org/officeDocument/2006/relationships" id="263" r:id="Red0092ef8efa47e2"/>
    <p:sldId xmlns:r="http://schemas.openxmlformats.org/officeDocument/2006/relationships" id="264" r:id="R824313eff1d14416"/>
    <p:sldId xmlns:r="http://schemas.openxmlformats.org/officeDocument/2006/relationships" id="265" r:id="R86a95f23df7e42ad"/>
    <p:sldId xmlns:r="http://schemas.openxmlformats.org/officeDocument/2006/relationships" id="266" r:id="Rec2f25e859674399"/>
    <p:sldId xmlns:r="http://schemas.openxmlformats.org/officeDocument/2006/relationships" id="267" r:id="Ra0c3a2aa41e54266"/>
    <p:sldId xmlns:r="http://schemas.openxmlformats.org/officeDocument/2006/relationships" id="268" r:id="R563e8e918a9648ab"/>
    <p:sldId xmlns:r="http://schemas.openxmlformats.org/officeDocument/2006/relationships" id="269" r:id="Rfcc36aeb6e384d96"/>
    <p:sldId xmlns:r="http://schemas.openxmlformats.org/officeDocument/2006/relationships" id="270" r:id="R27ecd5a4662c41ca"/>
    <p:sldId xmlns:r="http://schemas.openxmlformats.org/officeDocument/2006/relationships" id="271" r:id="R0bbcac30629f44ae"/>
    <p:sldId xmlns:r="http://schemas.openxmlformats.org/officeDocument/2006/relationships" id="272" r:id="R2d7d7347f91241a2"/>
    <p:sldId xmlns:r="http://schemas.openxmlformats.org/officeDocument/2006/relationships" id="273" r:id="Rdf658e14acb54a2d"/>
    <p:sldId xmlns:r="http://schemas.openxmlformats.org/officeDocument/2006/relationships" id="274" r:id="R084c210f1c234b76"/>
    <p:sldId xmlns:r="http://schemas.openxmlformats.org/officeDocument/2006/relationships" id="275" r:id="Re44a898d561b47b9"/>
    <p:sldId xmlns:r="http://schemas.openxmlformats.org/officeDocument/2006/relationships" id="276" r:id="Rc2795d7fe72f4b5f"/>
    <p:sldId xmlns:r="http://schemas.openxmlformats.org/officeDocument/2006/relationships" id="277" r:id="Re987c3e504db4cf2"/>
    <p:sldId xmlns:r="http://schemas.openxmlformats.org/officeDocument/2006/relationships" id="278" r:id="Rbdf9ecb05e0b42e9"/>
    <p:sldId xmlns:r="http://schemas.openxmlformats.org/officeDocument/2006/relationships" id="279" r:id="R62943162e96c46ce"/>
    <p:sldId xmlns:r="http://schemas.openxmlformats.org/officeDocument/2006/relationships" id="280" r:id="R60f5bf38c8a64d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f3b6af8cf84088" /><Relationship Type="http://schemas.openxmlformats.org/officeDocument/2006/relationships/slideMaster" Target="/ppt/slideMasters/slideMaster1.xml" Id="Rb4427da094d44947" /><Relationship Type="http://schemas.openxmlformats.org/officeDocument/2006/relationships/notesMaster" Target="/ppt/notesMasters/notesMaster1.xml" Id="Rb5c4bddf0d36419d" /><Relationship Type="http://schemas.openxmlformats.org/officeDocument/2006/relationships/presProps" Target="/ppt/presProps.xml" Id="R0ee58f4555014017" /><Relationship Type="http://schemas.openxmlformats.org/officeDocument/2006/relationships/tableStyles" Target="/ppt/tableStyles.xml" Id="R122293e16532432e" /><Relationship Type="http://schemas.openxmlformats.org/officeDocument/2006/relationships/slide" Target="/ppt/slides/slide1.xml" Id="R45bda52332044f2a" /><Relationship Type="http://schemas.openxmlformats.org/officeDocument/2006/relationships/slide" Target="/ppt/slides/slide2.xml" Id="R0edf1c3a84db4b38" /><Relationship Type="http://schemas.openxmlformats.org/officeDocument/2006/relationships/slide" Target="/ppt/slides/slide3.xml" Id="R73b1dde6f9e54eba" /><Relationship Type="http://schemas.openxmlformats.org/officeDocument/2006/relationships/slide" Target="/ppt/slides/slide4.xml" Id="R77e9569ce31f448d" /><Relationship Type="http://schemas.openxmlformats.org/officeDocument/2006/relationships/slide" Target="/ppt/slides/slide5.xml" Id="Rd252ab4458ca4c70" /><Relationship Type="http://schemas.openxmlformats.org/officeDocument/2006/relationships/slide" Target="/ppt/slides/slide6.xml" Id="R1c2f2de668d6432a" /><Relationship Type="http://schemas.openxmlformats.org/officeDocument/2006/relationships/slide" Target="/ppt/slides/slide7.xml" Id="R611dc7a2339d4324" /><Relationship Type="http://schemas.openxmlformats.org/officeDocument/2006/relationships/slide" Target="/ppt/slides/slide8.xml" Id="Red0092ef8efa47e2" /><Relationship Type="http://schemas.openxmlformats.org/officeDocument/2006/relationships/slide" Target="/ppt/slides/slide9.xml" Id="R824313eff1d14416" /><Relationship Type="http://schemas.openxmlformats.org/officeDocument/2006/relationships/slide" Target="/ppt/slides/slide10.xml" Id="R86a95f23df7e42ad" /><Relationship Type="http://schemas.openxmlformats.org/officeDocument/2006/relationships/slide" Target="/ppt/slides/slide11.xml" Id="Rec2f25e859674399" /><Relationship Type="http://schemas.openxmlformats.org/officeDocument/2006/relationships/slide" Target="/ppt/slides/slide12.xml" Id="Ra0c3a2aa41e54266" /><Relationship Type="http://schemas.openxmlformats.org/officeDocument/2006/relationships/slide" Target="/ppt/slides/slide13.xml" Id="R563e8e918a9648ab" /><Relationship Type="http://schemas.openxmlformats.org/officeDocument/2006/relationships/slide" Target="/ppt/slides/slide14.xml" Id="Rfcc36aeb6e384d96" /><Relationship Type="http://schemas.openxmlformats.org/officeDocument/2006/relationships/slide" Target="/ppt/slides/slide15.xml" Id="R27ecd5a4662c41ca" /><Relationship Type="http://schemas.openxmlformats.org/officeDocument/2006/relationships/slide" Target="/ppt/slides/slide16.xml" Id="R0bbcac30629f44ae" /><Relationship Type="http://schemas.openxmlformats.org/officeDocument/2006/relationships/slide" Target="/ppt/slides/slide17.xml" Id="R2d7d7347f91241a2" /><Relationship Type="http://schemas.openxmlformats.org/officeDocument/2006/relationships/slide" Target="/ppt/slides/slide18.xml" Id="Rdf658e14acb54a2d" /><Relationship Type="http://schemas.openxmlformats.org/officeDocument/2006/relationships/slide" Target="/ppt/slides/slide19.xml" Id="R084c210f1c234b76" /><Relationship Type="http://schemas.openxmlformats.org/officeDocument/2006/relationships/slide" Target="/ppt/slides/slide20.xml" Id="Re44a898d561b47b9" /><Relationship Type="http://schemas.openxmlformats.org/officeDocument/2006/relationships/slide" Target="/ppt/slides/slide21.xml" Id="Rc2795d7fe72f4b5f" /><Relationship Type="http://schemas.openxmlformats.org/officeDocument/2006/relationships/slide" Target="/ppt/slides/slide22.xml" Id="Re987c3e504db4cf2" /><Relationship Type="http://schemas.openxmlformats.org/officeDocument/2006/relationships/slide" Target="/ppt/slides/slide23.xml" Id="Rbdf9ecb05e0b42e9" /><Relationship Type="http://schemas.openxmlformats.org/officeDocument/2006/relationships/slide" Target="/ppt/slides/slide24.xml" Id="R62943162e96c46ce" /><Relationship Type="http://schemas.openxmlformats.org/officeDocument/2006/relationships/slide" Target="/ppt/slides/slide25.xml" Id="R60f5bf38c8a64d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21a4c0176842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576a026e2c4858" /><Relationship Type="http://schemas.openxmlformats.org/officeDocument/2006/relationships/notesMaster" Target="/ppt/notesMasters/notesMaster1.xml" Id="Ra6dd0a888f724b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98439f25214428" /><Relationship Type="http://schemas.openxmlformats.org/officeDocument/2006/relationships/notesMaster" Target="/ppt/notesMasters/notesMaster1.xml" Id="R983736a35bb242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97590cfba2496e" /><Relationship Type="http://schemas.openxmlformats.org/officeDocument/2006/relationships/notesMaster" Target="/ppt/notesMasters/notesMaster1.xml" Id="Ra172634df4b441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6b98366cfe4ec8" /><Relationship Type="http://schemas.openxmlformats.org/officeDocument/2006/relationships/notesMaster" Target="/ppt/notesMasters/notesMaster1.xml" Id="R3297b8c716e245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8a308875764446" /><Relationship Type="http://schemas.openxmlformats.org/officeDocument/2006/relationships/notesMaster" Target="/ppt/notesMasters/notesMaster1.xml" Id="R357238af91894e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d7e2d0569544f5" /><Relationship Type="http://schemas.openxmlformats.org/officeDocument/2006/relationships/notesMaster" Target="/ppt/notesMasters/notesMaster1.xml" Id="R20b53e2ca5cb46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955cfab05240a8" /><Relationship Type="http://schemas.openxmlformats.org/officeDocument/2006/relationships/notesMaster" Target="/ppt/notesMasters/notesMaster1.xml" Id="R7efdc373e87f4d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cc58184e954fb6" /><Relationship Type="http://schemas.openxmlformats.org/officeDocument/2006/relationships/notesMaster" Target="/ppt/notesMasters/notesMaster1.xml" Id="R287da87ef83c42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7be802d0a341ec" /><Relationship Type="http://schemas.openxmlformats.org/officeDocument/2006/relationships/notesMaster" Target="/ppt/notesMasters/notesMaster1.xml" Id="R31c51d4dd13c4f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cde2a5795e47a4" /><Relationship Type="http://schemas.openxmlformats.org/officeDocument/2006/relationships/notesMaster" Target="/ppt/notesMasters/notesMaster1.xml" Id="Rf6235db71a7d4d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559ed5273443cf" /><Relationship Type="http://schemas.openxmlformats.org/officeDocument/2006/relationships/notesMaster" Target="/ppt/notesMasters/notesMaster1.xml" Id="Rd601a081ccfe43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72a319f5b740df" /><Relationship Type="http://schemas.openxmlformats.org/officeDocument/2006/relationships/notesMaster" Target="/ppt/notesMasters/notesMaster1.xml" Id="R026331d9a1c04e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a6057693754482" /><Relationship Type="http://schemas.openxmlformats.org/officeDocument/2006/relationships/notesMaster" Target="/ppt/notesMasters/notesMaster1.xml" Id="R3dade82c421145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22d7761f994c66" /><Relationship Type="http://schemas.openxmlformats.org/officeDocument/2006/relationships/notesMaster" Target="/ppt/notesMasters/notesMaster1.xml" Id="Rec554e81c86a49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4a3baab6644c8b" /><Relationship Type="http://schemas.openxmlformats.org/officeDocument/2006/relationships/notesMaster" Target="/ppt/notesMasters/notesMaster1.xml" Id="R7b42b9f6aea5493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c29086047714c8d" /><Relationship Type="http://schemas.openxmlformats.org/officeDocument/2006/relationships/notesMaster" Target="/ppt/notesMasters/notesMaster1.xml" Id="Rf997df5f5b4e49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358f0b6b734ed3" /><Relationship Type="http://schemas.openxmlformats.org/officeDocument/2006/relationships/notesMaster" Target="/ppt/notesMasters/notesMaster1.xml" Id="R64cade62ea0045a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ae637c0e8d46d4" /><Relationship Type="http://schemas.openxmlformats.org/officeDocument/2006/relationships/notesMaster" Target="/ppt/notesMasters/notesMaster1.xml" Id="R1720228f0c204e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1fdcf7ab4448bc" /><Relationship Type="http://schemas.openxmlformats.org/officeDocument/2006/relationships/notesMaster" Target="/ppt/notesMasters/notesMaster1.xml" Id="R941788b6e50a40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dd9a28065894c22" /><Relationship Type="http://schemas.openxmlformats.org/officeDocument/2006/relationships/notesMaster" Target="/ppt/notesMasters/notesMaster1.xml" Id="R2ed69073a49f4e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56271ac3ed4d05" /><Relationship Type="http://schemas.openxmlformats.org/officeDocument/2006/relationships/notesMaster" Target="/ppt/notesMasters/notesMaster1.xml" Id="R77904171a1b3432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ef850156c0448cd" /><Relationship Type="http://schemas.openxmlformats.org/officeDocument/2006/relationships/notesMaster" Target="/ppt/notesMasters/notesMaster1.xml" Id="R3dfa77c3bb1f44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c7036f308a74b78" /><Relationship Type="http://schemas.openxmlformats.org/officeDocument/2006/relationships/notesMaster" Target="/ppt/notesMasters/notesMaster1.xml" Id="Racd0cff26beb4a1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61da0a07fd4c49" /><Relationship Type="http://schemas.openxmlformats.org/officeDocument/2006/relationships/notesMaster" Target="/ppt/notesMasters/notesMaster1.xml" Id="R34da6e52192749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6231dcf42d4be8" /><Relationship Type="http://schemas.openxmlformats.org/officeDocument/2006/relationships/notesMaster" Target="/ppt/notesMasters/notesMaster1.xml" Id="R32b1439a23554a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c7fb5b533e47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759d16574f4c60" /><Relationship Type="http://schemas.openxmlformats.org/officeDocument/2006/relationships/slideLayout" Target="/ppt/slideLayouts/slideLayout1.xml" Id="R20eb68a5379448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eb68a5379448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e5eeaaa9144084" /><Relationship Type="http://schemas.openxmlformats.org/officeDocument/2006/relationships/notesSlide" Target="/ppt/notesSlides/notesSlide1.xml" Id="R66c90fb791af4f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34f5128d664a5c" /><Relationship Type="http://schemas.openxmlformats.org/officeDocument/2006/relationships/notesSlide" Target="/ppt/notesSlides/notesSlide2.xml" Id="R3084da2a7ba349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bd436d2ffe4ca2" /><Relationship Type="http://schemas.openxmlformats.org/officeDocument/2006/relationships/notesSlide" Target="/ppt/notesSlides/notesSlide3.xml" Id="Rf232a674e57245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a342157c6e490c" /><Relationship Type="http://schemas.openxmlformats.org/officeDocument/2006/relationships/notesSlide" Target="/ppt/notesSlides/notesSlide4.xml" Id="R7e2d81a303d64b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25df816d364f54" /><Relationship Type="http://schemas.openxmlformats.org/officeDocument/2006/relationships/notesSlide" Target="/ppt/notesSlides/notesSlide5.xml" Id="Ra317bbf2e12444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7b63efbebc4b53" /><Relationship Type="http://schemas.openxmlformats.org/officeDocument/2006/relationships/notesSlide" Target="/ppt/notesSlides/notesSlide6.xml" Id="Reb4332073d344c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45e605926c45a7" /><Relationship Type="http://schemas.openxmlformats.org/officeDocument/2006/relationships/notesSlide" Target="/ppt/notesSlides/notesSlide7.xml" Id="R4a99a9d8de7f46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3924c639b14c70" /><Relationship Type="http://schemas.openxmlformats.org/officeDocument/2006/relationships/notesSlide" Target="/ppt/notesSlides/notesSlide8.xml" Id="R1f7f3090730c45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cb3cc919c64059" /><Relationship Type="http://schemas.openxmlformats.org/officeDocument/2006/relationships/notesSlide" Target="/ppt/notesSlides/notesSlide9.xml" Id="R5eb0ba7308c246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114a168fd14f13" /><Relationship Type="http://schemas.openxmlformats.org/officeDocument/2006/relationships/notesSlide" Target="/ppt/notesSlides/notesSlide10.xml" Id="Rbb2d32b6311446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f4b5c81ace4d6c" /><Relationship Type="http://schemas.openxmlformats.org/officeDocument/2006/relationships/notesSlide" Target="/ppt/notesSlides/notesSlide11.xml" Id="R832a33a9aa6c4a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b59ad3b4714296" /><Relationship Type="http://schemas.openxmlformats.org/officeDocument/2006/relationships/notesSlide" Target="/ppt/notesSlides/notesSlide12.xml" Id="R4aa16bee676544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76afe31b31743b6" /><Relationship Type="http://schemas.openxmlformats.org/officeDocument/2006/relationships/notesSlide" Target="/ppt/notesSlides/notesSlide13.xml" Id="R3829cb03d48048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2b5d3adb98a4308" /><Relationship Type="http://schemas.openxmlformats.org/officeDocument/2006/relationships/notesSlide" Target="/ppt/notesSlides/notesSlide14.xml" Id="R4f945dbf19ad41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f24ccc6457428b" /><Relationship Type="http://schemas.openxmlformats.org/officeDocument/2006/relationships/notesSlide" Target="/ppt/notesSlides/notesSlide15.xml" Id="Reecdc28ebfce45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a448f6aee224ba1" /><Relationship Type="http://schemas.openxmlformats.org/officeDocument/2006/relationships/notesSlide" Target="/ppt/notesSlides/notesSlide16.xml" Id="R55a84f178cac48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6aee163afd8489a" /><Relationship Type="http://schemas.openxmlformats.org/officeDocument/2006/relationships/image" Target="/ppt/media/image.jpeg" Id="Re638f44aab704bd5" /><Relationship Type="http://schemas.openxmlformats.org/officeDocument/2006/relationships/image" Target="/ppt/media/image2.jpeg" Id="R0b9fb20fe7a74682" /><Relationship Type="http://schemas.openxmlformats.org/officeDocument/2006/relationships/image" Target="/ppt/media/image3.jpeg" Id="Rec561c01f62f4674" /><Relationship Type="http://schemas.openxmlformats.org/officeDocument/2006/relationships/notesSlide" Target="/ppt/notesSlides/notesSlide17.xml" Id="Rd9a94d44ae724b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d6a03b13a564b62" /><Relationship Type="http://schemas.openxmlformats.org/officeDocument/2006/relationships/notesSlide" Target="/ppt/notesSlides/notesSlide18.xml" Id="Rc40a7cb1635c40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4a7c52507464d1f" /><Relationship Type="http://schemas.openxmlformats.org/officeDocument/2006/relationships/notesSlide" Target="/ppt/notesSlides/notesSlide19.xml" Id="Rd8fac60b803a4e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6d632f481d6462a" /><Relationship Type="http://schemas.openxmlformats.org/officeDocument/2006/relationships/notesSlide" Target="/ppt/notesSlides/notesSlide20.xml" Id="R8941f4f7239f42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08c5d73837a482b" /><Relationship Type="http://schemas.openxmlformats.org/officeDocument/2006/relationships/notesSlide" Target="/ppt/notesSlides/notesSlide21.xml" Id="Rb9b7a9dfa181419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3f89a53519f4fe5" /><Relationship Type="http://schemas.openxmlformats.org/officeDocument/2006/relationships/notesSlide" Target="/ppt/notesSlides/notesSlide22.xml" Id="R282b9de9f8b046e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80d4f1601f34411" /><Relationship Type="http://schemas.openxmlformats.org/officeDocument/2006/relationships/notesSlide" Target="/ppt/notesSlides/notesSlide23.xml" Id="R3b0bde06bcb748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9ceb0faa75a4a79" /><Relationship Type="http://schemas.openxmlformats.org/officeDocument/2006/relationships/notesSlide" Target="/ppt/notesSlides/notesSlide24.xml" Id="Rec5c0aaf9692447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88b5f56b8a44b1e" /><Relationship Type="http://schemas.openxmlformats.org/officeDocument/2006/relationships/notesSlide" Target="/ppt/notesSlides/notesSlide25.xml" Id="R9af77ea8e1bf49c9"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AB3849-8F0B-4D85-A3AB-6EC4C6DA73B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4FFBE4-5FB7-4936-BEAC-5E0B42F31991}"/>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E270783F-83AA-48A6-B5B1-9C44823F6C2D}"/>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91479AE8-2FE9-44D2-94D6-98611DEB8111}"/>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E594F6-FAEA-4034-ABAC-C643494670F1}"/>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0C63C35B-C9DC-4CF8-B716-62FA85A85F3E}"/>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31864530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1BF65DA-7B9F-4869-94C6-54EC1B712A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F5B94D-8810-49CF-8348-507EEBDBAFE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EC8C8AF3-8C83-45CE-A31C-2A50C8D938D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2DB0F7-928B-4301-8E59-FDA793D4B07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C60EA125-A873-436C-BA3B-037BDC22D65D}"/>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B9C73DFB-156D-4C13-9AB8-E7D0F559E0CA}"/>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56D1CE-6E95-49F6-8C7F-D4211636B8B3}"/>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5D7E95-BB15-4849-B20F-281CB24ABC1C}"/>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419D6EB-12C0-43AA-9EA0-B1CD78F31D8C}"/>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DAF7C7D9-C7A3-491C-88C0-3B495CA92D53}"/>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E25F014F-7C46-4755-8BF8-DD2F13BBE16D}"/>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79149BB2-3E95-4C06-BFF0-E5F8343A3333}"/>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0C9533BF-0DD7-4673-A0C4-E575B753C260}"/>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EBFFDB24-1F70-4043-94CA-8A89BE4242C1}"/>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85405D96-33E9-4B16-AED8-01D3CA215264}"/>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5282AA6C-B3E2-41A4-9302-4916AC55E789}"/>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B41D0077-23BE-4938-91F5-1B5465589278}"/>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6356E95-3A90-4552-A4F1-B08D5EDA79E5}"/>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957CC44-C8F2-4588-B0B2-3F8BC0615348}"/>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4482100-4DF7-4A0B-8FFB-3DC2AAFCC998}"/>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3386A6A6-6317-416B-BF80-891C8D2A6729}"/>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51EB2ED6-8078-4FA4-937D-9F7ADE34B7A7}"/>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B0B36F0-1927-4C95-8AC3-D282BAACCAA7}"/>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5E852E4B-1DDC-42AD-B12B-97BD84FA5D2A}"/>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3D0A4515-64C0-480B-B000-53BB40183A6F}"/>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949C8C44-7FCB-4276-95B4-C0A8CB74F8C9}"/>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91B704EC-8BED-43ED-B585-008F1CF15E2B}"/>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07EDECF6-F4BE-4E3C-A7CC-F61CD79E6783}"/>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621E359B-8F8E-46B2-8878-19025BDA3051}"/>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8AFB95EB-1195-40B2-9B45-78717317FAD4}"/>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C58E1FF4-4491-41E8-8141-DB37137A6BB7}"/>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E93733B0-2706-4726-9002-25F331573241}"/>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61D40190-7D14-470A-961E-B149D292D0E4}"/>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298DAE2D-AC9C-4140-BA1C-118E35250966}"/>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A568BEFA-B63B-4B16-BF8E-40760D58535A}"/>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FE0A8FB1-D591-40C3-B153-ECFD2EC39EE3}"/>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508439465"/>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8CB209-1B18-44D5-8F5D-CC1639ED84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D3AEF1-5DCD-4EB8-866D-B2667E02D5B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C4E45BB7-6481-430C-8262-F4706517697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D14DE3-46EB-4F12-B238-A43497C2C01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1A4A5A1F-8F17-4DF2-99BB-615808120CB5}"/>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4F929FF3-9F3C-4992-BD7C-387CCAC52F09}"/>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A96F119B-D561-4DC9-9921-A2AD4BE9A235}"/>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16952E0C-2580-4A59-B6DC-8778DF480CB8}"/>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41AD9BBC-3862-4116-8757-52BCE14CAB31}"/>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94549B5-F6C8-4725-A66B-93EEDBB34D03}"/>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18E6324B-7BD5-48A3-B5E0-B41D69A9FA73}"/>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29A5A8D2-730E-49EA-B98A-0A414E90AED0}"/>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943593981"/>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72BB4F-2298-4C68-AB28-14ADE841178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54C5ED-3207-47D6-A885-96FB377BB4E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636704BE-8DE7-4FED-89E1-8A079CBDF1B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70144F-54A6-481A-9668-7D9F3A61A5E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41A42694-0872-4AE1-9729-EF163BB722D2}"/>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B1E1FB5A-09F5-42CB-8702-A22352279060}"/>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973DDACC-3343-46BF-AA39-565E15D72C77}"/>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006035-53FA-4083-8567-24F395D379EF}"/>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C5D11391-045B-40BB-B96F-29D053D84B1C}"/>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8F32C32F-0085-4D52-AA9A-79772EB32D04}"/>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B477DE-6C9D-41B2-BEBF-9317E0853BE1}"/>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30F18A65-114C-4203-863D-DCE3D8E06ED8}"/>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DCC48412-8728-477F-A6A9-E4BA9CF523FC}"/>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029C81-C5C1-43DA-9007-18CFFAE77DE2}"/>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FEFA26B0-7540-48DB-A932-71FC6C919566}"/>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971789992"/>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3CF61525-7B1C-4B2C-B59A-C9A48507C7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E04C94-14DD-45FF-B4D9-F36FB860156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7C99380F-5202-467F-939C-AFA5D58FE46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2BC888-1C9C-49CA-800A-5C31960AEC3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B59B9041-0ED5-46EB-A154-512FAE50F16A}"/>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78B6B16F-954E-47B4-B62E-1F345E0CC476}"/>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B68C67A-4E03-4A46-88BD-2DB9737911A4}"/>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0EE842-9ABC-4674-8EA7-69CC8CF6F044}"/>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2668BFD-2BDD-4A70-A609-1A88E181EC9D}"/>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94C2AF9E-C230-47E1-870A-91AAC77B2761}"/>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8DC16A34-DAB1-4FAE-9882-A947ADE48EFB}"/>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5C822642-B44A-4F4F-B1D1-F16FE41140C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89CBB2F9-06FD-40D2-A9CE-AC41AF214BCC}"/>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9996C66F-2046-443E-8D65-A2A2563D645E}"/>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47639EC0-0BD0-4651-A715-55A171DDE941}"/>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07455B9-7D24-4750-8257-D585584F2DCF}"/>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0EF71C0D-1CB6-401A-B10F-38127DFC7F8A}"/>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9EF8D4A-6C52-4508-97D9-B79B085A2DF3}"/>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EB84D3-150D-41DC-88D8-104AF25E33DA}"/>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1CD44A1-C831-4C46-A063-EC76320F113E}"/>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E5C99B13-47DA-40B1-8526-9B86D9133C17}"/>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FECEFF2C-ED4F-4DE0-9C23-F373123CCDC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CA6BF60-05E3-4F8E-823C-A10480C817D2}"/>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916F710F-6E5C-401D-A34B-A8A84E608311}"/>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56A7E5F-27D4-4C5E-B37C-3B0F5B8F22CB}"/>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91F4818-77D8-457E-95A4-10C5B0467ACD}"/>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4EA76DE-BF0E-4D2A-8972-3DF39340ADEE}"/>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2BD5B43-7730-4710-BC67-9D9910C95C5E}"/>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B0C1894-21CD-423F-A2F8-0674E85F3257}"/>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D624ABD-6AC6-4EAD-B6E4-E9C4FF8F6695}"/>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021E609-A9FA-496C-AEE4-E9B8D5491B1D}"/>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6440557-942F-4D86-8D3F-C4E041894B25}"/>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B99E2DE-93F5-4296-8501-CB615D883072}"/>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235CE86-ACB0-481C-A163-6C8EB7F5BD01}"/>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CF51F0A-A506-4F1E-9518-FA6D2FEA75D8}"/>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CA2F69A-29F3-49D2-B603-685A25C50144}"/>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95B7E7F-85AB-4828-9BA8-3231D9BF5207}"/>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AD9E1AB-9BBE-44D8-ABE2-3C6BF8CC57D3}"/>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122F791-2486-42F3-8901-4235C47BB888}"/>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AC58512-C934-4FD3-B00F-3354C7089661}"/>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F07DD28-9FA5-4B72-89E6-BD917F0E123E}"/>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5659DE4-DD38-4BA9-9F32-3C8D824E9E4D}"/>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F0814BB-9CC5-4B67-BC79-B426A830AF43}"/>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91ECD20-2841-4C7D-BD0A-A34A31DD5FE1}"/>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F502749-730F-4CB4-91B1-04E66F4EC817}"/>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5336280-70AF-438E-AB5E-DF2D3FB439D6}"/>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CA0F470-2712-456F-A3A3-3591D1532DA9}"/>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B59785C1-417E-467B-B234-47EE7D339F9F}"/>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18CC7E6-AD24-4545-A5D9-B589709531BD}"/>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911E1097-9E01-4872-AE90-582F3732ABA5}"/>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58352DB4-2919-431A-BC8B-F4EE30095578}"/>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22C8F651-28FD-44AB-807B-B30A8B71848C}"/>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39E76931-A182-4D33-A4F5-62130041F610}"/>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3E0108F5-11F5-4A93-9695-39D67869E315}"/>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F91AAD5A-F450-4F09-8605-3E804E26DBF8}"/>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335EB59-1426-40FC-8CE9-E33E69380A0C}"/>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556A1FF1-1D49-47A1-90EF-4E59C9AC8EA2}"/>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0D9205E0-F6B5-4BD0-BD0A-A3BDC49D49EE}"/>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3FA190E0-91E7-4290-B98B-CF92CDA35C65}"/>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79C21A58-5677-40BF-B1BD-010A73B66D17}"/>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F188AFD-D9A1-4D74-AAFD-F2C2B504768A}"/>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B1BD6A3D-880E-43CE-8016-7FB625D51FB6}"/>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667CDED8-EBD8-4E14-B6BC-EE8501E61567}"/>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C69A4343-9DFB-4780-8E63-A715B8F661B8}"/>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219258372"/>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08772851-C956-408A-AF4F-8F90E2A1FC4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C71E7F-50B8-4F5F-A926-AA36A5F290F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F635224A-D81D-4069-9786-BC90C2D7D01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004A16-03CB-4B2B-9483-85B27F2CFFB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9A787F3F-8DEF-43EC-A289-3F9D9FBA3A4C}"/>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AF591383-2469-4533-AD15-666240901D05}"/>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F15B5843-7251-4244-BE1C-2994DA88DFFA}"/>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38081DAE-77EE-45F2-9F52-5875CD9BA0D3}"/>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BAEB24DB-A91F-4C47-86DF-4107B2B09207}"/>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5B725BEE-8746-4DFE-82CB-490FD23F3189}"/>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7F453040-7C59-486E-91CB-9D3717AE9D38}"/>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10D22F-3960-4D3D-8AFF-8A6EF53CBD78}"/>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102A05-04E7-4B4B-9D5F-BDF0286E1796}"/>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315D2DE-9B52-40FD-A779-A7CA8F42BF65}"/>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94A2486-F8BC-431D-8FD1-2825B7820D8E}"/>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FBB80B5-7023-440B-AF86-B15BBD2F50EE}"/>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F9D8262-FC25-4F70-BFBF-0B2BC533F6AB}"/>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DB05F26-DB67-4F82-9A6F-CF00402EE5D8}"/>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412D2B4-EE4D-4FBE-B48C-A35186C09F78}"/>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E4AC7BD-E508-4E10-B91C-533FD512C28B}"/>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FA12B6B-D3AF-4294-9260-F80B37C1BD00}"/>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D11FCB-43C9-4266-9EA9-95CD56B000DF}"/>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3EAF1EC-6FA0-46FE-950B-2A8BF21947EB}"/>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F2D8B84-473F-49E1-B598-325F84DE02F8}"/>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2AFFB7E-360A-48D3-92E1-7598C3E213F5}"/>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5192A88-02D1-4476-A17A-46FF9E2397EF}"/>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45A00D9-9577-4433-BD76-1B27230DAC13}"/>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144375E-55B9-42FC-B4E9-F11FC71CA686}"/>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51A23AE-E0AB-47D5-8BB5-CCA2D85D7E63}"/>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907BABB-3E87-455F-999C-36556658E3BA}"/>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F8BDBCE-91C0-46AA-AA2C-BED344A792FA}"/>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772F58B-DCD5-44E1-A0DA-FFCF44638D43}"/>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152E95E-BD65-4BEB-83BB-B1C237A1BAC5}"/>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C310334-887A-46AE-B598-B97F13BB6FEC}"/>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2A4A7CA-7C01-47C8-BC04-51C87566DF04}"/>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67395D4-C2B0-444F-A991-AF20745F9913}"/>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2CD87E2-CAF9-4322-A3BC-A1FDB2F5E915}"/>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4729EA6-5328-4F63-9B02-95B32B25484A}"/>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ED90B9A-0E8E-42B4-8FC3-BDF5E1909EBD}"/>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0DA5FA8-D09F-4E37-B0D1-9BF6766A3665}"/>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2C3DD26-3425-48A1-8F1D-D8C850BF9FA0}"/>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6651FC8-412A-4929-8F0B-09B3C8653296}"/>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594395B-10DB-4468-A85D-FDC49F249D83}"/>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3F6379D-9128-4A80-9FCB-14CF217C2C18}"/>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2A3AA70-C55F-467F-84DD-92930DF033AE}"/>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66507CC-DB48-4DA5-84C0-FFBC47B374C7}"/>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96F502D-4ABE-434E-B497-8D7B84C0C0D8}"/>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143AA1A-577A-4714-BD2A-2612320A5F2A}"/>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55D2C09-05DA-437A-8350-BE82ABC9DD7A}"/>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A619EDB-93FC-440C-A2DF-44E4C17A08E2}"/>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C09D187-A926-4FCB-A7E6-F4F0685D8D08}"/>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7C5D8DA-A422-4D75-912C-302EA51CD12B}"/>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7920B365-C2FE-4077-840B-C256F6E7228D}"/>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9973A40-A9A1-4F8F-8D7A-8E68F9FA3616}"/>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753F0CD1-30BE-4DFE-AE9E-E57C41E33840}"/>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A6EF8A6-E217-4169-9871-466982B27F53}"/>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B9C0E74-B748-41C1-9771-E42679B910CF}"/>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64B005FB-21F0-4C1D-80F7-B85FF4BA88B8}"/>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7DC00568-2174-47AC-86D4-951B6EC89E95}"/>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747B31BF-1787-4D3D-A3A0-BC6360CF80D2}"/>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7F9E134-90B0-49DE-A86A-B3495E534539}"/>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5923F760-13A9-42F7-8EEF-C8D5DAE7730A}"/>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0342A27D-412A-4274-A998-FCB0BB34AD8E}"/>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A504C217-F3B5-4918-80B3-E2D31FD4E65D}"/>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BA3ABD0D-EF55-4A54-8D5F-49029FD573FB}"/>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840339C4-BDB8-4A38-9A35-DB4A416B9877}"/>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3C58C8C4-7A02-4B75-B4A9-84ED3300DA85}"/>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30955CA0-ADEF-4DF4-8D75-BD441B803172}"/>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881327243"/>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A064A50-5620-4AD5-8515-7D33C44240F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75B854-15EC-49A9-8888-E938E993101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82780C28-379F-4800-AD39-8797F3718BF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562C9F-F4AA-4529-BA4E-2FB1732DEA6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04C929A5-F133-4D95-8E67-FA53FED59986}"/>
              </a:ext>
            </a:extLst>
          </p:cNvPr>
          <p:cNvSpPr>
            <a:spLocks xmlns:a="http://schemas.openxmlformats.org/drawingml/2006/main" noGrp="1"/>
          </p:cNvSpPr>
          <p:nvPr/>
        </p:nvSpPr>
        <p:spPr>
          <a:xfrm xmlns:a="http://schemas.openxmlformats.org/drawingml/2006/main">
            <a:off x="3667125" y="1809750"/>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CBB6D5A6-6897-4448-BCC1-FC8F4A05BA17}"/>
              </a:ext>
            </a:extLst>
          </p:cNvPr>
          <p:cNvSpPr>
            <a:spLocks xmlns:a="http://schemas.openxmlformats.org/drawingml/2006/main" noGrp="1"/>
          </p:cNvSpPr>
          <p:nvPr/>
        </p:nvSpPr>
        <p:spPr>
          <a:xfrm xmlns:a="http://schemas.openxmlformats.org/drawingml/2006/main" rot="0">
            <a:off x="3800475" y="1924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7" name="">
            <a:extLst xmlns:a="http://schemas.openxmlformats.org/drawingml/2006/main">
              <a:ext uri="{FF2B5EF4-FFF2-40B4-BE49-F238E27FC236}">
                <a16:creationId xmlns:a16="http://schemas.microsoft.com/office/drawing/2014/main" id="{90770481-D711-4E3F-B5AB-2C0F24B65A5F}"/>
              </a:ext>
            </a:extLst>
          </p:cNvPr>
          <p:cNvSpPr>
            <a:spLocks xmlns:a="http://schemas.openxmlformats.org/drawingml/2006/main" noGrp="1"/>
          </p:cNvSpPr>
          <p:nvPr/>
        </p:nvSpPr>
        <p:spPr>
          <a:xfrm xmlns:a="http://schemas.openxmlformats.org/drawingml/2006/main">
            <a:off x="3667125" y="26193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8" name="">
            <a:extLst xmlns:a="http://schemas.openxmlformats.org/drawingml/2006/main">
              <a:ext uri="{FF2B5EF4-FFF2-40B4-BE49-F238E27FC236}">
                <a16:creationId xmlns:a16="http://schemas.microsoft.com/office/drawing/2014/main" id="{AA1A9D0F-476B-458B-AC7F-7E540C119B32}"/>
              </a:ext>
            </a:extLst>
          </p:cNvPr>
          <p:cNvSpPr>
            <a:spLocks xmlns:a="http://schemas.openxmlformats.org/drawingml/2006/main" noGrp="1"/>
          </p:cNvSpPr>
          <p:nvPr/>
        </p:nvSpPr>
        <p:spPr>
          <a:xfrm xmlns:a="http://schemas.openxmlformats.org/drawingml/2006/main" rot="0">
            <a:off x="3800475" y="2733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89BF55E7-2C94-419B-952F-44EE45734E47}"/>
              </a:ext>
            </a:extLst>
          </p:cNvPr>
          <p:cNvSpPr>
            <a:spLocks xmlns:a="http://schemas.openxmlformats.org/drawingml/2006/main" noGrp="1"/>
          </p:cNvSpPr>
          <p:nvPr/>
        </p:nvSpPr>
        <p:spPr>
          <a:xfrm xmlns:a="http://schemas.openxmlformats.org/drawingml/2006/main">
            <a:off x="3667125" y="3429000"/>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0" name="">
            <a:extLst xmlns:a="http://schemas.openxmlformats.org/drawingml/2006/main">
              <a:ext uri="{FF2B5EF4-FFF2-40B4-BE49-F238E27FC236}">
                <a16:creationId xmlns:a16="http://schemas.microsoft.com/office/drawing/2014/main" id="{094DEB0E-CE1B-4553-8599-C1331E54F965}"/>
              </a:ext>
            </a:extLst>
          </p:cNvPr>
          <p:cNvSpPr>
            <a:spLocks xmlns:a="http://schemas.openxmlformats.org/drawingml/2006/main" noGrp="1"/>
          </p:cNvSpPr>
          <p:nvPr/>
        </p:nvSpPr>
        <p:spPr>
          <a:xfrm xmlns:a="http://schemas.openxmlformats.org/drawingml/2006/main" rot="0">
            <a:off x="3800475" y="35433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1" name="">
            <a:extLst xmlns:a="http://schemas.openxmlformats.org/drawingml/2006/main">
              <a:ext uri="{FF2B5EF4-FFF2-40B4-BE49-F238E27FC236}">
                <a16:creationId xmlns:a16="http://schemas.microsoft.com/office/drawing/2014/main" id="{54ADA43F-2BC1-4985-85BA-2A04C559C70C}"/>
              </a:ext>
            </a:extLst>
          </p:cNvPr>
          <p:cNvSpPr>
            <a:spLocks xmlns:a="http://schemas.openxmlformats.org/drawingml/2006/main" noGrp="1"/>
          </p:cNvSpPr>
          <p:nvPr/>
        </p:nvSpPr>
        <p:spPr>
          <a:xfrm xmlns:a="http://schemas.openxmlformats.org/drawingml/2006/main">
            <a:off x="3667125" y="42386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2" name="">
            <a:extLst xmlns:a="http://schemas.openxmlformats.org/drawingml/2006/main">
              <a:ext uri="{FF2B5EF4-FFF2-40B4-BE49-F238E27FC236}">
                <a16:creationId xmlns:a16="http://schemas.microsoft.com/office/drawing/2014/main" id="{F86B92EE-B476-45CA-8557-5C246F2502E9}"/>
              </a:ext>
            </a:extLst>
          </p:cNvPr>
          <p:cNvSpPr>
            <a:spLocks xmlns:a="http://schemas.openxmlformats.org/drawingml/2006/main" noGrp="1"/>
          </p:cNvSpPr>
          <p:nvPr/>
        </p:nvSpPr>
        <p:spPr>
          <a:xfrm xmlns:a="http://schemas.openxmlformats.org/drawingml/2006/main" rot="0">
            <a:off x="3800475" y="4352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3" name="">
            <a:extLst xmlns:a="http://schemas.openxmlformats.org/drawingml/2006/main">
              <a:ext uri="{FF2B5EF4-FFF2-40B4-BE49-F238E27FC236}">
                <a16:creationId xmlns:a16="http://schemas.microsoft.com/office/drawing/2014/main" id="{7E4DB0EB-8651-4D43-BC22-0EDCE10770CF}"/>
              </a:ext>
            </a:extLst>
          </p:cNvPr>
          <p:cNvSpPr>
            <a:spLocks xmlns:a="http://schemas.openxmlformats.org/drawingml/2006/main" noGrp="1"/>
          </p:cNvSpPr>
          <p:nvPr/>
        </p:nvSpPr>
        <p:spPr>
          <a:xfrm xmlns:a="http://schemas.openxmlformats.org/drawingml/2006/main">
            <a:off x="3667125" y="54292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4" name="">
            <a:extLst xmlns:a="http://schemas.openxmlformats.org/drawingml/2006/main">
              <a:ext uri="{FF2B5EF4-FFF2-40B4-BE49-F238E27FC236}">
                <a16:creationId xmlns:a16="http://schemas.microsoft.com/office/drawing/2014/main" id="{12D54FA6-2142-444E-83D1-81611F63E016}"/>
              </a:ext>
            </a:extLst>
          </p:cNvPr>
          <p:cNvSpPr>
            <a:spLocks xmlns:a="http://schemas.openxmlformats.org/drawingml/2006/main" noGrp="1"/>
          </p:cNvSpPr>
          <p:nvPr/>
        </p:nvSpPr>
        <p:spPr>
          <a:xfrm xmlns:a="http://schemas.openxmlformats.org/drawingml/2006/main" rot="0">
            <a:off x="3800475" y="55435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47389B84-37A2-49E2-A2A2-6E2D9D9E14CD}"/>
              </a:ext>
            </a:extLst>
          </p:cNvPr>
          <p:cNvSpPr>
            <a:spLocks xmlns:a="http://schemas.openxmlformats.org/drawingml/2006/main" noGrp="1"/>
          </p:cNvSpPr>
          <p:nvPr/>
        </p:nvSpPr>
        <p:spPr>
          <a:xfrm xmlns:a="http://schemas.openxmlformats.org/drawingml/2006/main">
            <a:off x="5715000" y="4933950"/>
            <a:ext cx="28575" cy="2571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FC18CE8-349C-43F4-9CC0-473C13FE8D4D}"/>
              </a:ext>
            </a:extLst>
          </p:cNvPr>
          <p:cNvSpPr>
            <a:spLocks xmlns:a="http://schemas.openxmlformats.org/drawingml/2006/main" noGrp="1"/>
          </p:cNvSpPr>
          <p:nvPr/>
        </p:nvSpPr>
        <p:spPr>
          <a:xfrm xmlns:a="http://schemas.openxmlformats.org/drawingml/2006/main" rot="10800000">
            <a:off x="5648325" y="51625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7" name="">
            <a:extLst xmlns:a="http://schemas.openxmlformats.org/drawingml/2006/main">
              <a:ext uri="{FF2B5EF4-FFF2-40B4-BE49-F238E27FC236}">
                <a16:creationId xmlns:a16="http://schemas.microsoft.com/office/drawing/2014/main" id="{95112C8E-9A46-4566-8ACC-995AEB47D34F}"/>
              </a:ext>
            </a:extLst>
          </p:cNvPr>
          <p:cNvSpPr>
            <a:spLocks xmlns:a="http://schemas.openxmlformats.org/drawingml/2006/main" noGrp="1"/>
          </p:cNvSpPr>
          <p:nvPr/>
        </p:nvSpPr>
        <p:spPr>
          <a:xfrm xmlns:a="http://schemas.openxmlformats.org/drawingml/2006/main">
            <a:off x="7762875" y="2085975"/>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5236394-1DDF-421D-BE3C-4508DCC7D36A}"/>
              </a:ext>
            </a:extLst>
          </p:cNvPr>
          <p:cNvSpPr>
            <a:spLocks xmlns:a="http://schemas.openxmlformats.org/drawingml/2006/main" noGrp="1"/>
          </p:cNvSpPr>
          <p:nvPr/>
        </p:nvSpPr>
        <p:spPr>
          <a:xfrm xmlns:a="http://schemas.openxmlformats.org/drawingml/2006/main">
            <a:off x="9353550" y="2085975"/>
            <a:ext cx="28575" cy="36195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9E4761-4C91-4959-8252-4E1CF2716614}"/>
              </a:ext>
            </a:extLst>
          </p:cNvPr>
          <p:cNvSpPr>
            <a:spLocks xmlns:a="http://schemas.openxmlformats.org/drawingml/2006/main" noGrp="1"/>
          </p:cNvSpPr>
          <p:nvPr/>
        </p:nvSpPr>
        <p:spPr>
          <a:xfrm xmlns:a="http://schemas.openxmlformats.org/drawingml/2006/main">
            <a:off x="7762875" y="56769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0B1A414-8AE7-4739-814D-3CEA6F6C1272}"/>
              </a:ext>
            </a:extLst>
          </p:cNvPr>
          <p:cNvSpPr>
            <a:spLocks xmlns:a="http://schemas.openxmlformats.org/drawingml/2006/main" noGrp="1"/>
          </p:cNvSpPr>
          <p:nvPr/>
        </p:nvSpPr>
        <p:spPr>
          <a:xfrm xmlns:a="http://schemas.openxmlformats.org/drawingml/2006/main" rot="16200000">
            <a:off x="7743825" y="56102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1" name="">
            <a:extLst xmlns:a="http://schemas.openxmlformats.org/drawingml/2006/main">
              <a:ext uri="{FF2B5EF4-FFF2-40B4-BE49-F238E27FC236}">
                <a16:creationId xmlns:a16="http://schemas.microsoft.com/office/drawing/2014/main" id="{0BD688F4-FA97-431F-B718-CBC3B69175AF}"/>
              </a:ext>
            </a:extLst>
          </p:cNvPr>
          <p:cNvSpPr>
            <a:spLocks xmlns:a="http://schemas.openxmlformats.org/drawingml/2006/main" noGrp="1"/>
          </p:cNvSpPr>
          <p:nvPr/>
        </p:nvSpPr>
        <p:spPr>
          <a:xfrm xmlns:a="http://schemas.openxmlformats.org/drawingml/2006/main" rot="0">
            <a:off x="9572625" y="3190875"/>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2" name="">
            <a:extLst xmlns:a="http://schemas.openxmlformats.org/drawingml/2006/main">
              <a:ext uri="{FF2B5EF4-FFF2-40B4-BE49-F238E27FC236}">
                <a16:creationId xmlns:a16="http://schemas.microsoft.com/office/drawing/2014/main" id="{A442B3A8-D722-466A-A699-DAEA92B76A0E}"/>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1598206534"/>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30F6AF-F02F-4F27-89A9-0765548AE1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BE7D2D-3FAF-4C8A-AD93-3E60AA31C3F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FFEB02F3-6F96-4D7D-AE7C-C1E266B423C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80A1EF-ECFC-42A2-A07A-E53C7C6EA7B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62B6832D-D120-44EC-AC5A-0100D4D7816E}"/>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B74CDEF7-430E-4151-B1E8-B98EC55C6722}"/>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32228E4-4B44-4AEC-A46F-BF0A2CC3F043}"/>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2010333495"/>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5A39A186-51BF-43A0-8F3A-D7CE7148B45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ACBEE0-9982-4B86-A064-07B85ED64EC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0FD875A3-E8EC-4317-BA31-7AFD604EEF1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9BA60D-9A81-42EC-BB10-042A4B285D4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74C2C8FC-0FB4-4A07-A77C-E13B6FF23BC7}"/>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B69019A3-42CC-4451-B708-C36A059122BA}"/>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01307A79-7DC0-4521-BFC3-53BC78CFF314}"/>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325A5AE0-D6B3-42A5-954A-4AF0169A884F}"/>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C581587E-8731-484E-A696-C8D7FD8A87B5}"/>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62A87AFB-81B5-4525-952D-A8D588044E5C}"/>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4E951CE7-7A6C-4C4E-BA4A-08474AC8074F}"/>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C1362B39-EBDC-4525-B273-94EFB6FF3F68}"/>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F04CAEAD-85CE-4269-8016-43FC405B2CD8}"/>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C22EE77A-E019-495B-B65F-A2ED51CE4FAE}"/>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5F81CD9E-D089-48EB-9ABD-940DEF023D86}"/>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03C27881-C353-4268-8635-3E80A7D55F7A}"/>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EBF32709-9A70-4BBE-95C0-CD530F61C5E5}"/>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5BC29CDA-9B24-474F-BDD5-D94B6FD9DBB6}"/>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4A2EF4A8-88F9-4465-87C3-00773970D55D}"/>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B379584E-5C57-43B3-AF65-0D0CCD338D8C}"/>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7D9F98AC-2854-41D4-965F-9521C96CC0D0}"/>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9D642AB2-57DF-4A26-9C49-450B64C11C31}"/>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44E2E314-4A5A-47EE-B6E4-2363DD5A3BDA}"/>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F22B1446-EA0B-4A39-97CC-C6C87616E968}"/>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BDE6F242-C9E1-4E24-B81F-4D03B1D85D94}"/>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952944EC-AB96-40D1-BB9A-3C7938201E49}"/>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6F44E71C-F614-47BC-827D-BA278AC89718}"/>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E19D93D0-0DCD-411F-85DC-AF5D969CE7D5}"/>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F31DF12A-F212-4C98-8ACE-F4C2B5646B3E}"/>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B95724AB-EFC1-42F2-8BD8-C1648D3E1538}"/>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7B584DFA-D6D6-443A-A170-0CAB5B6FD53F}"/>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0AEE6E09-D144-48C6-81EF-9A18AC22D2BE}"/>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0CA1E176-D942-466B-AC91-4310F457B166}"/>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CF964C02-FCDE-4697-A341-A541512D311E}"/>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209DABF-D172-462B-B16B-3C28DA95BBAC}"/>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970A0F8A-9B5A-4441-BD50-79197CE51072}"/>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15359968-0057-4C3C-9590-DD685DD0D526}"/>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965584673"/>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7135065-2A47-4913-B2AD-90E033E1FC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B756CF-C3E3-4494-8B35-CA683F13076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DB45882D-FCE9-4B1B-9F13-A6A2AEDF5F0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B719AE-F7C4-4A6A-80AA-9490D54A33B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D770D925-4A27-466E-8E95-FAACB1137822}"/>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D9479B20-9F62-491E-8FDE-1A3C5CD636E1}"/>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BA087FD-E175-42E2-B3FA-685B1A4C416A}"/>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54D26B76-51DA-4E3D-B3CF-6B66656D7259}"/>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5DB39DF7-73B4-4668-8B3B-0214E4C8F264}"/>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16F3023D-FA64-4128-A8A9-63630A5FC836}"/>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3E2CD426-4C74-4EE2-A8A0-5D4CF8AB6A32}"/>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2F762131-004D-4C44-A0C3-F9C1D981D4C3}"/>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10C3D4FB-A25F-4F89-968F-8079401EA9EF}"/>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83B25145-BC42-4B31-B429-5FD5F4F0C6BF}"/>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781A9C9E-1D72-4697-843E-858B82BD312F}"/>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85A9160D-A5A3-4428-B5B4-9138A75096C4}"/>
              </a:ext>
            </a:extLst>
          </p:cNvPr>
          <p:cNvSpPr>
            <a:spLocks xmlns:a="http://schemas.openxmlformats.org/drawingml/2006/main" noGrp="1"/>
          </p:cNvSpPr>
          <p:nvPr/>
        </p:nvSpPr>
        <p:spPr>
          <a:xfrm xmlns:a="http://schemas.openxmlformats.org/drawingml/2006/main">
            <a:off x="1028700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5658DC2-8CD4-48B9-832A-576FD0B8743E}"/>
              </a:ext>
            </a:extLst>
          </p:cNvPr>
          <p:cNvSpPr>
            <a:spLocks xmlns:a="http://schemas.openxmlformats.org/drawingml/2006/main" noGrp="1"/>
          </p:cNvSpPr>
          <p:nvPr/>
        </p:nvSpPr>
        <p:spPr>
          <a:xfrm xmlns:a="http://schemas.openxmlformats.org/drawingml/2006/main" rot="0">
            <a:off x="1022032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283EA9CD-FEC0-4ADB-9885-8A6444493A50}"/>
              </a:ext>
            </a:extLst>
          </p:cNvPr>
          <p:cNvSpPr>
            <a:spLocks xmlns:a="http://schemas.openxmlformats.org/drawingml/2006/main" noGrp="1"/>
          </p:cNvSpPr>
          <p:nvPr/>
        </p:nvSpPr>
        <p:spPr>
          <a:xfrm xmlns:a="http://schemas.openxmlformats.org/drawingml/2006/main" rot="0">
            <a:off x="10001250" y="39052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後発が一から</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積み直す壁</a:t>
            </a:r>
          </a:p>
        </p:txBody>
      </p:sp>
      <p:sp>
        <p:nvSpPr>
          <p:cNvPr id="19" name="">
            <a:extLst xmlns:a="http://schemas.openxmlformats.org/drawingml/2006/main">
              <a:ext uri="{FF2B5EF4-FFF2-40B4-BE49-F238E27FC236}">
                <a16:creationId xmlns:a16="http://schemas.microsoft.com/office/drawing/2014/main" id="{FE41B851-7FB5-4B25-953E-1776517E36CC}"/>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207451922"/>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90A39C-534C-43EE-8FCB-7ABA15CB39B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1DC589-AB96-443C-95C4-AA1928BD472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1733CC24-0BFE-4337-8B93-2E2FDD234FE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A9BF15-6DA7-49BA-B4C3-A1B2622C3AD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1F615CC7-601E-4E8A-8B54-8EA5D142AD2E}"/>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5A7EFE4A-F089-4C75-BB23-75E1697D66BD}"/>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684B4C1B-E599-4ABD-BA49-B642BEA70E2B}"/>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1C40D4FF-A8B6-4C92-85FF-69ADFDE80F47}"/>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65F5821F-9C80-41B2-9B9C-EFDA9CED2594}"/>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9668640-E068-4F50-95B4-CCC040F4DBFF}"/>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A292A1E1-98AB-4228-BB65-615C5F66AD2D}"/>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F2F16B40-9980-473B-86B8-7AFCA9DB11BD}"/>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29B9734A-B1D2-47B3-8647-9CA1E7D398BC}"/>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907567FE-D505-45E6-937F-E650FD326115}"/>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BE3937-C192-4649-950C-292253C13CA3}"/>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D6CECC3E-2CE6-46D9-A748-E8EE9621A359}"/>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4560006B-A591-4C25-8D92-0E5EAF1D91D6}"/>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C27D9334-DDAF-4145-9633-0C4AE16D647B}"/>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171A96A0-0249-4123-9F2A-B7FB3287FCC9}"/>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ロボットの</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現場統合</a:t>
            </a:r>
          </a:p>
        </p:txBody>
      </p:sp>
      <p:sp>
        <p:nvSpPr>
          <p:cNvPr id="20" name="">
            <a:extLst xmlns:a="http://schemas.openxmlformats.org/drawingml/2006/main">
              <a:ext uri="{FF2B5EF4-FFF2-40B4-BE49-F238E27FC236}">
                <a16:creationId xmlns:a16="http://schemas.microsoft.com/office/drawing/2014/main" id="{C2827CAE-73AF-4A77-94CD-D6A12D5D57F6}"/>
              </a:ext>
            </a:extLst>
          </p:cNvPr>
          <p:cNvSpPr>
            <a:spLocks xmlns:a="http://schemas.openxmlformats.org/drawingml/2006/main" noGrp="1"/>
          </p:cNvSpPr>
          <p:nvPr/>
        </p:nvSpPr>
        <p:spPr>
          <a:xfrm xmlns:a="http://schemas.openxmlformats.org/drawingml/2006/main" rot="0">
            <a:off x="8953500" y="37623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導入判断と導入後の調整へ</a:t>
            </a:r>
          </a:p>
        </p:txBody>
      </p:sp>
      <p:sp>
        <p:nvSpPr>
          <p:cNvPr id="21" name="">
            <a:extLst xmlns:a="http://schemas.openxmlformats.org/drawingml/2006/main">
              <a:ext uri="{FF2B5EF4-FFF2-40B4-BE49-F238E27FC236}">
                <a16:creationId xmlns:a16="http://schemas.microsoft.com/office/drawing/2014/main" id="{7C3DE303-D19D-491B-B604-C72DE50AA13E}"/>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A390C63-3E41-4373-9275-9B39FC38AE41}"/>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ロボット企業との協業先になり、自ら現場統合へ進むこともできる</a:t>
            </a:r>
          </a:p>
        </p:txBody>
      </p:sp>
    </p:spTree>
    <p:extLst>
      <p:ext uri="{BB962C8B-B14F-4D97-AF65-F5344CB8AC3E}">
        <p14:creationId xmlns:p14="http://schemas.microsoft.com/office/powerpoint/2010/main" val="1046280063"/>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AAE810-1C96-4DD8-8A1A-CB2BD4C024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4C8033-E84D-44F4-B999-81E85A5A1CC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8A989293-2C41-4FC0-AD07-3ECDE51A8C9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A1B44D-96D3-418F-938D-8D7AD71D14E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BE06745D-45CC-4912-B99E-B3E66E7F070F}"/>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EC00BF10-706F-453A-8497-33B0F88D3E95}"/>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9959F3B5-C598-4E05-8773-C5173D040360}"/>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9F7BE0AB-B94E-4E9E-A9CC-E9076A5EEC99}"/>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81B0E25-136F-4841-B540-F2D6EC2B2EE1}"/>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9BAB78BF-D4F0-44C4-8865-052B99CD2E11}"/>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1983DF8C-FA9C-454F-A973-EDF3BD44543D}"/>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CA4FBB21-AB7B-4492-876C-9E2A65EC5EA1}"/>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643320255"/>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C3053C-B137-41A1-97B5-76C2F1247E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17201C-BDF0-4330-BAA4-99FE151DFDF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2C658B77-9EB6-4283-B367-2217B690535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6219A3-F3B5-483F-B9E4-9CCF6220E2B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5D10386F-3993-419D-979C-1A79ADAF9600}"/>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1C03D9DB-F0C0-4E44-A7F9-DBD8DA60CD85}"/>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B6D6D979-7A7C-4E24-A5CC-1520FA008FCF}"/>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7CE3D505-C0BC-4348-BD5D-8F31BFC66B9A}"/>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46ADAB20-1CA9-4666-A30E-567E28B50BEE}"/>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60639F33-02D9-4383-8C09-839CD0993519}"/>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971AFE34-34E6-4202-8A08-99131A7E8643}"/>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EE16C4-911F-46B8-9CC4-9E8DA4A256DB}"/>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4BBC334E-992F-46E3-9B63-0D4D76355249}"/>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A40E1912-2D68-451C-8ED6-23E172CD643F}"/>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D45D5452-F8A8-4AC8-9832-9C01A4428D70}"/>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4BDFA6F4-C435-4426-82B5-F69EEFAE6C22}"/>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A3B66677-8CF3-46A9-9463-B3E0611DEB6E}"/>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609E4A-AFBC-46F2-B363-E1BF2FF60D76}"/>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C01CEE7-B0E9-4501-8976-76ECD5DD6651}"/>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0F62334F-4687-4FEC-933A-FF16A1B0DFBF}"/>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7254FECA-B6D6-4768-91B8-FBBFBDBA230F}"/>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E1EA5B1-E999-4DBF-95F0-28D41D5604C8}"/>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550755185"/>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5F92B12-878A-4D82-B7FF-2C2F4D9527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6E3DB7-DE94-4247-A465-81E263208B1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757D5B74-94B6-4B39-A579-6734A93F5B8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DCF419-84AD-439E-BE02-232799B1B3E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89725C39-50CA-4098-A38A-97E718166FEE}"/>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8CED8C62-5E89-4EC6-846C-EBB80F0F9AE7}"/>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5C81FEBF-0DA5-4922-BE05-EC76C02C82C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5A5C07-47C0-4852-9D02-A428990E58F5}"/>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E80EEE69-0C4B-4CAC-84F8-F275725D7753}"/>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67B9F087-042E-431E-BDE5-22ED0924D191}"/>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2E8F15-A048-4A68-B713-FFD6FA1CAD49}"/>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864A2C72-1A3E-4B9A-942A-2B85244969A6}"/>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97341D7B-80B3-4030-BCF3-45C05EE1B7BC}"/>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549D9C0-6933-4B2C-BB86-7052D3DF78F5}"/>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C99A344D-AA15-4B25-9197-B0A8FC8E4EA2}"/>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3E19F1B6-E14A-4B49-9E8B-B104D4AB407B}"/>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920B038-B2C7-4715-8483-2DBFF059D8A9}"/>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2F3E630B-C3C6-42A6-88D6-91085B1EB3EF}"/>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599594674"/>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3531A8-D587-4E04-A4E0-0BA09F2A69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6E979D-A3ED-4110-BE1E-2B5D4DC7088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3E9A15A6-71C4-4194-BD48-D8C261DB4D7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8EEF20-6F53-4B25-A9BA-96D309C8D92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0373511A-A3EA-4C83-9644-84C468B76A10}"/>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167883A1-3E10-42C7-A2AE-A4E8E93C096E}"/>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BDFB94D6-F773-4221-BDFA-3E111C7E3F5B}"/>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E7B3550-0ACC-4893-8C26-15B7778C3A4D}"/>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72BD5D59-5CBF-4F01-9949-B390060322D8}"/>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4903A205-9562-4D68-8DA0-D836611F57B4}"/>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1032570243"/>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531276-5038-4053-BC5E-9FD51E9F79A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01EB95-DF1C-41D9-BC7D-F0B6EE441BD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F1BAE226-6368-4DF9-AA92-8E5AD9DC17D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F3B4F2-2D10-47B9-BCD7-8C0EEC3F9D5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B12F709B-3D32-4AC2-A45C-E54DB9F8C68D}"/>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6EE63FAB-58FA-4F2F-BB39-50A3D7586EDD}"/>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E363A4A0-EB45-4B2A-A2B4-2B10BB50DCE3}"/>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CCC06C-75B6-4985-B800-B094B62D14FC}"/>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C2897759-4044-43E8-84A0-4C9486564C09}"/>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FE422D53-1381-49C7-93F5-655893A18E92}"/>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D96BCA-3005-4CAA-BCA0-7EA80055ABF8}"/>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9431902C-3925-4C08-ADE8-5982DD38EF59}"/>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30BF12C5-7A9A-4461-9E31-964A21353792}"/>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A2C0A7-AF54-49A7-B0F5-F01E41F20F30}"/>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D65A3EB1-02CF-4D6D-B77D-03DA7FE3CE88}"/>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806422923"/>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96B7AFE-310C-43FA-AFD1-93B340CC91B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F49F1D-C9BE-40DF-BE6E-BB15D840FE4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7CF2371D-E1A1-4A4F-AA3C-79818455E02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C4ABDF-0A38-427D-8AD8-FAFA0B595C5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638f44aab704bd5"/>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2B88787-70E5-4976-AB72-C817E663B8E4}"/>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D14DE14F-1E25-4D92-917A-5AF3BF395CEC}"/>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AD8499CF-2BBE-4DD8-A9AB-B45366FF6395}"/>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b9fb20fe7a74682"/>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92D27F0-5389-495A-A21D-7D11335F9326}"/>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814F697A-2464-419E-9892-697068114024}"/>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CBBE44B9-F0DF-4EC1-AD2B-5CA1CBD998DF}"/>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c561c01f62f4674"/>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7C6F143-F6D9-47BA-A4BC-780F465FE65B}"/>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274BF240-B9A1-484F-AF95-9BEE28A5031F}"/>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4BB27066-6CBB-4A0E-95F6-F006A9F1889E}"/>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221E08FF-F5EF-4FD6-8FA2-1FADB88CE61F}"/>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41E5F04-BC74-44F3-9AB2-D4E06546B0F7}"/>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716495254"/>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4114F0-70D7-4CC1-A12D-81D46AF252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642CCB-1100-47FF-84A3-665D5C9E7CE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9B126770-41E9-479A-87A0-5AE608A2057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9D2168-4101-4C4C-80BE-D5ED072269A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E1D2B0A-8B0D-4146-AC1C-18B9E8EB206E}"/>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1885399371"/>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5947B3-C5C3-4B10-999E-F544373DE0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CD39FB-C8AC-4F1D-824B-8C9CDFC631E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68EED276-2B55-4BCA-9DB9-641B2970DF2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9939B2-4504-41F8-A66D-D2A7FC2B685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EE1BF1B-4860-4B15-8618-34E3A12E5417}"/>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CB5A3FA3-8504-426F-B29D-C186DA6C8B37}"/>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234758078"/>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DFEA438-5709-40B4-A62A-3862B46F90B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ABD150-F38A-41D5-96BA-56AFD6E372A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139F29AE-E8DD-44F8-8986-F7135D043CE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B9EF6F-BF73-4B3E-91B8-0B32965C7AF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B171A410-6B40-4F6E-A199-5389A75746F4}"/>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D348D23C-D1E6-40E2-8BC7-F970D54A86B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71BFEC7F-6907-4867-8646-D918BC470AA7}"/>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E7BA3EF-9E3B-453D-89DC-EA10704E37AA}"/>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CE051961-376D-4FEC-ABA3-7CCFE2A4DD06}"/>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02F38BAE-93CC-48A4-9841-4BFD2428C7DC}"/>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BE18D0-31EF-4F5F-B076-8205D64AAFC3}"/>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EAE674C0-DCF5-4860-B418-C4DF6530FA86}"/>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EB9D2C03-0589-4258-81DA-CCB4B2786EFB}"/>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49BDE0-6C37-4A52-835F-D72F8B596E93}"/>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32A7B379-E071-4F96-BBD5-DD59AFD1832A}"/>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18711933"/>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5E3823-6542-4171-BD7F-62CA0BD386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12389F-B8AD-400D-B769-9B3D9CFBFB4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1B52B596-14AE-4A05-AB4D-FF34EB8971F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2ADD25-DEA8-4D17-90CD-C64743519A8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ADA5F3D2-6868-415C-92D8-3CA222ED8683}"/>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81F78D98-608B-4A9B-B8A3-566689A9FAE0}"/>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F417CBA5-E007-43C4-94DC-9A3435A35C8B}"/>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677E64-7DDF-42FA-9D22-52A4955F1BE4}"/>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9440FBAD-D645-480F-B66C-ED7EDBF7FDA1}"/>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DCFFF4B7-9925-4AD3-AA72-02A79E11EE08}"/>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B779B1-A7CF-4A64-9824-78A413E15BAD}"/>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63C294D1-9215-4DF1-9BE4-94E84F1D5921}"/>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1F08CCF0-61BD-461B-9964-E7A952541B73}"/>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954562540"/>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C1BA8F33-E61F-4002-89B6-1027BC44E3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CE94A3-B8D5-4529-8C13-7B5DEBB2DFF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F4DA5A61-FD1D-4809-8962-A351485E7B4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002866-8CF6-411A-911E-FDC1D23BB76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D85204C1-C055-4457-AA1E-41D6A83F0546}"/>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03A25D8-8151-4BB2-96E8-79716546FBF7}"/>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8BD4D0D9-E76D-4756-BBF2-0AED8BB20342}"/>
              </a:ext>
            </a:extLst>
          </p:cNvPr>
          <p:cNvSpPr>
            <a:spLocks xmlns:a="http://schemas.openxmlformats.org/drawingml/2006/main" noGrp="1"/>
          </p:cNvSpPr>
          <p:nvPr/>
        </p:nvSpPr>
        <p:spPr>
          <a:xfrm xmlns:a="http://schemas.openxmlformats.org/drawingml/2006/main">
            <a:off x="305752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9140F3A9-C606-443F-9C63-FB00BEF9765E}"/>
              </a:ext>
            </a:extLst>
          </p:cNvPr>
          <p:cNvSpPr>
            <a:spLocks xmlns:a="http://schemas.openxmlformats.org/drawingml/2006/main" noGrp="1"/>
          </p:cNvSpPr>
          <p:nvPr/>
        </p:nvSpPr>
        <p:spPr>
          <a:xfrm xmlns:a="http://schemas.openxmlformats.org/drawingml/2006/main" rot="0">
            <a:off x="305752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0D8A7DCF-CD23-4478-8331-225D5EB1A43E}"/>
              </a:ext>
            </a:extLst>
          </p:cNvPr>
          <p:cNvSpPr>
            <a:spLocks xmlns:a="http://schemas.openxmlformats.org/drawingml/2006/main" noGrp="1"/>
          </p:cNvSpPr>
          <p:nvPr/>
        </p:nvSpPr>
        <p:spPr>
          <a:xfrm xmlns:a="http://schemas.openxmlformats.org/drawingml/2006/main">
            <a:off x="5803900"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ED2404DD-EE5B-428E-BBB6-1D5B1F74B56D}"/>
              </a:ext>
            </a:extLst>
          </p:cNvPr>
          <p:cNvSpPr>
            <a:spLocks xmlns:a="http://schemas.openxmlformats.org/drawingml/2006/main" noGrp="1"/>
          </p:cNvSpPr>
          <p:nvPr/>
        </p:nvSpPr>
        <p:spPr>
          <a:xfrm xmlns:a="http://schemas.openxmlformats.org/drawingml/2006/main" rot="0">
            <a:off x="5803900"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5A8C3B6B-6D5A-458C-8C39-BB58B76FC4C6}"/>
              </a:ext>
            </a:extLst>
          </p:cNvPr>
          <p:cNvSpPr>
            <a:spLocks xmlns:a="http://schemas.openxmlformats.org/drawingml/2006/main" noGrp="1"/>
          </p:cNvSpPr>
          <p:nvPr/>
        </p:nvSpPr>
        <p:spPr>
          <a:xfrm xmlns:a="http://schemas.openxmlformats.org/drawingml/2006/main">
            <a:off x="855027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E2E96E6B-7ED6-4ADD-B07C-0924CE8D2F3A}"/>
              </a:ext>
            </a:extLst>
          </p:cNvPr>
          <p:cNvSpPr>
            <a:spLocks xmlns:a="http://schemas.openxmlformats.org/drawingml/2006/main" noGrp="1"/>
          </p:cNvSpPr>
          <p:nvPr/>
        </p:nvSpPr>
        <p:spPr>
          <a:xfrm xmlns:a="http://schemas.openxmlformats.org/drawingml/2006/main" rot="0">
            <a:off x="855027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CE5716D0-A3DF-41F9-A2C8-32FB53DE734A}"/>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11EA736B-0365-446D-81CC-4F85D25F5B0D}"/>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収集規模</a:t>
            </a:r>
          </a:p>
        </p:txBody>
      </p:sp>
      <p:sp>
        <p:nvSpPr>
          <p:cNvPr id="15" name="">
            <a:extLst xmlns:a="http://schemas.openxmlformats.org/drawingml/2006/main">
              <a:ext uri="{FF2B5EF4-FFF2-40B4-BE49-F238E27FC236}">
                <a16:creationId xmlns:a16="http://schemas.microsoft.com/office/drawing/2014/main" id="{8470F91E-45B0-475D-A7DE-3C9AF88DDF60}"/>
              </a:ext>
            </a:extLst>
          </p:cNvPr>
          <p:cNvSpPr>
            <a:spLocks xmlns:a="http://schemas.openxmlformats.org/drawingml/2006/main" noGrp="1"/>
          </p:cNvSpPr>
          <p:nvPr/>
        </p:nvSpPr>
        <p:spPr>
          <a:xfrm xmlns:a="http://schemas.openxmlformats.org/drawingml/2006/main">
            <a:off x="305752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F2AC267C-A7FF-4B86-98DF-09F6F283DF7E}"/>
              </a:ext>
            </a:extLst>
          </p:cNvPr>
          <p:cNvSpPr>
            <a:spLocks xmlns:a="http://schemas.openxmlformats.org/drawingml/2006/main" noGrp="1"/>
          </p:cNvSpPr>
          <p:nvPr/>
        </p:nvSpPr>
        <p:spPr>
          <a:xfrm xmlns:a="http://schemas.openxmlformats.org/drawingml/2006/main">
            <a:off x="5803900"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851BA80C-A323-4E09-AA34-FBF48B257FAD}"/>
              </a:ext>
            </a:extLst>
          </p:cNvPr>
          <p:cNvSpPr>
            <a:spLocks xmlns:a="http://schemas.openxmlformats.org/drawingml/2006/main" noGrp="1"/>
          </p:cNvSpPr>
          <p:nvPr/>
        </p:nvSpPr>
        <p:spPr>
          <a:xfrm xmlns:a="http://schemas.openxmlformats.org/drawingml/2006/main">
            <a:off x="855027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67AAADA5-132E-47BB-927A-6C63A9465877}"/>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4078AB10-A60E-4A65-AA0F-412FE0F5D890}"/>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10月 500時間　　11月 維持　　12月 1,000時間</a:t>
            </a:r>
          </a:p>
        </p:txBody>
      </p:sp>
      <p:sp>
        <p:nvSpPr>
          <p:cNvPr id="20" name="">
            <a:extLst xmlns:a="http://schemas.openxmlformats.org/drawingml/2006/main">
              <a:ext uri="{FF2B5EF4-FFF2-40B4-BE49-F238E27FC236}">
                <a16:creationId xmlns:a16="http://schemas.microsoft.com/office/drawing/2014/main" id="{719FA96E-6373-4165-8419-1CF2D38E4970}"/>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FF827810-C406-49A5-BABA-8812236F72CB}"/>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a:t>
            </a:r>
          </a:p>
        </p:txBody>
      </p:sp>
      <p:sp>
        <p:nvSpPr>
          <p:cNvPr id="22" name="">
            <a:extLst xmlns:a="http://schemas.openxmlformats.org/drawingml/2006/main">
              <a:ext uri="{FF2B5EF4-FFF2-40B4-BE49-F238E27FC236}">
                <a16:creationId xmlns:a16="http://schemas.microsoft.com/office/drawing/2014/main" id="{700DB0FC-8CD1-40DF-9E03-E340BBDDEA92}"/>
              </a:ext>
            </a:extLst>
          </p:cNvPr>
          <p:cNvSpPr>
            <a:spLocks xmlns:a="http://schemas.openxmlformats.org/drawingml/2006/main" noGrp="1"/>
          </p:cNvSpPr>
          <p:nvPr/>
        </p:nvSpPr>
        <p:spPr>
          <a:xfrm xmlns:a="http://schemas.openxmlformats.org/drawingml/2006/main">
            <a:off x="305752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3" name="">
            <a:extLst xmlns:a="http://schemas.openxmlformats.org/drawingml/2006/main">
              <a:ext uri="{FF2B5EF4-FFF2-40B4-BE49-F238E27FC236}">
                <a16:creationId xmlns:a16="http://schemas.microsoft.com/office/drawing/2014/main" id="{A7E32987-0597-4F3F-8883-075801BC6E9B}"/>
              </a:ext>
            </a:extLst>
          </p:cNvPr>
          <p:cNvSpPr>
            <a:spLocks xmlns:a="http://schemas.openxmlformats.org/drawingml/2006/main" noGrp="1"/>
          </p:cNvSpPr>
          <p:nvPr/>
        </p:nvSpPr>
        <p:spPr>
          <a:xfrm xmlns:a="http://schemas.openxmlformats.org/drawingml/2006/main">
            <a:off x="5803900"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55E8A5FA-4F28-4F39-80CE-2E39C30F1951}"/>
              </a:ext>
            </a:extLst>
          </p:cNvPr>
          <p:cNvSpPr>
            <a:spLocks xmlns:a="http://schemas.openxmlformats.org/drawingml/2006/main" noGrp="1"/>
          </p:cNvSpPr>
          <p:nvPr/>
        </p:nvSpPr>
        <p:spPr>
          <a:xfrm xmlns:a="http://schemas.openxmlformats.org/drawingml/2006/main">
            <a:off x="855027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5AD71705-A4B3-4A27-95E7-DFEC8B2FAFB0}"/>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C2D9CE1F-721B-416D-ACE1-9EFB2265ED55}"/>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飲食・小売へ拡大</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現場訪問で運用上の懸念を確認</a:t>
            </a:r>
          </a:p>
        </p:txBody>
      </p:sp>
      <p:sp>
        <p:nvSpPr>
          <p:cNvPr id="27" name="">
            <a:extLst xmlns:a="http://schemas.openxmlformats.org/drawingml/2006/main">
              <a:ext uri="{FF2B5EF4-FFF2-40B4-BE49-F238E27FC236}">
                <a16:creationId xmlns:a16="http://schemas.microsoft.com/office/drawing/2014/main" id="{6B839E00-0464-4D4A-8E0B-3082F6BC3C83}"/>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1D2B591D-365D-4338-B2A5-BD9F4C9FD076}"/>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販売先</a:t>
            </a:r>
          </a:p>
        </p:txBody>
      </p:sp>
      <p:sp>
        <p:nvSpPr>
          <p:cNvPr id="29" name="">
            <a:extLst xmlns:a="http://schemas.openxmlformats.org/drawingml/2006/main">
              <a:ext uri="{FF2B5EF4-FFF2-40B4-BE49-F238E27FC236}">
                <a16:creationId xmlns:a16="http://schemas.microsoft.com/office/drawing/2014/main" id="{60D3243A-AFD3-447D-87C9-F39DA23D291F}"/>
              </a:ext>
            </a:extLst>
          </p:cNvPr>
          <p:cNvSpPr>
            <a:spLocks xmlns:a="http://schemas.openxmlformats.org/drawingml/2006/main" noGrp="1"/>
          </p:cNvSpPr>
          <p:nvPr/>
        </p:nvSpPr>
        <p:spPr>
          <a:xfrm xmlns:a="http://schemas.openxmlformats.org/drawingml/2006/main">
            <a:off x="305752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AC234AD4-9FF1-4EFA-BA3C-FDB3FC69131B}"/>
              </a:ext>
            </a:extLst>
          </p:cNvPr>
          <p:cNvSpPr>
            <a:spLocks xmlns:a="http://schemas.openxmlformats.org/drawingml/2006/main" noGrp="1"/>
          </p:cNvSpPr>
          <p:nvPr/>
        </p:nvSpPr>
        <p:spPr>
          <a:xfrm xmlns:a="http://schemas.openxmlformats.org/drawingml/2006/main">
            <a:off x="5803900"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CA8F4098-ED02-4B22-B8B1-76331030AFAD}"/>
              </a:ext>
            </a:extLst>
          </p:cNvPr>
          <p:cNvSpPr>
            <a:spLocks xmlns:a="http://schemas.openxmlformats.org/drawingml/2006/main" noGrp="1"/>
          </p:cNvSpPr>
          <p:nvPr/>
        </p:nvSpPr>
        <p:spPr>
          <a:xfrm xmlns:a="http://schemas.openxmlformats.org/drawingml/2006/main">
            <a:off x="855027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E66286CF-09C9-429E-A9A7-D46FC1934B21}"/>
              </a:ext>
            </a:extLst>
          </p:cNvPr>
          <p:cNvSpPr>
            <a:spLocks xmlns:a="http://schemas.openxmlformats.org/drawingml/2006/main" noGrp="1"/>
          </p:cNvSpPr>
          <p:nvPr/>
        </p:nvSpPr>
        <p:spPr>
          <a:xfrm xmlns:a="http://schemas.openxmlformats.org/drawingml/2006/main">
            <a:off x="3152775" y="38195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3" name="">
            <a:extLst xmlns:a="http://schemas.openxmlformats.org/drawingml/2006/main">
              <a:ext uri="{FF2B5EF4-FFF2-40B4-BE49-F238E27FC236}">
                <a16:creationId xmlns:a16="http://schemas.microsoft.com/office/drawing/2014/main" id="{A9E0D7AF-49BD-435C-B15B-27F07A119012}"/>
              </a:ext>
            </a:extLst>
          </p:cNvPr>
          <p:cNvSpPr>
            <a:spLocks xmlns:a="http://schemas.openxmlformats.org/drawingml/2006/main" noGrp="1"/>
          </p:cNvSpPr>
          <p:nvPr/>
        </p:nvSpPr>
        <p:spPr>
          <a:xfrm xmlns:a="http://schemas.openxmlformats.org/drawingml/2006/main" rot="0">
            <a:off x="3248025" y="37338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Nextremerとの合意・格納</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海外販売先へ再度打診</a:t>
            </a:r>
          </a:p>
        </p:txBody>
      </p:sp>
      <p:sp>
        <p:nvSpPr>
          <p:cNvPr id="34" name="">
            <a:extLst xmlns:a="http://schemas.openxmlformats.org/drawingml/2006/main">
              <a:ext uri="{FF2B5EF4-FFF2-40B4-BE49-F238E27FC236}">
                <a16:creationId xmlns:a16="http://schemas.microsoft.com/office/drawing/2014/main" id="{BD34ECAA-8072-4BCE-9B60-4AB8BD17C8F7}"/>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4FFA49BF-1FC5-459A-BE80-996C614EEDA4}"/>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デバイス協働</a:t>
            </a:r>
          </a:p>
        </p:txBody>
      </p:sp>
      <p:sp>
        <p:nvSpPr>
          <p:cNvPr id="36" name="">
            <a:extLst xmlns:a="http://schemas.openxmlformats.org/drawingml/2006/main">
              <a:ext uri="{FF2B5EF4-FFF2-40B4-BE49-F238E27FC236}">
                <a16:creationId xmlns:a16="http://schemas.microsoft.com/office/drawing/2014/main" id="{B7D1CB5E-0FCD-4625-BCA2-EC8919052982}"/>
              </a:ext>
            </a:extLst>
          </p:cNvPr>
          <p:cNvSpPr>
            <a:spLocks xmlns:a="http://schemas.openxmlformats.org/drawingml/2006/main" noGrp="1"/>
          </p:cNvSpPr>
          <p:nvPr/>
        </p:nvSpPr>
        <p:spPr>
          <a:xfrm xmlns:a="http://schemas.openxmlformats.org/drawingml/2006/main">
            <a:off x="305752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BF61DA65-A83C-406B-97FF-050E264B6E99}"/>
              </a:ext>
            </a:extLst>
          </p:cNvPr>
          <p:cNvSpPr>
            <a:spLocks xmlns:a="http://schemas.openxmlformats.org/drawingml/2006/main" noGrp="1"/>
          </p:cNvSpPr>
          <p:nvPr/>
        </p:nvSpPr>
        <p:spPr>
          <a:xfrm xmlns:a="http://schemas.openxmlformats.org/drawingml/2006/main">
            <a:off x="5803900"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7DBF275D-B7F9-484D-AB7E-6931B2F667FF}"/>
              </a:ext>
            </a:extLst>
          </p:cNvPr>
          <p:cNvSpPr>
            <a:spLocks xmlns:a="http://schemas.openxmlformats.org/drawingml/2006/main" noGrp="1"/>
          </p:cNvSpPr>
          <p:nvPr/>
        </p:nvSpPr>
        <p:spPr>
          <a:xfrm xmlns:a="http://schemas.openxmlformats.org/drawingml/2006/main">
            <a:off x="855027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107DE667-2314-4869-8EFE-0D108EE91634}"/>
              </a:ext>
            </a:extLst>
          </p:cNvPr>
          <p:cNvSpPr>
            <a:spLocks xmlns:a="http://schemas.openxmlformats.org/drawingml/2006/main" noGrp="1"/>
          </p:cNvSpPr>
          <p:nvPr/>
        </p:nvSpPr>
        <p:spPr>
          <a:xfrm xmlns:a="http://schemas.openxmlformats.org/drawingml/2006/main">
            <a:off x="3152775" y="45053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6399489E-0765-45F9-9462-15369C5636E6}"/>
              </a:ext>
            </a:extLst>
          </p:cNvPr>
          <p:cNvSpPr>
            <a:spLocks xmlns:a="http://schemas.openxmlformats.org/drawingml/2006/main" noGrp="1"/>
          </p:cNvSpPr>
          <p:nvPr/>
        </p:nvSpPr>
        <p:spPr>
          <a:xfrm xmlns:a="http://schemas.openxmlformats.org/drawingml/2006/main" rot="0">
            <a:off x="3248025" y="44196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撮影デバイス設計で協働できる企業へアプローチ</a:t>
            </a:r>
          </a:p>
        </p:txBody>
      </p:sp>
      <p:sp>
        <p:nvSpPr>
          <p:cNvPr id="41" name="">
            <a:extLst xmlns:a="http://schemas.openxmlformats.org/drawingml/2006/main">
              <a:ext uri="{FF2B5EF4-FFF2-40B4-BE49-F238E27FC236}">
                <a16:creationId xmlns:a16="http://schemas.microsoft.com/office/drawing/2014/main" id="{973B0201-E4A9-44B2-BF54-DD1D685A6214}"/>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合意フローとデータ取扱いを法務チェック</a:t>
            </a:r>
          </a:p>
        </p:txBody>
      </p:sp>
    </p:spTree>
    <p:extLst>
      <p:ext uri="{BB962C8B-B14F-4D97-AF65-F5344CB8AC3E}">
        <p14:creationId xmlns:p14="http://schemas.microsoft.com/office/powerpoint/2010/main" val="1894325405"/>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AF9C823-5C21-4830-AE70-9DF81A0E71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EA25E6-FCDE-427A-9051-343C3657A34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3B664802-6998-447A-B718-5B93B84F508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C549E6-A8B8-46E0-AB2F-0BD13FF759D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135C5836-1A45-45B7-BFC9-D9A46D1D506F}"/>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C09BBA-69E3-43CC-885E-EF967AA65C36}"/>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B9D06BC5-37AE-4E98-BAFD-FABDCA7D684E}"/>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52D9B611-6024-4FAD-98E5-7A3B5003B038}"/>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EA3BAF1A-F25B-43DE-AE33-AD75DE30568B}"/>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6587F65C-868F-4DFC-9BB1-4C2D574C96DB}"/>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273D5545-C71D-44BD-888C-77A7ACC199FD}"/>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7E92EABE-01EA-473D-859B-552C4FBCFE12}"/>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C36F6984-B00F-46CE-9103-730FB7EFACBE}"/>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7BA54B14-6F33-43D8-995D-0E6FEA365727}"/>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FEC45803-A646-4884-9AF0-4702442CACD1}"/>
              </a:ext>
            </a:extLst>
          </p:cNvPr>
          <p:cNvSpPr>
            <a:spLocks xmlns:a="http://schemas.openxmlformats.org/drawingml/2006/main" noGrp="1"/>
          </p:cNvSpPr>
          <p:nvPr/>
        </p:nvSpPr>
        <p:spPr>
          <a:xfrm xmlns:a="http://schemas.openxmlformats.org/drawingml/2006/main">
            <a:off x="723900" y="22860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3A8C80C7-3956-47BA-A87E-5DFB301686FE}"/>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2C18F06F-1F2A-4F25-B963-FBC4FCDAEA88}"/>
              </a:ext>
            </a:extLst>
          </p:cNvPr>
          <p:cNvSpPr>
            <a:spLocks xmlns:a="http://schemas.openxmlformats.org/drawingml/2006/main" noGrp="1"/>
          </p:cNvSpPr>
          <p:nvPr/>
        </p:nvSpPr>
        <p:spPr>
          <a:xfrm xmlns:a="http://schemas.openxmlformats.org/drawingml/2006/main">
            <a:off x="3057525"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52BE9DB7-4B07-44B7-B8B8-36EA39E84008}"/>
              </a:ext>
            </a:extLst>
          </p:cNvPr>
          <p:cNvSpPr>
            <a:spLocks xmlns:a="http://schemas.openxmlformats.org/drawingml/2006/main" noGrp="1"/>
          </p:cNvSpPr>
          <p:nvPr/>
        </p:nvSpPr>
        <p:spPr>
          <a:xfrm xmlns:a="http://schemas.openxmlformats.org/drawingml/2006/main">
            <a:off x="5117306"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9324DA0A-C305-45F7-92B8-0E2B8AA936B5}"/>
              </a:ext>
            </a:extLst>
          </p:cNvPr>
          <p:cNvSpPr>
            <a:spLocks xmlns:a="http://schemas.openxmlformats.org/drawingml/2006/main" noGrp="1"/>
          </p:cNvSpPr>
          <p:nvPr/>
        </p:nvSpPr>
        <p:spPr>
          <a:xfrm xmlns:a="http://schemas.openxmlformats.org/drawingml/2006/main">
            <a:off x="7177088"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694404FE-3945-4DE8-A026-0182A3CEF3BA}"/>
              </a:ext>
            </a:extLst>
          </p:cNvPr>
          <p:cNvSpPr>
            <a:spLocks xmlns:a="http://schemas.openxmlformats.org/drawingml/2006/main" noGrp="1"/>
          </p:cNvSpPr>
          <p:nvPr/>
        </p:nvSpPr>
        <p:spPr>
          <a:xfrm xmlns:a="http://schemas.openxmlformats.org/drawingml/2006/main">
            <a:off x="9236869"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4145C19C-CC0C-410E-9A26-27879CCA4912}"/>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DBA902E-D891-4051-A78E-D8848B755734}"/>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Q1 宿泊・リフォーム・清掃　　Q2以降 介護・医療へ拡大</a:t>
            </a:r>
          </a:p>
        </p:txBody>
      </p:sp>
      <p:sp>
        <p:nvSpPr>
          <p:cNvPr id="23" name="">
            <a:extLst xmlns:a="http://schemas.openxmlformats.org/drawingml/2006/main">
              <a:ext uri="{FF2B5EF4-FFF2-40B4-BE49-F238E27FC236}">
                <a16:creationId xmlns:a16="http://schemas.microsoft.com/office/drawing/2014/main" id="{D478E4E9-2BEB-4B02-8A74-2AD1B65B9656}"/>
              </a:ext>
            </a:extLst>
          </p:cNvPr>
          <p:cNvSpPr>
            <a:spLocks xmlns:a="http://schemas.openxmlformats.org/drawingml/2006/main" noGrp="1"/>
          </p:cNvSpPr>
          <p:nvPr/>
        </p:nvSpPr>
        <p:spPr>
          <a:xfrm xmlns:a="http://schemas.openxmlformats.org/drawingml/2006/main">
            <a:off x="723900" y="30670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1C466071-9057-437E-9C85-8AA9FF2E481C}"/>
              </a:ext>
            </a:extLst>
          </p:cNvPr>
          <p:cNvSpPr>
            <a:spLocks xmlns:a="http://schemas.openxmlformats.org/drawingml/2006/main" noGrp="1"/>
          </p:cNvSpPr>
          <p:nvPr/>
        </p:nvSpPr>
        <p:spPr>
          <a:xfrm xmlns:a="http://schemas.openxmlformats.org/drawingml/2006/main" rot="0">
            <a:off x="857250" y="32766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デバイス・知財</a:t>
            </a:r>
          </a:p>
        </p:txBody>
      </p:sp>
      <p:sp>
        <p:nvSpPr>
          <p:cNvPr id="25" name="">
            <a:extLst xmlns:a="http://schemas.openxmlformats.org/drawingml/2006/main">
              <a:ext uri="{FF2B5EF4-FFF2-40B4-BE49-F238E27FC236}">
                <a16:creationId xmlns:a16="http://schemas.microsoft.com/office/drawing/2014/main" id="{50A076AD-2A60-44F3-ACD2-B9DC22AD8F6C}"/>
              </a:ext>
            </a:extLst>
          </p:cNvPr>
          <p:cNvSpPr>
            <a:spLocks xmlns:a="http://schemas.openxmlformats.org/drawingml/2006/main" noGrp="1"/>
          </p:cNvSpPr>
          <p:nvPr/>
        </p:nvSpPr>
        <p:spPr>
          <a:xfrm xmlns:a="http://schemas.openxmlformats.org/drawingml/2006/main">
            <a:off x="3057525"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D881798A-CC53-43B1-970A-41EADB4F2DD9}"/>
              </a:ext>
            </a:extLst>
          </p:cNvPr>
          <p:cNvSpPr>
            <a:spLocks xmlns:a="http://schemas.openxmlformats.org/drawingml/2006/main" noGrp="1"/>
          </p:cNvSpPr>
          <p:nvPr/>
        </p:nvSpPr>
        <p:spPr>
          <a:xfrm xmlns:a="http://schemas.openxmlformats.org/drawingml/2006/main">
            <a:off x="5117306"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1D71534E-85B1-4A20-B141-ABD094A5F57A}"/>
              </a:ext>
            </a:extLst>
          </p:cNvPr>
          <p:cNvSpPr>
            <a:spLocks xmlns:a="http://schemas.openxmlformats.org/drawingml/2006/main" noGrp="1"/>
          </p:cNvSpPr>
          <p:nvPr/>
        </p:nvSpPr>
        <p:spPr>
          <a:xfrm xmlns:a="http://schemas.openxmlformats.org/drawingml/2006/main">
            <a:off x="7177088"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DAE6B26C-AB98-4BEC-984F-60A39CE413EE}"/>
              </a:ext>
            </a:extLst>
          </p:cNvPr>
          <p:cNvSpPr>
            <a:spLocks xmlns:a="http://schemas.openxmlformats.org/drawingml/2006/main" noGrp="1"/>
          </p:cNvSpPr>
          <p:nvPr/>
        </p:nvSpPr>
        <p:spPr>
          <a:xfrm xmlns:a="http://schemas.openxmlformats.org/drawingml/2006/main">
            <a:off x="9236869"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AA549362-19D4-44BA-9D92-B35C8D40A48E}"/>
              </a:ext>
            </a:extLst>
          </p:cNvPr>
          <p:cNvSpPr>
            <a:spLocks xmlns:a="http://schemas.openxmlformats.org/drawingml/2006/main" noGrp="1"/>
          </p:cNvSpPr>
          <p:nvPr/>
        </p:nvSpPr>
        <p:spPr>
          <a:xfrm xmlns:a="http://schemas.openxmlformats.org/drawingml/2006/main">
            <a:off x="3152775" y="322897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DF9B7AD0-660C-4337-8A30-8D78EC0B0DDC}"/>
              </a:ext>
            </a:extLst>
          </p:cNvPr>
          <p:cNvSpPr>
            <a:spLocks xmlns:a="http://schemas.openxmlformats.org/drawingml/2006/main" noGrp="1"/>
          </p:cNvSpPr>
          <p:nvPr/>
        </p:nvSpPr>
        <p:spPr>
          <a:xfrm xmlns:a="http://schemas.openxmlformats.org/drawingml/2006/main" rot="0">
            <a:off x="3248025" y="314325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開発、意匠・特許の準備・出願</a:t>
            </a:r>
          </a:p>
        </p:txBody>
      </p:sp>
      <p:sp>
        <p:nvSpPr>
          <p:cNvPr id="31" name="">
            <a:extLst xmlns:a="http://schemas.openxmlformats.org/drawingml/2006/main">
              <a:ext uri="{FF2B5EF4-FFF2-40B4-BE49-F238E27FC236}">
                <a16:creationId xmlns:a16="http://schemas.microsoft.com/office/drawing/2014/main" id="{DE743482-3156-40EA-B3D8-96CAB2487216}"/>
              </a:ext>
            </a:extLst>
          </p:cNvPr>
          <p:cNvSpPr>
            <a:spLocks xmlns:a="http://schemas.openxmlformats.org/drawingml/2006/main" noGrp="1"/>
          </p:cNvSpPr>
          <p:nvPr/>
        </p:nvSpPr>
        <p:spPr>
          <a:xfrm xmlns:a="http://schemas.openxmlformats.org/drawingml/2006/main">
            <a:off x="723900" y="38481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CA1D80D2-3E0F-41B7-A47A-016B2EAB8BE8}"/>
              </a:ext>
            </a:extLst>
          </p:cNvPr>
          <p:cNvSpPr>
            <a:spLocks xmlns:a="http://schemas.openxmlformats.org/drawingml/2006/main" noGrp="1"/>
          </p:cNvSpPr>
          <p:nvPr/>
        </p:nvSpPr>
        <p:spPr>
          <a:xfrm xmlns:a="http://schemas.openxmlformats.org/drawingml/2006/main" rot="0">
            <a:off x="857250" y="40576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ロボット企業・政府</a:t>
            </a:r>
          </a:p>
        </p:txBody>
      </p:sp>
      <p:sp>
        <p:nvSpPr>
          <p:cNvPr id="33" name="">
            <a:extLst xmlns:a="http://schemas.openxmlformats.org/drawingml/2006/main">
              <a:ext uri="{FF2B5EF4-FFF2-40B4-BE49-F238E27FC236}">
                <a16:creationId xmlns:a16="http://schemas.microsoft.com/office/drawing/2014/main" id="{A00949B8-2AAA-4C10-835C-617902E16FE1}"/>
              </a:ext>
            </a:extLst>
          </p:cNvPr>
          <p:cNvSpPr>
            <a:spLocks xmlns:a="http://schemas.openxmlformats.org/drawingml/2006/main" noGrp="1"/>
          </p:cNvSpPr>
          <p:nvPr/>
        </p:nvSpPr>
        <p:spPr>
          <a:xfrm xmlns:a="http://schemas.openxmlformats.org/drawingml/2006/main">
            <a:off x="3057525"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3458414F-DD83-4D1C-825B-2A54025BEB78}"/>
              </a:ext>
            </a:extLst>
          </p:cNvPr>
          <p:cNvSpPr>
            <a:spLocks xmlns:a="http://schemas.openxmlformats.org/drawingml/2006/main" noGrp="1"/>
          </p:cNvSpPr>
          <p:nvPr/>
        </p:nvSpPr>
        <p:spPr>
          <a:xfrm xmlns:a="http://schemas.openxmlformats.org/drawingml/2006/main">
            <a:off x="5117306"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B9DB745F-3372-4A8C-A287-BAC8EE8E2BF8}"/>
              </a:ext>
            </a:extLst>
          </p:cNvPr>
          <p:cNvSpPr>
            <a:spLocks xmlns:a="http://schemas.openxmlformats.org/drawingml/2006/main" noGrp="1"/>
          </p:cNvSpPr>
          <p:nvPr/>
        </p:nvSpPr>
        <p:spPr>
          <a:xfrm xmlns:a="http://schemas.openxmlformats.org/drawingml/2006/main">
            <a:off x="7177088"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0B85286C-61A2-4CB2-9229-4D79358B1FE3}"/>
              </a:ext>
            </a:extLst>
          </p:cNvPr>
          <p:cNvSpPr>
            <a:spLocks xmlns:a="http://schemas.openxmlformats.org/drawingml/2006/main" noGrp="1"/>
          </p:cNvSpPr>
          <p:nvPr/>
        </p:nvSpPr>
        <p:spPr>
          <a:xfrm xmlns:a="http://schemas.openxmlformats.org/drawingml/2006/main">
            <a:off x="9236869"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B743C62A-2746-4226-A43A-E582699C9569}"/>
              </a:ext>
            </a:extLst>
          </p:cNvPr>
          <p:cNvSpPr>
            <a:spLocks xmlns:a="http://schemas.openxmlformats.org/drawingml/2006/main" noGrp="1"/>
          </p:cNvSpPr>
          <p:nvPr/>
        </p:nvSpPr>
        <p:spPr>
          <a:xfrm xmlns:a="http://schemas.openxmlformats.org/drawingml/2006/main">
            <a:off x="5212556" y="40100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181567D3-1B5E-4A42-BC2B-474B4F7D9FCF}"/>
              </a:ext>
            </a:extLst>
          </p:cNvPr>
          <p:cNvSpPr>
            <a:spLocks xmlns:a="http://schemas.openxmlformats.org/drawingml/2006/main" noGrp="1"/>
          </p:cNvSpPr>
          <p:nvPr/>
        </p:nvSpPr>
        <p:spPr>
          <a:xfrm xmlns:a="http://schemas.openxmlformats.org/drawingml/2006/main" rot="0">
            <a:off x="5307806" y="39243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高プライバシーデータの活用設計</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現場データ収集を打診</a:t>
            </a:r>
          </a:p>
        </p:txBody>
      </p:sp>
      <p:sp>
        <p:nvSpPr>
          <p:cNvPr id="39" name="">
            <a:extLst xmlns:a="http://schemas.openxmlformats.org/drawingml/2006/main">
              <a:ext uri="{FF2B5EF4-FFF2-40B4-BE49-F238E27FC236}">
                <a16:creationId xmlns:a16="http://schemas.microsoft.com/office/drawing/2014/main" id="{0AABEF40-CD09-4AE7-98AA-DE6788D81F17}"/>
              </a:ext>
            </a:extLst>
          </p:cNvPr>
          <p:cNvSpPr>
            <a:spLocks xmlns:a="http://schemas.openxmlformats.org/drawingml/2006/main" noGrp="1"/>
          </p:cNvSpPr>
          <p:nvPr/>
        </p:nvSpPr>
        <p:spPr>
          <a:xfrm xmlns:a="http://schemas.openxmlformats.org/drawingml/2006/main">
            <a:off x="723900" y="46291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1BA9D0BC-1ED4-480F-8D91-1E7BC48FCE79}"/>
              </a:ext>
            </a:extLst>
          </p:cNvPr>
          <p:cNvSpPr>
            <a:spLocks xmlns:a="http://schemas.openxmlformats.org/drawingml/2006/main" noGrp="1"/>
          </p:cNvSpPr>
          <p:nvPr/>
        </p:nvSpPr>
        <p:spPr>
          <a:xfrm xmlns:a="http://schemas.openxmlformats.org/drawingml/2006/main" rot="0">
            <a:off x="857250" y="48387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大学・研究</a:t>
            </a:r>
          </a:p>
        </p:txBody>
      </p:sp>
      <p:sp>
        <p:nvSpPr>
          <p:cNvPr id="41" name="">
            <a:extLst xmlns:a="http://schemas.openxmlformats.org/drawingml/2006/main">
              <a:ext uri="{FF2B5EF4-FFF2-40B4-BE49-F238E27FC236}">
                <a16:creationId xmlns:a16="http://schemas.microsoft.com/office/drawing/2014/main" id="{BE6AEA6F-B0EB-478C-A5D1-5F0596C577A7}"/>
              </a:ext>
            </a:extLst>
          </p:cNvPr>
          <p:cNvSpPr>
            <a:spLocks xmlns:a="http://schemas.openxmlformats.org/drawingml/2006/main" noGrp="1"/>
          </p:cNvSpPr>
          <p:nvPr/>
        </p:nvSpPr>
        <p:spPr>
          <a:xfrm xmlns:a="http://schemas.openxmlformats.org/drawingml/2006/main">
            <a:off x="3057525"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77BFCD69-91AF-4A27-A427-E1AF5A65FCF1}"/>
              </a:ext>
            </a:extLst>
          </p:cNvPr>
          <p:cNvSpPr>
            <a:spLocks xmlns:a="http://schemas.openxmlformats.org/drawingml/2006/main" noGrp="1"/>
          </p:cNvSpPr>
          <p:nvPr/>
        </p:nvSpPr>
        <p:spPr>
          <a:xfrm xmlns:a="http://schemas.openxmlformats.org/drawingml/2006/main">
            <a:off x="5117306"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1C825331-4E20-4AF6-BD21-483AD8EC6946}"/>
              </a:ext>
            </a:extLst>
          </p:cNvPr>
          <p:cNvSpPr>
            <a:spLocks xmlns:a="http://schemas.openxmlformats.org/drawingml/2006/main" noGrp="1"/>
          </p:cNvSpPr>
          <p:nvPr/>
        </p:nvSpPr>
        <p:spPr>
          <a:xfrm xmlns:a="http://schemas.openxmlformats.org/drawingml/2006/main">
            <a:off x="7177088"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BB3D86AB-5A96-42D1-A6B4-50443362B487}"/>
              </a:ext>
            </a:extLst>
          </p:cNvPr>
          <p:cNvSpPr>
            <a:spLocks xmlns:a="http://schemas.openxmlformats.org/drawingml/2006/main" noGrp="1"/>
          </p:cNvSpPr>
          <p:nvPr/>
        </p:nvSpPr>
        <p:spPr>
          <a:xfrm xmlns:a="http://schemas.openxmlformats.org/drawingml/2006/main">
            <a:off x="9236869"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932C5319-4933-4930-BC22-F0D6E88254C0}"/>
              </a:ext>
            </a:extLst>
          </p:cNvPr>
          <p:cNvSpPr>
            <a:spLocks xmlns:a="http://schemas.openxmlformats.org/drawingml/2006/main" noGrp="1"/>
          </p:cNvSpPr>
          <p:nvPr/>
        </p:nvSpPr>
        <p:spPr>
          <a:xfrm xmlns:a="http://schemas.openxmlformats.org/drawingml/2006/main">
            <a:off x="9332119" y="4791075"/>
            <a:ext cx="1869281"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BB20EB9E-34DD-48EE-B3BA-EC5A5450117E}"/>
              </a:ext>
            </a:extLst>
          </p:cNvPr>
          <p:cNvSpPr>
            <a:spLocks xmlns:a="http://schemas.openxmlformats.org/drawingml/2006/main" noGrp="1"/>
          </p:cNvSpPr>
          <p:nvPr/>
        </p:nvSpPr>
        <p:spPr>
          <a:xfrm xmlns:a="http://schemas.openxmlformats.org/drawingml/2006/main" rot="0">
            <a:off x="9427369" y="4705350"/>
            <a:ext cx="1678781"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AIモデル開発</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Real2Sim開始</a:t>
            </a:r>
          </a:p>
        </p:txBody>
      </p:sp>
    </p:spTree>
    <p:extLst>
      <p:ext uri="{BB962C8B-B14F-4D97-AF65-F5344CB8AC3E}">
        <p14:creationId xmlns:p14="http://schemas.microsoft.com/office/powerpoint/2010/main" val="1650613076"/>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1FC2B3F0-B96C-43DA-B354-C2F5007191F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1A065C-8295-4940-B140-91F56A1EC7B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CFD82319-F7E8-478F-A502-B40D21EC847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53AA34-3745-4A49-88A8-0F404F678A3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10EB89C4-162D-47E4-B7AA-8B92E3D9F0EB}"/>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DB2F3A-EA00-40F3-8FE6-3F816FF0479C}"/>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4665E440-DF32-4AA0-88B9-5082C7E70D09}"/>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9FEEB0EE-9472-4B31-80F3-BB0BB27327A2}"/>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06E7AC86-4C92-4206-A1B8-359079BCE9FD}"/>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85BFD879-9132-4FE9-8837-FE3375C52BB8}"/>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437A07AF-E137-4A98-998A-FD9634896EFE}"/>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454F3191-1363-48A6-87CD-64EC27441385}"/>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5A19AA92-61D0-4D21-8B21-EAFA517FC16D}"/>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9FCDDF00-70D4-42A2-A41C-AAA584E5661E}"/>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D093738-3756-4671-BB13-EF2ABFD6A066}"/>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FA3E927D-8057-40F7-B2D3-B7E549122DE8}"/>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7F763684-9491-4D7E-8854-1AE445BD576E}"/>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7B1E557-E638-47A0-9CB8-AA03E996D419}"/>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95DD5D69-3ED7-4EAB-B0B1-F409FCEFEECA}"/>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C3804F6A-5A75-4AA7-B368-0910609C0894}"/>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871B65D-A030-44D3-9A8C-B824140F6EA3}"/>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00D01993-B5D9-4A20-BBF9-B829B8114708}"/>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撮影先と現場実装先を拡大</a:t>
            </a:r>
          </a:p>
        </p:txBody>
      </p:sp>
      <p:sp>
        <p:nvSpPr>
          <p:cNvPr id="23" name="">
            <a:extLst xmlns:a="http://schemas.openxmlformats.org/drawingml/2006/main">
              <a:ext uri="{FF2B5EF4-FFF2-40B4-BE49-F238E27FC236}">
                <a16:creationId xmlns:a16="http://schemas.microsoft.com/office/drawing/2014/main" id="{53F84054-262C-4812-B376-2EFFBCFABDA5}"/>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17317ED1-AD57-43DC-9C5A-EA073481BA18}"/>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実証実験</a:t>
            </a:r>
          </a:p>
        </p:txBody>
      </p:sp>
      <p:sp>
        <p:nvSpPr>
          <p:cNvPr id="25" name="">
            <a:extLst xmlns:a="http://schemas.openxmlformats.org/drawingml/2006/main">
              <a:ext uri="{FF2B5EF4-FFF2-40B4-BE49-F238E27FC236}">
                <a16:creationId xmlns:a16="http://schemas.microsoft.com/office/drawing/2014/main" id="{15101D15-7301-412F-8D7D-7FB96D2FCAED}"/>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34ADEDD5-7477-4E9B-A3B9-70562ED6E20D}"/>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EA6D6C69-7FBD-4DC6-959C-C26332BAA4FA}"/>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C6DEC5C-A6C4-432B-AAD4-62E88822D1A6}"/>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4A32E62F-4BE5-4B27-84FE-E60CC18976D0}"/>
              </a:ext>
            </a:extLst>
          </p:cNvPr>
          <p:cNvSpPr>
            <a:spLocks xmlns:a="http://schemas.openxmlformats.org/drawingml/2006/main" noGrp="1"/>
          </p:cNvSpPr>
          <p:nvPr/>
        </p:nvSpPr>
        <p:spPr>
          <a:xfrm xmlns:a="http://schemas.openxmlformats.org/drawingml/2006/main">
            <a:off x="3152775" y="31337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B24B7481-B2A6-4F7A-88B6-9EE80AD3C7B1}"/>
              </a:ext>
            </a:extLst>
          </p:cNvPr>
          <p:cNvSpPr>
            <a:spLocks xmlns:a="http://schemas.openxmlformats.org/drawingml/2006/main" noGrp="1"/>
          </p:cNvSpPr>
          <p:nvPr/>
        </p:nvSpPr>
        <p:spPr>
          <a:xfrm xmlns:a="http://schemas.openxmlformats.org/drawingml/2006/main" rot="0">
            <a:off x="3248025" y="30480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ロボット企業と実証現場をマッチング</a:t>
            </a:r>
          </a:p>
        </p:txBody>
      </p:sp>
      <p:sp>
        <p:nvSpPr>
          <p:cNvPr id="31" name="">
            <a:extLst xmlns:a="http://schemas.openxmlformats.org/drawingml/2006/main">
              <a:ext uri="{FF2B5EF4-FFF2-40B4-BE49-F238E27FC236}">
                <a16:creationId xmlns:a16="http://schemas.microsoft.com/office/drawing/2014/main" id="{F70B6208-DE1F-400F-B0A9-0D284F8E3053}"/>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581D7569-728C-407F-9C2E-56044E9E7F7B}"/>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大学との研究</a:t>
            </a:r>
          </a:p>
        </p:txBody>
      </p:sp>
      <p:sp>
        <p:nvSpPr>
          <p:cNvPr id="33" name="">
            <a:extLst xmlns:a="http://schemas.openxmlformats.org/drawingml/2006/main">
              <a:ext uri="{FF2B5EF4-FFF2-40B4-BE49-F238E27FC236}">
                <a16:creationId xmlns:a16="http://schemas.microsoft.com/office/drawing/2014/main" id="{0684CE32-E589-464D-B7AA-FFA8AAC3B71B}"/>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83E1013B-DE2A-4172-8CFD-21C220495769}"/>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6692AA92-A9F0-497E-98C1-F3E4F963B178}"/>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79CFBD16-2140-4725-8F86-F8DB1549E146}"/>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0C389DA5-A32B-48FD-AC4C-92BF339354F2}"/>
              </a:ext>
            </a:extLst>
          </p:cNvPr>
          <p:cNvSpPr>
            <a:spLocks xmlns:a="http://schemas.openxmlformats.org/drawingml/2006/main" noGrp="1"/>
          </p:cNvSpPr>
          <p:nvPr/>
        </p:nvSpPr>
        <p:spPr>
          <a:xfrm xmlns:a="http://schemas.openxmlformats.org/drawingml/2006/main">
            <a:off x="3152775" y="38195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A64DF791-F468-4EC6-A1A3-AEBC6CF5D70D}"/>
              </a:ext>
            </a:extLst>
          </p:cNvPr>
          <p:cNvSpPr>
            <a:spLocks xmlns:a="http://schemas.openxmlformats.org/drawingml/2006/main" noGrp="1"/>
          </p:cNvSpPr>
          <p:nvPr/>
        </p:nvSpPr>
        <p:spPr>
          <a:xfrm xmlns:a="http://schemas.openxmlformats.org/drawingml/2006/main" rot="0">
            <a:off x="3248025" y="37338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研究に必要な現場をマッチング</a:t>
            </a:r>
          </a:p>
        </p:txBody>
      </p:sp>
      <p:sp>
        <p:nvSpPr>
          <p:cNvPr id="39" name="">
            <a:extLst xmlns:a="http://schemas.openxmlformats.org/drawingml/2006/main">
              <a:ext uri="{FF2B5EF4-FFF2-40B4-BE49-F238E27FC236}">
                <a16:creationId xmlns:a16="http://schemas.microsoft.com/office/drawing/2014/main" id="{7FFC0F73-3E83-4497-970A-12A04333F2F5}"/>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5D845F65-C30B-4B90-8FE6-A755FD9E64A3}"/>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導入先の選定</a:t>
            </a:r>
          </a:p>
        </p:txBody>
      </p:sp>
      <p:sp>
        <p:nvSpPr>
          <p:cNvPr id="41" name="">
            <a:extLst xmlns:a="http://schemas.openxmlformats.org/drawingml/2006/main">
              <a:ext uri="{FF2B5EF4-FFF2-40B4-BE49-F238E27FC236}">
                <a16:creationId xmlns:a16="http://schemas.microsoft.com/office/drawing/2014/main" id="{5A84058D-053F-4157-8026-5A4DE9F789E1}"/>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0340C899-D27A-4754-94FB-28086E583B37}"/>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BE0407D1-5A90-44D0-8A2B-608ECA05214A}"/>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9F3E4675-8BCA-41B7-9A3B-00F080E30DC0}"/>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432A8E7-31DE-4D1B-B4EB-56FE63F0E48E}"/>
              </a:ext>
            </a:extLst>
          </p:cNvPr>
          <p:cNvSpPr>
            <a:spLocks xmlns:a="http://schemas.openxmlformats.org/drawingml/2006/main" noGrp="1"/>
          </p:cNvSpPr>
          <p:nvPr/>
        </p:nvSpPr>
        <p:spPr>
          <a:xfrm xmlns:a="http://schemas.openxmlformats.org/drawingml/2006/main">
            <a:off x="7272338" y="45053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D77771B8-76EF-4D62-A389-D41545B73706}"/>
              </a:ext>
            </a:extLst>
          </p:cNvPr>
          <p:cNvSpPr>
            <a:spLocks xmlns:a="http://schemas.openxmlformats.org/drawingml/2006/main" noGrp="1"/>
          </p:cNvSpPr>
          <p:nvPr/>
        </p:nvSpPr>
        <p:spPr>
          <a:xfrm xmlns:a="http://schemas.openxmlformats.org/drawingml/2006/main" rot="0">
            <a:off x="7367588" y="44196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データと経験から導入適性を判断</a:t>
            </a:r>
          </a:p>
        </p:txBody>
      </p:sp>
      <p:sp>
        <p:nvSpPr>
          <p:cNvPr id="47" name="">
            <a:extLst xmlns:a="http://schemas.openxmlformats.org/drawingml/2006/main">
              <a:ext uri="{FF2B5EF4-FFF2-40B4-BE49-F238E27FC236}">
                <a16:creationId xmlns:a16="http://schemas.microsoft.com/office/drawing/2014/main" id="{F0A19A54-8CFA-4E72-B873-CB09B35C79E3}"/>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3137B168-250F-4B5B-8E6E-FDEA884198AB}"/>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B294BED5-E313-4681-905B-9B9DFED1BADB}"/>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D05FD3A8-0297-4FA1-8B1B-42FB3A25FFE4}"/>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37D08041-070A-431E-BDBE-53BB05465A6A}"/>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495AEDE2-A275-486F-B92B-A9F9E9B11D87}"/>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3753B80A-8995-4CCD-BB79-A74C57B58B74}"/>
              </a:ext>
            </a:extLst>
          </p:cNvPr>
          <p:cNvSpPr>
            <a:spLocks xmlns:a="http://schemas.openxmlformats.org/drawingml/2006/main" noGrp="1"/>
          </p:cNvSpPr>
          <p:nvPr/>
        </p:nvSpPr>
        <p:spPr>
          <a:xfrm xmlns:a="http://schemas.openxmlformats.org/drawingml/2006/main">
            <a:off x="7272338" y="51911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6BC4BE13-1088-45FB-8AD4-486BBEF5C51E}"/>
              </a:ext>
            </a:extLst>
          </p:cNvPr>
          <p:cNvSpPr>
            <a:spLocks xmlns:a="http://schemas.openxmlformats.org/drawingml/2006/main" noGrp="1"/>
          </p:cNvSpPr>
          <p:nvPr/>
        </p:nvSpPr>
        <p:spPr>
          <a:xfrm xmlns:a="http://schemas.openxmlformats.org/drawingml/2006/main" rot="0">
            <a:off x="7367588" y="51054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業種を絞り、現場統合を開始</a:t>
            </a:r>
          </a:p>
        </p:txBody>
      </p:sp>
      <p:sp>
        <p:nvSpPr>
          <p:cNvPr id="55" name="">
            <a:extLst xmlns:a="http://schemas.openxmlformats.org/drawingml/2006/main">
              <a:ext uri="{FF2B5EF4-FFF2-40B4-BE49-F238E27FC236}">
                <a16:creationId xmlns:a16="http://schemas.microsoft.com/office/drawing/2014/main" id="{579DB6D6-9BB4-4D55-A662-EC8366F58ADC}"/>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954989771"/>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D69CE9EF-01E8-4034-BD16-FABF26D5EC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4B81C8-5DBA-4129-AF5D-BCFDC1E6CB7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DCE9B1E4-527E-4409-80CB-CED69971AD5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2D34B8-E5B3-4A63-91CD-8FE2B52664D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9C0D971A-D9E4-46A2-8697-8D473DD195CD}"/>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541A29-5BFA-4B94-ABA3-BFA766832C89}"/>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C59EC82F-B084-4F99-8797-F23F8E5CCB0F}"/>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5F0C45F7-7527-4A8E-8BC6-9F906579B9FD}"/>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0641ECDF-2F4C-4D80-9AE7-34C8AD88DA2D}"/>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3DAE052C-4020-41EF-8B6C-86CBACB2F1A4}"/>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E2326D56-6DB1-4D19-9AAC-C922F71945DD}"/>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1532BFA-8412-4F50-83FF-D85B58248975}"/>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DAA366D5-A310-41C3-9FC7-298E9C645705}"/>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747C6B9B-736B-4B69-BFCC-94C841834754}"/>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F45282C8-0D84-4E9C-AAFD-ECC812FC3357}"/>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AAB506C-93EA-49E0-88B4-4F36609F9833}"/>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現場実装先</a:t>
            </a:r>
          </a:p>
        </p:txBody>
      </p:sp>
      <p:sp>
        <p:nvSpPr>
          <p:cNvPr id="17" name="">
            <a:extLst xmlns:a="http://schemas.openxmlformats.org/drawingml/2006/main">
              <a:ext uri="{FF2B5EF4-FFF2-40B4-BE49-F238E27FC236}">
                <a16:creationId xmlns:a16="http://schemas.microsoft.com/office/drawing/2014/main" id="{7A74DC8B-D418-4A37-94EC-E7AAAC61E1C7}"/>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5DA3922B-DF68-41AA-8143-1DE58CE985A8}"/>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2CEDCB33-98D7-40B3-9F71-2F26C48E3685}"/>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41F2018E-1DC3-4586-827E-20E099E21989}"/>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AFA765D2-E0ED-40F7-836F-C153A15F5103}"/>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CE1E4B99-87C2-4D13-8076-1A0D7B42CB27}"/>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現場実装先を拡大</a:t>
            </a:r>
          </a:p>
        </p:txBody>
      </p:sp>
      <p:sp>
        <p:nvSpPr>
          <p:cNvPr id="23" name="">
            <a:extLst xmlns:a="http://schemas.openxmlformats.org/drawingml/2006/main">
              <a:ext uri="{FF2B5EF4-FFF2-40B4-BE49-F238E27FC236}">
                <a16:creationId xmlns:a16="http://schemas.microsoft.com/office/drawing/2014/main" id="{0879F611-6C34-4AE9-94DC-A6FA01234C46}"/>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F1A4BF54-B337-4910-AFAD-24B2FF4C32B4}"/>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作業データ</a:t>
            </a:r>
          </a:p>
        </p:txBody>
      </p:sp>
      <p:sp>
        <p:nvSpPr>
          <p:cNvPr id="25" name="">
            <a:extLst xmlns:a="http://schemas.openxmlformats.org/drawingml/2006/main">
              <a:ext uri="{FF2B5EF4-FFF2-40B4-BE49-F238E27FC236}">
                <a16:creationId xmlns:a16="http://schemas.microsoft.com/office/drawing/2014/main" id="{C75DE4A0-3910-4661-B6EE-1072252A289E}"/>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0A214A86-A8B5-44C0-864F-6DAF8C8626B9}"/>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4300C111-3F6C-439E-935F-7EDF560B3CA6}"/>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48418F3F-0A38-4BCD-9437-911825115283}"/>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F0BD6664-46C9-4E29-85B0-76A40B11E713}"/>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570FA1B7-311D-42BF-AF1E-B93DAF1CC849}"/>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各現場の作業データを蓄積</a:t>
            </a:r>
          </a:p>
        </p:txBody>
      </p:sp>
      <p:sp>
        <p:nvSpPr>
          <p:cNvPr id="31" name="">
            <a:extLst xmlns:a="http://schemas.openxmlformats.org/drawingml/2006/main">
              <a:ext uri="{FF2B5EF4-FFF2-40B4-BE49-F238E27FC236}">
                <a16:creationId xmlns:a16="http://schemas.microsoft.com/office/drawing/2014/main" id="{E59C148A-ACD4-4824-9E1A-340BB9AAF934}"/>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E4092C86-D5A6-4CD3-877C-7D83A905465F}"/>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33" name="">
            <a:extLst xmlns:a="http://schemas.openxmlformats.org/drawingml/2006/main">
              <a:ext uri="{FF2B5EF4-FFF2-40B4-BE49-F238E27FC236}">
                <a16:creationId xmlns:a16="http://schemas.microsoft.com/office/drawing/2014/main" id="{52AF5693-8E3C-4A77-B6A8-D6824A205889}"/>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4FE3275D-AF64-4E25-9576-E3E9D0155827}"/>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977840C1-F894-414A-983E-4CED3596C570}"/>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AC569CEE-4FF9-4AA9-B959-5519CB2F33E0}"/>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E85439C7-3870-4B58-A98B-B0B2F9AAD2D1}"/>
              </a:ext>
            </a:extLst>
          </p:cNvPr>
          <p:cNvSpPr>
            <a:spLocks xmlns:a="http://schemas.openxmlformats.org/drawingml/2006/main" noGrp="1"/>
          </p:cNvSpPr>
          <p:nvPr/>
        </p:nvSpPr>
        <p:spPr>
          <a:xfrm xmlns:a="http://schemas.openxmlformats.org/drawingml/2006/main">
            <a:off x="5212556" y="38195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1E64E103-31DC-438C-8D7F-2E6DA458DAA9}"/>
              </a:ext>
            </a:extLst>
          </p:cNvPr>
          <p:cNvSpPr>
            <a:spLocks xmlns:a="http://schemas.openxmlformats.org/drawingml/2006/main" noGrp="1"/>
          </p:cNvSpPr>
          <p:nvPr/>
        </p:nvSpPr>
        <p:spPr>
          <a:xfrm xmlns:a="http://schemas.openxmlformats.org/drawingml/2006/main" rot="0">
            <a:off x="5307806" y="37338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現場データをモデル改善へ接続</a:t>
            </a:r>
          </a:p>
        </p:txBody>
      </p:sp>
      <p:sp>
        <p:nvSpPr>
          <p:cNvPr id="39" name="">
            <a:extLst xmlns:a="http://schemas.openxmlformats.org/drawingml/2006/main">
              <a:ext uri="{FF2B5EF4-FFF2-40B4-BE49-F238E27FC236}">
                <a16:creationId xmlns:a16="http://schemas.microsoft.com/office/drawing/2014/main" id="{DC6233B8-EB1F-412D-BDF2-36863BD514D0}"/>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4494EC31-8D2F-41CC-8BCD-0C22F34EEC8F}"/>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41" name="">
            <a:extLst xmlns:a="http://schemas.openxmlformats.org/drawingml/2006/main">
              <a:ext uri="{FF2B5EF4-FFF2-40B4-BE49-F238E27FC236}">
                <a16:creationId xmlns:a16="http://schemas.microsoft.com/office/drawing/2014/main" id="{CCC9E2DD-90B3-4167-9812-312A8811E857}"/>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EB6A61E6-F910-4452-ABF6-AE9B9C4E0560}"/>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F666AECF-869D-45FE-AB13-343F7B52A0AF}"/>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A0AC5652-B0F4-4FAD-8DD4-60922EA7D149}"/>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07568ED6-3643-4FAD-8D1B-19A784AF37C4}"/>
              </a:ext>
            </a:extLst>
          </p:cNvPr>
          <p:cNvSpPr>
            <a:spLocks xmlns:a="http://schemas.openxmlformats.org/drawingml/2006/main" noGrp="1"/>
          </p:cNvSpPr>
          <p:nvPr/>
        </p:nvSpPr>
        <p:spPr>
          <a:xfrm xmlns:a="http://schemas.openxmlformats.org/drawingml/2006/main">
            <a:off x="5212556" y="45053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42E34BF4-130F-429E-9C6C-1320EB04FF15}"/>
              </a:ext>
            </a:extLst>
          </p:cNvPr>
          <p:cNvSpPr>
            <a:spLocks xmlns:a="http://schemas.openxmlformats.org/drawingml/2006/main" noGrp="1"/>
          </p:cNvSpPr>
          <p:nvPr/>
        </p:nvSpPr>
        <p:spPr>
          <a:xfrm xmlns:a="http://schemas.openxmlformats.org/drawingml/2006/main" rot="0">
            <a:off x="5307806" y="44196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実機の改善をループへ接続</a:t>
            </a:r>
          </a:p>
        </p:txBody>
      </p:sp>
      <p:sp>
        <p:nvSpPr>
          <p:cNvPr id="47" name="">
            <a:extLst xmlns:a="http://schemas.openxmlformats.org/drawingml/2006/main">
              <a:ext uri="{FF2B5EF4-FFF2-40B4-BE49-F238E27FC236}">
                <a16:creationId xmlns:a16="http://schemas.microsoft.com/office/drawing/2014/main" id="{B032B5B2-A53A-40F9-B819-2E1E9985FB02}"/>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D8D181DA-0B1D-4B34-9E96-8DF74D8D6F1F}"/>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EB453F12-A6AC-4D13-B90D-BCDFD05DE2A8}"/>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2A466185-F3B7-4CB0-8CBA-EF2CCA34BC91}"/>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58BFC86A-86C4-462D-8ECE-D61276C88347}"/>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46FD3F0E-1A88-43E1-B4E5-A67261459472}"/>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5E5052CC-96DD-45FB-A561-90B943C57BFE}"/>
              </a:ext>
            </a:extLst>
          </p:cNvPr>
          <p:cNvSpPr>
            <a:spLocks xmlns:a="http://schemas.openxmlformats.org/drawingml/2006/main" noGrp="1"/>
          </p:cNvSpPr>
          <p:nvPr/>
        </p:nvSpPr>
        <p:spPr>
          <a:xfrm xmlns:a="http://schemas.openxmlformats.org/drawingml/2006/main">
            <a:off x="3152775" y="51911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2C61C503-8A6C-425B-86C1-DE2E9DA18926}"/>
              </a:ext>
            </a:extLst>
          </p:cNvPr>
          <p:cNvSpPr>
            <a:spLocks xmlns:a="http://schemas.openxmlformats.org/drawingml/2006/main" noGrp="1"/>
          </p:cNvSpPr>
          <p:nvPr/>
        </p:nvSpPr>
        <p:spPr>
          <a:xfrm xmlns:a="http://schemas.openxmlformats.org/drawingml/2006/main" rot="0">
            <a:off x="3248025" y="51054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現場を含むフィードバックループを自社で回す</a:t>
            </a:r>
          </a:p>
        </p:txBody>
      </p:sp>
      <p:sp>
        <p:nvSpPr>
          <p:cNvPr id="55" name="">
            <a:extLst xmlns:a="http://schemas.openxmlformats.org/drawingml/2006/main">
              <a:ext uri="{FF2B5EF4-FFF2-40B4-BE49-F238E27FC236}">
                <a16:creationId xmlns:a16="http://schemas.microsoft.com/office/drawing/2014/main" id="{968C3FEC-5EDE-470F-84BA-5AF6AD5C98A4}"/>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第2段階へ移行し、フィジカルAI企業へ転身する</a:t>
            </a:r>
          </a:p>
        </p:txBody>
      </p:sp>
    </p:spTree>
    <p:extLst>
      <p:ext uri="{BB962C8B-B14F-4D97-AF65-F5344CB8AC3E}">
        <p14:creationId xmlns:p14="http://schemas.microsoft.com/office/powerpoint/2010/main" val="12037528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2026-09-15T04:02:22.6100000Z</dcterms:created>
  <dcterms:modified xsi:type="dcterms:W3CDTF">2026-09-15T04:02:22.6100000Z</dcterms:modified>
</coreProperties>
</file>