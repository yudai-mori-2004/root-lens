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f773373a614705" /><Relationship Type="http://schemas.openxmlformats.org/officeDocument/2006/relationships/extended-properties" Target="/docProps/app.xml" Id="R75c18e8d703b4a48" /><Relationship Type="http://schemas.openxmlformats.org/officeDocument/2006/relationships/officeDocument" Target="/ppt/presentation.xml" Id="R0f05c9ca87334e48" /></Relationships>
</file>

<file path=ppt/presentation.xml><?xml version="1.0" encoding="utf-8"?>
<p:presentation xmlns:p="http://schemas.openxmlformats.org/presentationml/2006/main">
  <p:sldMasterIdLst>
    <p:sldMasterId xmlns:r="http://schemas.openxmlformats.org/officeDocument/2006/relationships" id="2147483648" r:id="Rd4b56bc10ec54c37"/>
  </p:sldMasterIdLst>
  <p:notesMasterIdLst>
    <p:notesMasterId xmlns:r="http://schemas.openxmlformats.org/officeDocument/2006/relationships" r:id="Rce9450dfe4e84bb5"/>
  </p:notesMasterIdLst>
  <p:sldIdLst>
    <p:sldId xmlns:r="http://schemas.openxmlformats.org/officeDocument/2006/relationships" id="256" r:id="Rae9694f3e12e4716"/>
    <p:sldId xmlns:r="http://schemas.openxmlformats.org/officeDocument/2006/relationships" id="257" r:id="Ra89d64bd657d45b5"/>
    <p:sldId xmlns:r="http://schemas.openxmlformats.org/officeDocument/2006/relationships" id="258" r:id="R62aa541dd33d4b54"/>
    <p:sldId xmlns:r="http://schemas.openxmlformats.org/officeDocument/2006/relationships" id="259" r:id="R79aa835285f340df"/>
    <p:sldId xmlns:r="http://schemas.openxmlformats.org/officeDocument/2006/relationships" id="260" r:id="R0e75958ac19e4df5"/>
    <p:sldId xmlns:r="http://schemas.openxmlformats.org/officeDocument/2006/relationships" id="261" r:id="Re33007ed82624064"/>
    <p:sldId xmlns:r="http://schemas.openxmlformats.org/officeDocument/2006/relationships" id="262" r:id="R4c47af3a85834a3b"/>
    <p:sldId xmlns:r="http://schemas.openxmlformats.org/officeDocument/2006/relationships" id="263" r:id="Rbc7aabd37ffb4cdf"/>
    <p:sldId xmlns:r="http://schemas.openxmlformats.org/officeDocument/2006/relationships" id="264" r:id="R6678770babce4a27"/>
    <p:sldId xmlns:r="http://schemas.openxmlformats.org/officeDocument/2006/relationships" id="265" r:id="R22d62bbc3c744617"/>
    <p:sldId xmlns:r="http://schemas.openxmlformats.org/officeDocument/2006/relationships" id="266" r:id="Rd5404ef9f5724dfc"/>
    <p:sldId xmlns:r="http://schemas.openxmlformats.org/officeDocument/2006/relationships" id="267" r:id="R65f9caa48c774f6e"/>
    <p:sldId xmlns:r="http://schemas.openxmlformats.org/officeDocument/2006/relationships" id="268" r:id="Rc5db3d2f1646428e"/>
    <p:sldId xmlns:r="http://schemas.openxmlformats.org/officeDocument/2006/relationships" id="269" r:id="R4644b0c506984a58"/>
    <p:sldId xmlns:r="http://schemas.openxmlformats.org/officeDocument/2006/relationships" id="270" r:id="R65a2d50e1e3d4638"/>
    <p:sldId xmlns:r="http://schemas.openxmlformats.org/officeDocument/2006/relationships" id="271" r:id="R57f0a15abbd34788"/>
    <p:sldId xmlns:r="http://schemas.openxmlformats.org/officeDocument/2006/relationships" id="272" r:id="R87f0c62066d54642"/>
    <p:sldId xmlns:r="http://schemas.openxmlformats.org/officeDocument/2006/relationships" id="273" r:id="Rd0b27a6e551d45d7"/>
    <p:sldId xmlns:r="http://schemas.openxmlformats.org/officeDocument/2006/relationships" id="274" r:id="Rdfbd001189704b79"/>
    <p:sldId xmlns:r="http://schemas.openxmlformats.org/officeDocument/2006/relationships" id="275" r:id="R47fb47ae5fcb4d10"/>
    <p:sldId xmlns:r="http://schemas.openxmlformats.org/officeDocument/2006/relationships" id="276" r:id="R60ffd79c1f2042da"/>
    <p:sldId xmlns:r="http://schemas.openxmlformats.org/officeDocument/2006/relationships" id="277" r:id="R04435320244a4684"/>
    <p:sldId xmlns:r="http://schemas.openxmlformats.org/officeDocument/2006/relationships" id="278" r:id="Rda36fe3796784ff1"/>
    <p:sldId xmlns:r="http://schemas.openxmlformats.org/officeDocument/2006/relationships" id="279" r:id="Rabd9cc13645247ae"/>
    <p:sldId xmlns:r="http://schemas.openxmlformats.org/officeDocument/2006/relationships" id="280" r:id="R0ea0e6dea3dd45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96e34326a14cb2" /><Relationship Type="http://schemas.openxmlformats.org/officeDocument/2006/relationships/slideMaster" Target="/ppt/slideMasters/slideMaster1.xml" Id="Rd4b56bc10ec54c37" /><Relationship Type="http://schemas.openxmlformats.org/officeDocument/2006/relationships/notesMaster" Target="/ppt/notesMasters/notesMaster1.xml" Id="Rce9450dfe4e84bb5" /><Relationship Type="http://schemas.openxmlformats.org/officeDocument/2006/relationships/presProps" Target="/ppt/presProps.xml" Id="R7ca575aea81347b0" /><Relationship Type="http://schemas.openxmlformats.org/officeDocument/2006/relationships/tableStyles" Target="/ppt/tableStyles.xml" Id="Re69164dae0aa4f9a" /><Relationship Type="http://schemas.openxmlformats.org/officeDocument/2006/relationships/slide" Target="/ppt/slides/slide1.xml" Id="Rae9694f3e12e4716" /><Relationship Type="http://schemas.openxmlformats.org/officeDocument/2006/relationships/slide" Target="/ppt/slides/slide2.xml" Id="Ra89d64bd657d45b5" /><Relationship Type="http://schemas.openxmlformats.org/officeDocument/2006/relationships/slide" Target="/ppt/slides/slide3.xml" Id="R62aa541dd33d4b54" /><Relationship Type="http://schemas.openxmlformats.org/officeDocument/2006/relationships/slide" Target="/ppt/slides/slide4.xml" Id="R79aa835285f340df" /><Relationship Type="http://schemas.openxmlformats.org/officeDocument/2006/relationships/slide" Target="/ppt/slides/slide5.xml" Id="R0e75958ac19e4df5" /><Relationship Type="http://schemas.openxmlformats.org/officeDocument/2006/relationships/slide" Target="/ppt/slides/slide6.xml" Id="Re33007ed82624064" /><Relationship Type="http://schemas.openxmlformats.org/officeDocument/2006/relationships/slide" Target="/ppt/slides/slide7.xml" Id="R4c47af3a85834a3b" /><Relationship Type="http://schemas.openxmlformats.org/officeDocument/2006/relationships/slide" Target="/ppt/slides/slide8.xml" Id="Rbc7aabd37ffb4cdf" /><Relationship Type="http://schemas.openxmlformats.org/officeDocument/2006/relationships/slide" Target="/ppt/slides/slide9.xml" Id="R6678770babce4a27" /><Relationship Type="http://schemas.openxmlformats.org/officeDocument/2006/relationships/slide" Target="/ppt/slides/slide10.xml" Id="R22d62bbc3c744617" /><Relationship Type="http://schemas.openxmlformats.org/officeDocument/2006/relationships/slide" Target="/ppt/slides/slide11.xml" Id="Rd5404ef9f5724dfc" /><Relationship Type="http://schemas.openxmlformats.org/officeDocument/2006/relationships/slide" Target="/ppt/slides/slide12.xml" Id="R65f9caa48c774f6e" /><Relationship Type="http://schemas.openxmlformats.org/officeDocument/2006/relationships/slide" Target="/ppt/slides/slide13.xml" Id="Rc5db3d2f1646428e" /><Relationship Type="http://schemas.openxmlformats.org/officeDocument/2006/relationships/slide" Target="/ppt/slides/slide14.xml" Id="R4644b0c506984a58" /><Relationship Type="http://schemas.openxmlformats.org/officeDocument/2006/relationships/slide" Target="/ppt/slides/slide15.xml" Id="R65a2d50e1e3d4638" /><Relationship Type="http://schemas.openxmlformats.org/officeDocument/2006/relationships/slide" Target="/ppt/slides/slide16.xml" Id="R57f0a15abbd34788" /><Relationship Type="http://schemas.openxmlformats.org/officeDocument/2006/relationships/slide" Target="/ppt/slides/slide17.xml" Id="R87f0c62066d54642" /><Relationship Type="http://schemas.openxmlformats.org/officeDocument/2006/relationships/slide" Target="/ppt/slides/slide18.xml" Id="Rd0b27a6e551d45d7" /><Relationship Type="http://schemas.openxmlformats.org/officeDocument/2006/relationships/slide" Target="/ppt/slides/slide19.xml" Id="Rdfbd001189704b79" /><Relationship Type="http://schemas.openxmlformats.org/officeDocument/2006/relationships/slide" Target="/ppt/slides/slide20.xml" Id="R47fb47ae5fcb4d10" /><Relationship Type="http://schemas.openxmlformats.org/officeDocument/2006/relationships/slide" Target="/ppt/slides/slide21.xml" Id="R60ffd79c1f2042da" /><Relationship Type="http://schemas.openxmlformats.org/officeDocument/2006/relationships/slide" Target="/ppt/slides/slide22.xml" Id="R04435320244a4684" /><Relationship Type="http://schemas.openxmlformats.org/officeDocument/2006/relationships/slide" Target="/ppt/slides/slide23.xml" Id="Rda36fe3796784ff1" /><Relationship Type="http://schemas.openxmlformats.org/officeDocument/2006/relationships/slide" Target="/ppt/slides/slide24.xml" Id="Rabd9cc13645247ae" /><Relationship Type="http://schemas.openxmlformats.org/officeDocument/2006/relationships/slide" Target="/ppt/slides/slide25.xml" Id="R0ea0e6dea3dd45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40fdef216349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6fb2a084af4824" /><Relationship Type="http://schemas.openxmlformats.org/officeDocument/2006/relationships/notesMaster" Target="/ppt/notesMasters/notesMaster1.xml" Id="R4f8758b338934a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14b46ef9ac4f62" /><Relationship Type="http://schemas.openxmlformats.org/officeDocument/2006/relationships/notesMaster" Target="/ppt/notesMasters/notesMaster1.xml" Id="R7a51fe2740774e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d8dd00d2804c24" /><Relationship Type="http://schemas.openxmlformats.org/officeDocument/2006/relationships/notesMaster" Target="/ppt/notesMasters/notesMaster1.xml" Id="R45c03bafcc154d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23b02565bc4c74" /><Relationship Type="http://schemas.openxmlformats.org/officeDocument/2006/relationships/notesMaster" Target="/ppt/notesMasters/notesMaster1.xml" Id="R57d3192c56de4e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171b2743344590" /><Relationship Type="http://schemas.openxmlformats.org/officeDocument/2006/relationships/notesMaster" Target="/ppt/notesMasters/notesMaster1.xml" Id="R8d971bc4b4ab41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cd4af7bb204547" /><Relationship Type="http://schemas.openxmlformats.org/officeDocument/2006/relationships/notesMaster" Target="/ppt/notesMasters/notesMaster1.xml" Id="R4b51119804954e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74dc64d7a54a83" /><Relationship Type="http://schemas.openxmlformats.org/officeDocument/2006/relationships/notesMaster" Target="/ppt/notesMasters/notesMaster1.xml" Id="R57e73fd951714a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8ac3d5243844cd" /><Relationship Type="http://schemas.openxmlformats.org/officeDocument/2006/relationships/notesMaster" Target="/ppt/notesMasters/notesMaster1.xml" Id="R85f5ddbaefad4b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720d01ed674859" /><Relationship Type="http://schemas.openxmlformats.org/officeDocument/2006/relationships/notesMaster" Target="/ppt/notesMasters/notesMaster1.xml" Id="R4f07fdd275fc45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8f73bb185a4221" /><Relationship Type="http://schemas.openxmlformats.org/officeDocument/2006/relationships/notesMaster" Target="/ppt/notesMasters/notesMaster1.xml" Id="Reb0069c28b5d45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2aba1bcb334d9a" /><Relationship Type="http://schemas.openxmlformats.org/officeDocument/2006/relationships/notesMaster" Target="/ppt/notesMasters/notesMaster1.xml" Id="Re2b5bf2db69741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56219cdb434074" /><Relationship Type="http://schemas.openxmlformats.org/officeDocument/2006/relationships/notesMaster" Target="/ppt/notesMasters/notesMaster1.xml" Id="Rf934827a601242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8641385e8b4bf1" /><Relationship Type="http://schemas.openxmlformats.org/officeDocument/2006/relationships/notesMaster" Target="/ppt/notesMasters/notesMaster1.xml" Id="Re6747a1816f345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e541af9250463c" /><Relationship Type="http://schemas.openxmlformats.org/officeDocument/2006/relationships/notesMaster" Target="/ppt/notesMasters/notesMaster1.xml" Id="Rdea73a9f31214b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a97b97bbb242cf" /><Relationship Type="http://schemas.openxmlformats.org/officeDocument/2006/relationships/notesMaster" Target="/ppt/notesMasters/notesMaster1.xml" Id="Rf3133163e0954e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82fc47e00d481b" /><Relationship Type="http://schemas.openxmlformats.org/officeDocument/2006/relationships/notesMaster" Target="/ppt/notesMasters/notesMaster1.xml" Id="Rcd9fe581d9104d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1f0d8093d44b8f" /><Relationship Type="http://schemas.openxmlformats.org/officeDocument/2006/relationships/notesMaster" Target="/ppt/notesMasters/notesMaster1.xml" Id="Rc84f9798655440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3c2faa43b34066" /><Relationship Type="http://schemas.openxmlformats.org/officeDocument/2006/relationships/notesMaster" Target="/ppt/notesMasters/notesMaster1.xml" Id="R7d21cf03f00d4d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04981d28004fd8" /><Relationship Type="http://schemas.openxmlformats.org/officeDocument/2006/relationships/notesMaster" Target="/ppt/notesMasters/notesMaster1.xml" Id="R91b6fa9486e740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0b009a97df4d98" /><Relationship Type="http://schemas.openxmlformats.org/officeDocument/2006/relationships/notesMaster" Target="/ppt/notesMasters/notesMaster1.xml" Id="R76cdfc08257b4c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1ececcc14d426c" /><Relationship Type="http://schemas.openxmlformats.org/officeDocument/2006/relationships/notesMaster" Target="/ppt/notesMasters/notesMaster1.xml" Id="R13178f69d0b549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482e3a0861490c" /><Relationship Type="http://schemas.openxmlformats.org/officeDocument/2006/relationships/notesMaster" Target="/ppt/notesMasters/notesMaster1.xml" Id="Rd65018a93cb043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fb8fe40d1e40b5" /><Relationship Type="http://schemas.openxmlformats.org/officeDocument/2006/relationships/notesMaster" Target="/ppt/notesMasters/notesMaster1.xml" Id="R493bfee5a71f43d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714f843f55452a" /><Relationship Type="http://schemas.openxmlformats.org/officeDocument/2006/relationships/notesMaster" Target="/ppt/notesMasters/notesMaster1.xml" Id="Rfd607a9b96dc43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4895a2b2f94296" /><Relationship Type="http://schemas.openxmlformats.org/officeDocument/2006/relationships/notesMaster" Target="/ppt/notesMasters/notesMaster1.xml" Id="R1385b52aabe949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1d8a79c94940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a0d5a19b744b85" /><Relationship Type="http://schemas.openxmlformats.org/officeDocument/2006/relationships/slideLayout" Target="/ppt/slideLayouts/slideLayout1.xml" Id="R19539fb9894d4f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539fb9894d4f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14b90a88ff46cd" /><Relationship Type="http://schemas.openxmlformats.org/officeDocument/2006/relationships/notesSlide" Target="/ppt/notesSlides/notesSlide1.xml" Id="R5041f6b268f640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74440316434b3a" /><Relationship Type="http://schemas.openxmlformats.org/officeDocument/2006/relationships/notesSlide" Target="/ppt/notesSlides/notesSlide2.xml" Id="R835c2fb8d15e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0c5bc476624e47" /><Relationship Type="http://schemas.openxmlformats.org/officeDocument/2006/relationships/notesSlide" Target="/ppt/notesSlides/notesSlide3.xml" Id="Rf1720769c9af43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dd64564e7d4d8c" /><Relationship Type="http://schemas.openxmlformats.org/officeDocument/2006/relationships/notesSlide" Target="/ppt/notesSlides/notesSlide4.xml" Id="R8d4a0a339d564f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084a5d6a5048db" /><Relationship Type="http://schemas.openxmlformats.org/officeDocument/2006/relationships/notesSlide" Target="/ppt/notesSlides/notesSlide5.xml" Id="R37f7b311058840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80bcb1806949de" /><Relationship Type="http://schemas.openxmlformats.org/officeDocument/2006/relationships/notesSlide" Target="/ppt/notesSlides/notesSlide6.xml" Id="Rb24cf63fa1974c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a0aefecd054011" /><Relationship Type="http://schemas.openxmlformats.org/officeDocument/2006/relationships/notesSlide" Target="/ppt/notesSlides/notesSlide7.xml" Id="R1e50655e35a643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3d4e97a9264235" /><Relationship Type="http://schemas.openxmlformats.org/officeDocument/2006/relationships/notesSlide" Target="/ppt/notesSlides/notesSlide8.xml" Id="R43693dfa3f7a44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365a26e1f043f7" /><Relationship Type="http://schemas.openxmlformats.org/officeDocument/2006/relationships/notesSlide" Target="/ppt/notesSlides/notesSlide9.xml" Id="Rcf903ee9e1e342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000e72a1d44577" /><Relationship Type="http://schemas.openxmlformats.org/officeDocument/2006/relationships/notesSlide" Target="/ppt/notesSlides/notesSlide10.xml" Id="R8392f5b76ee34e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86b2f535fa4358" /><Relationship Type="http://schemas.openxmlformats.org/officeDocument/2006/relationships/notesSlide" Target="/ppt/notesSlides/notesSlide11.xml" Id="Rdb98a40e8df742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6a26f016744d77" /><Relationship Type="http://schemas.openxmlformats.org/officeDocument/2006/relationships/notesSlide" Target="/ppt/notesSlides/notesSlide12.xml" Id="R7ec7047c3a134a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748dcf51ed4ee0" /><Relationship Type="http://schemas.openxmlformats.org/officeDocument/2006/relationships/notesSlide" Target="/ppt/notesSlides/notesSlide13.xml" Id="R879032ff690646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e333117c3774e71" /><Relationship Type="http://schemas.openxmlformats.org/officeDocument/2006/relationships/notesSlide" Target="/ppt/notesSlides/notesSlide14.xml" Id="Rd07d6f5d48b64e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0385fb96a54adb" /><Relationship Type="http://schemas.openxmlformats.org/officeDocument/2006/relationships/notesSlide" Target="/ppt/notesSlides/notesSlide15.xml" Id="R7e1fe9c9eb0a40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674f87963c244fa" /><Relationship Type="http://schemas.openxmlformats.org/officeDocument/2006/relationships/notesSlide" Target="/ppt/notesSlides/notesSlide16.xml" Id="Racb2288d3fbc45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ac265df6fdc4bea" /><Relationship Type="http://schemas.openxmlformats.org/officeDocument/2006/relationships/image" Target="/ppt/media/image.jpeg" Id="R539603389f57404e" /><Relationship Type="http://schemas.openxmlformats.org/officeDocument/2006/relationships/image" Target="/ppt/media/image2.jpeg" Id="R4939dbb71bee436e" /><Relationship Type="http://schemas.openxmlformats.org/officeDocument/2006/relationships/image" Target="/ppt/media/image3.jpeg" Id="R894969e98d6d48ab" /><Relationship Type="http://schemas.openxmlformats.org/officeDocument/2006/relationships/notesSlide" Target="/ppt/notesSlides/notesSlide17.xml" Id="Re79895e5c93d4f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86158896034be2" /><Relationship Type="http://schemas.openxmlformats.org/officeDocument/2006/relationships/notesSlide" Target="/ppt/notesSlides/notesSlide18.xml" Id="R7782d2b01e734c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426fd5896b44c78" /><Relationship Type="http://schemas.openxmlformats.org/officeDocument/2006/relationships/notesSlide" Target="/ppt/notesSlides/notesSlide19.xml" Id="Rda7f5b7b7d5b47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11204e01c045ec" /><Relationship Type="http://schemas.openxmlformats.org/officeDocument/2006/relationships/notesSlide" Target="/ppt/notesSlides/notesSlide20.xml" Id="Ra2c33391a63944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6c51871b80e436f" /><Relationship Type="http://schemas.openxmlformats.org/officeDocument/2006/relationships/notesSlide" Target="/ppt/notesSlides/notesSlide21.xml" Id="Rb89c2944ebe04b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6ffe06756cf4711" /><Relationship Type="http://schemas.openxmlformats.org/officeDocument/2006/relationships/notesSlide" Target="/ppt/notesSlides/notesSlide22.xml" Id="Rc741db77c8a34f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42862793e6c447d" /><Relationship Type="http://schemas.openxmlformats.org/officeDocument/2006/relationships/notesSlide" Target="/ppt/notesSlides/notesSlide23.xml" Id="R4f27ffe0d24a46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0de71b125bb48c0" /><Relationship Type="http://schemas.openxmlformats.org/officeDocument/2006/relationships/notesSlide" Target="/ppt/notesSlides/notesSlide24.xml" Id="R03c04b7562f94c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e5f59fc4c84813" /><Relationship Type="http://schemas.openxmlformats.org/officeDocument/2006/relationships/notesSlide" Target="/ppt/notesSlides/notesSlide25.xml" Id="Refb1dd7a1fb948c9"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A7BCDF-A333-49A6-9EF6-4E8D4E1ED1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2B9908-EB6A-462E-86B4-9DC7DC81ABCB}"/>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FC311A6E-90E4-46F6-A711-0ADF303063B9}"/>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8DFC42AC-539E-4EA1-96C8-4817830FD45B}"/>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D7F3D4-E8A9-4835-A52B-90799A140D5C}"/>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D650D906-D0DC-44F5-BADB-83FA44E735AF}"/>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06311184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31A094-D49E-4810-90C8-1FA79505B0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DE307F-B0CB-4BAA-987B-9D1C54A74F0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8AEFA6F5-26A5-4FF6-85DA-B647F6A531F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99C7AD-D09C-4E14-863C-F9033B64E3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82E3F3C2-01DE-445A-8917-D30413F25A2F}"/>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BC8FB200-F3CB-4464-A983-9D437857D96F}"/>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CE25C3-BC91-4DC6-8052-03D6B3B7AD62}"/>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8F9FFF-AE64-408C-B634-6E7C17A7C7FE}"/>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617C7C-B6BD-4024-AAA2-DE6AD12E4FA4}"/>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25C7CFB1-7EC7-4FA6-BEB7-4976B9461F1C}"/>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FDD83463-C3BA-4F4C-8D2A-4FEEE9F9B995}"/>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70346B0-DCCD-441E-BAF3-D8A78BBDAD6A}"/>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B6326570-F03B-4644-AF81-12A931ED2333}"/>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28521F6-7A9C-4AF4-B62E-3AE8C1E613B3}"/>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4F0687A-8EF1-4429-B3BC-25967B4F50C1}"/>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B279CF7-372C-4E41-99A5-615F7492C727}"/>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EB3998DA-2C48-4544-848F-32371EF04EE6}"/>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B19520-4E37-4D51-91EA-924C4E3383C5}"/>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0672330-51D0-4691-901F-62F3FD98A665}"/>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839F2E4-509D-447F-8D38-2C7642F4A341}"/>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017AB0F9-6C2C-439B-A531-F40A3F323D12}"/>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E36A5266-B83F-4015-984A-59D4AD35A6D3}"/>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EC5B8FB-A33A-4B64-8F36-B81379767D4C}"/>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ADB86E3E-6E4D-4EBA-9911-D1F8C979E665}"/>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5461E055-7411-473C-B5C4-AD7E034DBC63}"/>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AA916A56-7AEF-4F2F-A74D-34A12CFD77D7}"/>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1FC8902E-5B80-4E4F-9473-319B97C6A5F1}"/>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C2E61794-D4A4-4714-8428-B73BC56072A7}"/>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859AE5C5-2A11-4799-8195-B8575258F1CC}"/>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64EF076-80CC-4039-83A2-37A59379D53D}"/>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888D0E65-DF62-480A-AF57-F5B21FB8DC8C}"/>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8BEF1F6B-73B3-4C8E-996A-FFF5E72EB0F6}"/>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3C19B339-2B02-40B7-831F-22B73F055535}"/>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48CA8B2E-233C-4FB6-B0E4-2365BB05BFC5}"/>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40D84953-91F5-4E76-B1A5-AFCBB1E42389}"/>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2DE701AF-8DCF-4BCA-AEDE-34BA2B6EDA21}"/>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818542703"/>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74D5BA-F4E9-4F79-AEAA-4139273694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BB900E-C41A-4EA1-B6A8-447B4BD2E14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A895176C-21C5-47F3-9DF8-429CDD0394E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136EA8-0BC7-4555-8B2C-009F2618245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63C29657-085B-48D5-AA9B-DB4AE34D885E}"/>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DFD2A1C4-2001-4CCB-AAB6-59ABF39B946C}"/>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80C6896E-CB6B-4667-AA3D-A8F7CFA1DEBC}"/>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53BBB902-5AA9-45B6-A335-DD713309D01F}"/>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E490399C-5701-4A71-849F-3FA7FFD1C28B}"/>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81E2DA-8907-49AB-8C16-B9AE306D9F96}"/>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06FDBDAD-FCE2-452E-92DA-80AB0110C04F}"/>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12CA4D5E-6866-456F-A0F3-F58F801AF727}"/>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727671625"/>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543249B-EBB4-4B88-811F-E7E99CA75F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A910C3-A924-4B40-8238-B1115BF8253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F5937B94-82EC-4726-9D3E-E8426D23B1E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891C9B-FEE5-4A4C-A26B-0848ECEB71B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7B76DECB-A7AD-49B5-83D9-346443382215}"/>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A7761AC0-B4E0-4900-B5CF-291B0AE702FA}"/>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1AAB0ADB-3A3A-4B41-B9F6-8BBA6FBC0C1C}"/>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820164-AED1-479F-B614-50C1E0306801}"/>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0E16800B-7AB3-45FC-B003-B853819243B8}"/>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2EB6BAF0-D8C0-4A2E-95F8-89D985C2BB2B}"/>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AEA182-8F06-4BF9-81B8-44D3C4E96E67}"/>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081E95F4-97A8-48F9-BCB9-246A9E9CA35A}"/>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449941BB-C28C-4335-9DA7-2ED71171F363}"/>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FC8C2A-DA31-4855-AAE7-D5251A11637D}"/>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CC219BE4-EE67-4070-864A-F314642D0E51}"/>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268156968"/>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A4DD8DB-20EC-4716-8795-79286BBDB8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4D3F5B-C29F-4511-897B-FE8CEEB4984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C3AD2308-F285-441B-9478-3492CEB322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55AEA4-7659-4E96-8EAF-1CC0F2AA7F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E958CFD5-3782-4E37-9F23-EFA84B1E7ED4}"/>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B163FF6A-4A28-4313-B102-489E82C8E62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95B303-8D1E-4F5F-8E2D-B997ACDDADBE}"/>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76851A-FBCA-49B8-A39E-4C09246D947B}"/>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1CE93B-74F4-46A4-B111-33145754FE5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484687A6-0FE8-4ECA-8E9D-8A1FC7B0690D}"/>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679B33DF-01F3-4038-892C-6F85F19DC4E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ED76B49-A5EB-4882-BDC1-6E526E26E110}"/>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57AE3E28-0CBE-4BEB-81F9-2B09E3AB52AC}"/>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C1C22EE5-EB3C-4360-A3BB-2222BC133728}"/>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5847EA72-C517-4C42-A19D-641D627BA2E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15B5C0A-78FB-42D0-A6DB-379BC52D2A4A}"/>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99BB98DB-9E77-44B2-8EF5-A173758D1E51}"/>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038B5D8-1DDA-4F33-B9B3-A79F01B473C5}"/>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1BC9167-E2AA-428E-BBE1-07D72848DAB0}"/>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090886F-04DE-4CA8-8E4B-6B0356098AD0}"/>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A50B155B-1D41-464A-A9C1-1372516E99FE}"/>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CAD80AC-7142-4A7F-9844-1D78F5A2A6D0}"/>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CF4AC55-8EF2-434E-8270-351282DB1DBB}"/>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7AFD63B2-7411-4082-B1B9-C95A3A5AB347}"/>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C1A4140-E142-489F-8A8E-B7289B659F6C}"/>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33FDD29-0427-4E4F-B286-6B01B5F007B3}"/>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9F9520-71FE-43DD-A136-37DA7F252088}"/>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689ADA4-8AAD-4CFE-9EF2-63DB2E192AC4}"/>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A940539-A5D4-46F5-AC61-BF82FEEDE3FE}"/>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9D088B0-FC03-4B4C-BEA5-F7F2C7045D01}"/>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6C425C5-E145-430D-97F0-FAFA8AB5C428}"/>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29CC3C6-379E-41FF-9273-28A205B91157}"/>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23ACB12-8EBD-4057-AA12-A9054E3D7C93}"/>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502276F-CEBB-43C6-845C-05D969500873}"/>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3838373-207C-42DC-8653-201A4F5BCD23}"/>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34AF4E8-88BF-48BE-B701-32B5C9FD7F42}"/>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F160F6D-3645-4D68-A734-5C7170E3BF78}"/>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1F3F111-0680-41CE-91D5-4C009E806D69}"/>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32869A9-8CF0-4A25-8D92-553BC15DBD64}"/>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E5006EB-A807-44D3-A631-28F2E0225D0B}"/>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B569389-9915-4D4B-AA99-07669D8FF8D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2ABE8F9-855C-4DA6-BC98-4501EDF772C3}"/>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5B218CF-A3A9-4B8E-8013-27F06779BD4E}"/>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3B7F0BB-7DE4-4F9F-8633-6471CE37CDC6}"/>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32F69DC-31DE-498B-9D78-7685397B26E5}"/>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7AB611A-C4C4-4600-AF37-93E7B4FC8464}"/>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9114E95-B48B-4A4B-9539-2BC1B3AD48D1}"/>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0F36BEF-C05A-4E58-B078-48489D9734D8}"/>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C93FC0E-81EF-4E85-94AD-DFECE08A8E31}"/>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8B0A1FE-A81F-4A21-93F6-FB62E9FB4C00}"/>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7E85BB21-8E21-4518-AB81-3307921ABE5A}"/>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7680675-4AED-41DB-B982-E632EA724762}"/>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0960020-C86B-497F-B4D8-BB16E01F3DE2}"/>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04B6D4B-CBB8-420E-BCA1-9F060256D15B}"/>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D857B73-6192-42DE-B5F0-7ED47E1E6F8C}"/>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A50DD02-2337-4D9A-BB4C-7517DB90C02B}"/>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4E9B62D4-FA0F-4299-8B3C-15000F9224A2}"/>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10AF0470-5CF5-4325-84D5-B1ED03E41044}"/>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B1193EF4-B53D-41D2-BC73-44B12AEBB9C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ED72FCBA-DDBE-4A35-85A7-781284CE85C8}"/>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69C9961-FF4F-4CDB-84ED-DEB01106DD04}"/>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FE21BB44-E2FB-49CA-939D-0A44168F2D69}"/>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1E75DE5-000F-4A18-A562-70030C7B31D5}"/>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0AAB6E08-7283-4AB1-BAE4-B819170B9250}"/>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701118850"/>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86B3006B-AB78-4231-9BFE-E73A724608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6527B9-E4F2-462B-96C4-1F7D44C983C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C1013B9D-AE86-441B-88EA-0CF7372EC25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9674E3-4BB9-4F85-8A92-252B75E844F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A4B73425-A3B6-4A35-8409-555FA8E15726}"/>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84BAC249-BC6F-4CAE-B25E-E65C50111B25}"/>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BDF65D84-CDA1-4273-8BA1-50256109CE52}"/>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1608B179-B693-4D63-8CC8-C6CD530E0CEF}"/>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538A28B1-FE7F-444D-AD77-36A2494E0D64}"/>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57FE80E7-6ED3-4BED-8C53-9430503CE689}"/>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1B77B65A-F663-453A-917D-3C806C38590A}"/>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7A65DD-5802-4538-AD7C-F2F1EF9C72DA}"/>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BBD7C3-7A4F-436D-93E2-661EFAFAF015}"/>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702112-AA48-4E37-81E9-DBF5B8E234BE}"/>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3264376-48B2-4F2E-AEA7-2005A2E29441}"/>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84C0295-E48F-4119-918A-1376AE0B582F}"/>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09D7F76-2E5C-46F7-9F7A-6C40FD82B8A1}"/>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86202D-0051-45E9-A825-6F7236D04430}"/>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9770B83-A9FA-49DF-9858-5151F9CBE852}"/>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900A9E-E129-4AE1-BD78-4F3B54EB55AC}"/>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FED0A5-68E7-4822-ADBF-5949C436C6B1}"/>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1A2F72-3BF5-4327-A121-C712C2F1DADF}"/>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4C57CA1-5874-4C0E-BEE2-08A8A8459F28}"/>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2ADAF1-3F8B-46E2-B80B-21BF8AD25A83}"/>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39BA792-A5BA-48E6-8F45-7F46E327FDBE}"/>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8A6F418-DA78-4B1D-8340-E5ABD2DBB22B}"/>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ECA297B-ADF1-44A8-BDB7-90ABFD683AC2}"/>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FBA3EA1-7E19-4CBA-BE0C-4917A254D03F}"/>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D30C891-FDB5-4881-85DA-240E9203C6C4}"/>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82AB053-9386-4446-BE84-5B0E1AA9B7CA}"/>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C2228E7-9343-4502-B51F-DFC1A9B9CEBE}"/>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0F5026D-582D-4010-9B78-8E68ED4F7799}"/>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FFC8477-2AB9-4F13-9E13-C3B39DB424F7}"/>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0D7C58E-A7E6-4EC1-B23A-5749C80FE023}"/>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DA68E2D-5A86-484A-A934-405C49574BB5}"/>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EAC67E4-E91D-4123-8683-311F9E1A6D86}"/>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5C1874A-7D93-443F-9F44-62B63D684ADC}"/>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5BB121D-C2BD-4FCD-B103-01901ECE2E26}"/>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8E40229-E111-4934-85AF-1DC46308BA9F}"/>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B23157F-15F0-44EA-8590-1D038FDD5A93}"/>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719665A-1ABA-4B9E-A8A7-017633D56EC3}"/>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ECD8745-09C0-477E-ABFD-9A8FBB8A8954}"/>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686BC20-970D-4153-984F-F350A757C059}"/>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94C4FE6-B0D6-4F1F-A3B4-A39E1FE2A974}"/>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9764C05-CEFB-439A-8429-1CF869071831}"/>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6FB49E1-2D3F-4A9F-8A41-B7503FE383AD}"/>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06880FA-4474-4E5B-85F5-27F102D35028}"/>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302341F-2E2F-4F77-9C1F-3ADA9FD29F45}"/>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4530FFE-7A3E-4D10-81CE-B8F6BC9D46E1}"/>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0CA7AE57-8313-44E0-B753-0FEB97AF0A83}"/>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756ABE6-B7FB-42A8-9968-A49EBA762E50}"/>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C95422D-8183-4BA3-8F80-4F1200CE6E3F}"/>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064BD7DC-30C3-4063-AD24-E703BA496A30}"/>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F4F712B9-EE5A-4605-941A-CCE5817C8F80}"/>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2C51B6C-4985-49CF-919B-41C704634964}"/>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9C9C351-BF93-4FA3-971F-F742D291A748}"/>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1891740-2150-46BE-A0B2-092377A64ADC}"/>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653452E9-DE37-44D7-94F5-D824FE0E99F4}"/>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C273762-DF87-4ADB-85A6-F8789CF8F0BF}"/>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F988AC55-1F1C-4787-928E-78DA4BD82635}"/>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CF54AFA-80E3-4A41-84FA-6F2E00CEDF16}"/>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3800435D-5D9C-4D44-9B8A-97C97146701E}"/>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12380CA8-3103-4C25-823F-2BA91A46584B}"/>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22BF0386-7475-40B7-9C15-66DEA046EA3E}"/>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1CEF7C32-F98C-4DEB-BBB5-A078342DC861}"/>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EE79B9A2-CECD-4E05-B116-7498196931C1}"/>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F7C5EBD0-95F5-4201-8BE2-ED932D126352}"/>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2A7205F7-4451-44F8-8955-FCB1C99007BD}"/>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031630255"/>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1B3A3DA-90A9-458E-9FAE-D5A77214E34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8DA032-3E15-4A67-976B-5A5BB707E7C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48A1CAC5-FCA1-4531-B31C-E678FE64B11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C01081-D0CB-4EFA-BC5D-ACC69B6F5B7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24B2D8D9-8EC4-462F-AF03-F2B6100602B7}"/>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8BD36896-009E-42ED-8A1B-A7491CC9F714}"/>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DA6B5CBE-E322-4483-A9D8-ACDEAE58678D}"/>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BCAE9326-A449-4742-AC75-CFC81853CD36}"/>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D5DA33DA-DA93-4AC6-A069-F9882FFCC1C1}"/>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68263072-E8EB-455C-BE40-29A02F544D0A}"/>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AEFBBD45-2D1F-43C2-A263-1FEE9E8F6554}"/>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82BD1048-A7C0-499D-AB77-07D5A43E5426}"/>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883F1CE9-55A3-4CC7-AC75-D882F88ECB01}"/>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18EB3B5B-3627-432C-96FD-CCD9C539F649}"/>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84EC227C-A2FB-4523-B628-4406F2FA2763}"/>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3DA3F965-BC1F-46EC-9FBB-987543762D39}"/>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640240A-345F-4339-AD98-901938DB28F9}"/>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C2F48838-BABA-4E03-AA4D-E38E8BF76F59}"/>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08AFF40-404C-4050-8A3D-F11F973DFADD}"/>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BF7E74E-BD55-445F-BAB9-F8AC43ADD969}"/>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FC1C331-3FB7-431E-B57C-E1909557876D}"/>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B3DF179C-F6EA-4A8F-B597-2CD221B7E01F}"/>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BCECC9D5-BE52-49AA-86A8-C79CED701555}"/>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47197621"/>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AF8012-A380-4F47-9CB1-EF9D088B15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4C23D0-F34F-4712-8250-2DCFB0B93E3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0D6DA20A-D2C9-4181-B337-3E2820DEC6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3FE867-A24A-4EB5-AFE2-596D7ABA97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4C5752FE-F45E-4FAA-B573-F6A5AE469425}"/>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5F9D5230-1550-494D-98A9-42CFAB86F7CA}"/>
              </a:ext>
            </a:extLst>
          </p:cNvPr>
          <p:cNvSpPr>
            <a:spLocks xmlns:a="http://schemas.openxmlformats.org/drawingml/2006/main" noGrp="1"/>
          </p:cNvSpPr>
          <p:nvPr/>
        </p:nvSpPr>
        <p:spPr>
          <a:xfrm xmlns:a="http://schemas.openxmlformats.org/drawingml/2006/main" rot="0">
            <a:off x="723900" y="214312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7" name="">
            <a:extLst xmlns:a="http://schemas.openxmlformats.org/drawingml/2006/main">
              <a:ext uri="{FF2B5EF4-FFF2-40B4-BE49-F238E27FC236}">
                <a16:creationId xmlns:a16="http://schemas.microsoft.com/office/drawing/2014/main" id="{E4FB718E-7CFA-4801-9D92-C18EED6EB255}"/>
              </a:ext>
            </a:extLst>
          </p:cNvPr>
          <p:cNvSpPr>
            <a:spLocks xmlns:a="http://schemas.openxmlformats.org/drawingml/2006/main" noGrp="1"/>
          </p:cNvSpPr>
          <p:nvPr/>
        </p:nvSpPr>
        <p:spPr>
          <a:xfrm xmlns:a="http://schemas.openxmlformats.org/drawingml/2006/main">
            <a:off x="723900" y="3667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32FDA0-C1DF-44A5-907B-D5CF86E38C71}"/>
              </a:ext>
            </a:extLst>
          </p:cNvPr>
          <p:cNvSpPr>
            <a:spLocks xmlns:a="http://schemas.openxmlformats.org/drawingml/2006/main" noGrp="1"/>
          </p:cNvSpPr>
          <p:nvPr/>
        </p:nvSpPr>
        <p:spPr>
          <a:xfrm xmlns:a="http://schemas.openxmlformats.org/drawingml/2006/main" rot="0">
            <a:off x="723900" y="395287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868160417"/>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ED922FE-9A15-4358-9566-B5A51A4CC8A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F5F065-25B9-41DF-B942-56E1632F62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5FDD47C6-8AAB-44A0-96D3-E4BB4A618A5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E6094B-1A48-45DB-A865-CC5AC3B8D8B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9A59573F-70DE-4C43-953E-CBAD41C06E0C}"/>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93867C0F-931A-4F76-AC1B-276AE52FD0E6}"/>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B8F03E52-58B7-4A5F-B642-C19F373F76D6}"/>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B2915A9B-B862-4D39-9929-7B38A6314A2E}"/>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851BB76B-FCF1-43E8-8533-8D39B3EC1AA3}"/>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1276E8C5-1D2F-4315-89D0-C85E54740A7F}"/>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FA8819DC-5F65-4179-8C20-B03EDEC7E973}"/>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2EB0C998-A004-4145-B7E3-C482352106CA}"/>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A0588D97-6D43-40DB-82F1-F3255F9CCC6B}"/>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AEEE07A1-BCFF-43D3-A384-FD679192BECC}"/>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4EE71223-B2A6-49F8-B7C2-D5A6D5FCE43F}"/>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242B7531-40D3-43F9-861B-8723B601B6A1}"/>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ED03963F-E47B-47AC-8484-987FEE5B601F}"/>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22442133-C01C-4381-B4E4-178359B821FB}"/>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1027C1E5-F4DC-4AE3-906A-4218819898A2}"/>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B65CFACE-2B51-4F69-93AD-442B8E7F7438}"/>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7F241AC3-DD6E-4CDB-A0F5-325329DA29B6}"/>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FA620F4C-3A65-4C1C-BA44-D268A5852A62}"/>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B587E8D1-215E-4B71-9B45-6E07505D6C7E}"/>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28956460-46A4-4402-9451-9B094D647382}"/>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11D1C5E0-4B86-41FF-8E7B-6E418A0C79AC}"/>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B7A8AB4E-44EF-4D67-8174-A9F6B2A617E6}"/>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09F7FB10-4B7F-45C0-9EF8-5CBF6C6EE549}"/>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4D9F90C4-1DE8-417C-8551-2E6AAF063A30}"/>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79C61B87-F90D-49D2-BDB4-CA61EF808168}"/>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B775E34F-6431-4E7F-9C32-590A03F75A10}"/>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7CFC6B02-C219-4FF5-B294-29AE996EC16B}"/>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5483BDCC-BD2E-4B97-9FA1-63B44C09EB58}"/>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A9D77503-35AD-4281-A570-99098074DAEB}"/>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29947B1A-A7E0-437F-A467-36025F5ACA9D}"/>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70E872B-49BE-4C23-99C5-9280BE4F484F}"/>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E9471BBD-7F99-417B-8859-C8F650EE59CD}"/>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BB0EF18C-839D-4615-BE44-DDCBB0DFB753}"/>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107687996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FCDCD82-2CDB-451B-807C-C54EE3BC81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CED9AB-B8BE-41CF-B5D3-C0E44CBAEE7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50AAFF3A-FAB6-4F8E-BC33-18C1F51B1C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5AF53E-DF83-48D1-8000-09E2C0F8DCD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A040CDF8-F8B7-4A7B-8C6C-F07163D13127}"/>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A94BAFE5-717D-4A51-A27C-0101CFADD279}"/>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9F9F5C5-707A-4AD6-A8BD-677A9D04D6B3}"/>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308DA238-91A8-4C49-8BF3-F1B0304C8EF0}"/>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13FF11F4-0932-49AC-8EC1-0CF2B791A271}"/>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6187C7B2-8C94-4A7A-837E-209A1FB78E67}"/>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8AF6D47D-3C02-4443-BB62-D58BAC8FF858}"/>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54D03309-0118-400D-A7A7-EF92D4573C9F}"/>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CD0EA9DF-FEB1-4178-BCA6-04E5825C31B6}"/>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10D2BE7B-CCB3-4527-B2D8-3F39C891FCE8}"/>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DF4CE135-9432-488A-88B2-0A2075F72771}"/>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B277B12E-9C2C-4FF1-8966-0D3BE0104C54}"/>
              </a:ext>
            </a:extLst>
          </p:cNvPr>
          <p:cNvSpPr>
            <a:spLocks xmlns:a="http://schemas.openxmlformats.org/drawingml/2006/main" noGrp="1"/>
          </p:cNvSpPr>
          <p:nvPr/>
        </p:nvSpPr>
        <p:spPr>
          <a:xfrm xmlns:a="http://schemas.openxmlformats.org/drawingml/2006/main">
            <a:off x="1028700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DEB5A3E-2401-4FAE-9578-A69BA6340614}"/>
              </a:ext>
            </a:extLst>
          </p:cNvPr>
          <p:cNvSpPr>
            <a:spLocks xmlns:a="http://schemas.openxmlformats.org/drawingml/2006/main" noGrp="1"/>
          </p:cNvSpPr>
          <p:nvPr/>
        </p:nvSpPr>
        <p:spPr>
          <a:xfrm xmlns:a="http://schemas.openxmlformats.org/drawingml/2006/main" rot="0">
            <a:off x="1022032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ADE61624-C44C-4E02-83F3-E04719D10DFE}"/>
              </a:ext>
            </a:extLst>
          </p:cNvPr>
          <p:cNvSpPr>
            <a:spLocks xmlns:a="http://schemas.openxmlformats.org/drawingml/2006/main" noGrp="1"/>
          </p:cNvSpPr>
          <p:nvPr/>
        </p:nvSpPr>
        <p:spPr>
          <a:xfrm xmlns:a="http://schemas.openxmlformats.org/drawingml/2006/main" rot="0">
            <a:off x="10001250" y="3905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後発が一から</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積み直す壁</a:t>
            </a:r>
          </a:p>
        </p:txBody>
      </p:sp>
      <p:sp>
        <p:nvSpPr>
          <p:cNvPr id="19" name="">
            <a:extLst xmlns:a="http://schemas.openxmlformats.org/drawingml/2006/main">
              <a:ext uri="{FF2B5EF4-FFF2-40B4-BE49-F238E27FC236}">
                <a16:creationId xmlns:a16="http://schemas.microsoft.com/office/drawing/2014/main" id="{AF7EC673-3A1C-4371-8BB5-D6F322E72A4C}"/>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80556762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045172-29DD-47D1-9460-952D4476EE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AB7322-B543-476A-A399-61C7669E807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5D0370CB-BE81-4DCF-BF37-667948AC370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E035F1-12C9-4FAC-8B3D-EAFA813222D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F42FEEAF-4E50-4C3D-B18D-3EF61F55F67D}"/>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367905B-3565-4EF0-A198-DB541C861904}"/>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D27F361F-9A60-462A-A08A-1E5A3265BFA7}"/>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55166309-00FD-42AB-913E-6B687CEE1560}"/>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69D15864-115F-4C29-903A-CA35861736EB}"/>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13F9B1-DE0E-4A2D-9C55-8F76987CCCE8}"/>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5A514E1B-E222-4AB6-A605-4D189EE1E6BB}"/>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CD2B8FCE-4752-4F11-B8A9-BA61352974A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C9860940-015F-40BC-8294-9F5EA952BDD8}"/>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6CC43414-AAA5-4177-B8A1-2B5C76226E07}"/>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52A1A7-D309-4630-89A4-44FC024AAB7C}"/>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F13E069D-A95A-4D11-875A-25094F35A558}"/>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813F5B7F-39ED-47AC-9790-1D869A9A8755}"/>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49441C1D-43E9-4CB3-80AF-DF3BAACA6CBC}"/>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5A84B3B4-717E-4076-9987-FDD5CE1CA085}"/>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ロボットの</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現場統合</a:t>
            </a:r>
          </a:p>
        </p:txBody>
      </p:sp>
      <p:sp>
        <p:nvSpPr>
          <p:cNvPr id="20" name="">
            <a:extLst xmlns:a="http://schemas.openxmlformats.org/drawingml/2006/main">
              <a:ext uri="{FF2B5EF4-FFF2-40B4-BE49-F238E27FC236}">
                <a16:creationId xmlns:a16="http://schemas.microsoft.com/office/drawing/2014/main" id="{5204CFA1-FD92-49EF-8C98-E994044014A2}"/>
              </a:ext>
            </a:extLst>
          </p:cNvPr>
          <p:cNvSpPr>
            <a:spLocks xmlns:a="http://schemas.openxmlformats.org/drawingml/2006/main" noGrp="1"/>
          </p:cNvSpPr>
          <p:nvPr/>
        </p:nvSpPr>
        <p:spPr>
          <a:xfrm xmlns:a="http://schemas.openxmlformats.org/drawingml/2006/main" rot="0">
            <a:off x="8953500" y="37623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導入判断と導入後の調整へ</a:t>
            </a:r>
          </a:p>
        </p:txBody>
      </p:sp>
      <p:sp>
        <p:nvSpPr>
          <p:cNvPr id="21" name="">
            <a:extLst xmlns:a="http://schemas.openxmlformats.org/drawingml/2006/main">
              <a:ext uri="{FF2B5EF4-FFF2-40B4-BE49-F238E27FC236}">
                <a16:creationId xmlns:a16="http://schemas.microsoft.com/office/drawing/2014/main" id="{8B80428A-1538-4534-AA91-7C55C30B3D9C}"/>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9251833-8824-4F64-A69E-B094088341D3}"/>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ロボット企業との協業先になり、自ら現場統合へ進むこともできる</a:t>
            </a:r>
          </a:p>
        </p:txBody>
      </p:sp>
    </p:spTree>
    <p:extLst>
      <p:ext uri="{BB962C8B-B14F-4D97-AF65-F5344CB8AC3E}">
        <p14:creationId xmlns:p14="http://schemas.microsoft.com/office/powerpoint/2010/main" val="193338769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F2DB2F-D522-4277-A797-A56F6B5479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590674-EDC8-43CB-94A6-B62B14258DE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F9F9C0F1-251C-4B31-B6D6-0B9ABDFB02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E8BB0A-4CD7-4AE4-8049-A84FD1B24AA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AAB7C8F4-FAC2-4CB0-8CEA-547E62B875F2}"/>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FDE8F8DF-7FB5-4CA8-A91C-B9311326AB76}"/>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78CF3F3B-4BF9-4FEA-9993-DED7DF6DA8BC}"/>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BB48B130-C92A-410F-99F4-FAA54959AB86}"/>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4A9182-4EC3-4879-AA2D-5D0B275E7959}"/>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FB98B3DC-5D8C-42A4-8127-8B79C4B1D6DD}"/>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A3320A6E-A0EE-4EB8-9917-9390682CE73B}"/>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C858E0FD-451A-47A6-B811-D6C3F85F88D2}"/>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535306885"/>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8B7AE9F-F0B6-4447-9F38-8C68C8A747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658962-BE07-4A6A-9732-F9EA8765C24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9A931C5B-3A7E-4656-905C-68D64E49A1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19404D-2B1A-4462-8FF5-95E8DCA3334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823D9FC3-A5A2-4247-881E-28C81F0AEB2D}"/>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71A87E3B-2A6B-41D8-980F-7B0EE723F652}"/>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EEABA62E-3580-4C48-AD20-865D00B3CAC2}"/>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2C388D0E-94B0-40DF-A259-24E879E2C21F}"/>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9A5CCDA4-FEBF-4EF8-8C9C-C7BA0562B850}"/>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E8D889E6-8121-486A-88A3-8100663F5CFC}"/>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305B3373-64C0-415F-B4D7-3E532B992A7D}"/>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09DE93-E788-4503-B229-41EEC3DEC9AB}"/>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751DC967-28A9-4DE3-A7D9-F1CDC6D9120C}"/>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2A41C330-E65B-427E-B199-2EF75CBF8945}"/>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567E87D-C6C7-44AB-AFFE-64E173DC20D1}"/>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6F78025B-E836-4298-8547-7C3122179407}"/>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560F6F4C-D621-435E-9F21-1D524739E4AC}"/>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07D03E-2363-4A03-BC7E-5D13015F74CC}"/>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601C2C8-EF82-4B04-8A8C-2FFD9EB67EB6}"/>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B289C309-5864-421C-8B6C-AD4201658AD8}"/>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D1033171-74A8-4254-8FF6-0C442AF98A53}"/>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ADFC226-D17E-4D66-B64F-EA5C1762E774}"/>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01400016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AF93EA2-D8A7-441C-8A63-2FEC80AC5A3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CBFE16-B76E-4375-9956-FBABAA6639F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56577156-BADF-4F0E-AD9E-C8646F09486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351D23-087B-44C8-A5F7-E90030DE4D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1F18011A-6C82-4A56-A8A4-AE625CA29E77}"/>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C67DE4D0-2EB4-411D-808F-833A53879D1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0DA9BF21-DFB1-4676-8D33-394BE4AD671C}"/>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4036FC-5897-4EB0-8409-B47AD8F8F97E}"/>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7620F741-7C65-4ABA-AFAF-CDE7E9AC9A11}"/>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1746215B-C20B-47FA-BDB0-906DCEAFA128}"/>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63FA844-6E29-436A-87C2-84B966A83933}"/>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B44F9FF2-72F7-40D7-88CA-6376EB28F00C}"/>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373580A3-A06C-4DF7-AD9A-9421910F3743}"/>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3A63D0-D0BF-41D2-A56A-C5085E547749}"/>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93241094-4A26-41BF-9C52-479A69F228D5}"/>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FBCDB138-9155-449F-9963-1D09381FD50B}"/>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59BCA8-5BC6-4628-88C6-4905123E6725}"/>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11DA5B9F-2F78-4B4B-9830-38CFA44D4CD1}"/>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48994782"/>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209766-3494-4DFB-A770-7CC923B7D3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2374D-3342-43D3-8AD7-F0C7CC0404A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3BBDFC64-1C5E-45B5-8A0D-6BE11CB531B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8F3B05-018F-4FDE-A82E-D2E9C897225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876A83C5-A8FC-4475-A4FB-4ED4BE611720}"/>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D98B38A4-502D-42C1-9A05-8C3542A64B6F}"/>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19FFE8D4-1904-4F69-B878-B320F93637D1}"/>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95119E-8B09-4ACE-B34D-964096DBC32A}"/>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95051491-8928-448C-80C2-173C7E8C6449}"/>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5684CDD1-0315-4D05-BD8A-83DA0E066D79}"/>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259272823"/>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6A6999-F9D3-4BC3-8411-C28CBD30FA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B4390A-B9FF-45E2-83C5-4D18142ED89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CB3F989C-7E3F-495F-8CAF-8A9B8B54E9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9DA3A0-BE58-4E03-9671-4CB3A651ADF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51DCE2B0-7FBC-4F3E-9B01-B68CCF0F5526}"/>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51905149-AD74-449D-BF67-3698F052645D}"/>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7C51B4BD-3CCA-4966-8E73-1274F8044C88}"/>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ECDC15-13A2-4199-96E4-F2C772042604}"/>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9D7FF7A7-5606-4BE3-AC86-448563BAFFB6}"/>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F6822E8B-02EB-4A82-A2DA-723FB7423C6D}"/>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0CB1D8-DCE6-41D5-8852-AACA351D598C}"/>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86727590-F9B7-4D94-96F8-FDF81EB4ADDF}"/>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E18B7EB7-63C8-4582-8A8C-551D7FAE2F8F}"/>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FAFBBBF-61E2-45C3-917C-3A884C235E38}"/>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17311535-4976-4A70-800C-71D0F9D56669}"/>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187126450"/>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2AF0F8-DF2B-4EB3-8D3D-81A543CF5E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804144-5722-4CEE-8887-60012BE3AF9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5C2863B2-95F9-4F44-BAA4-8BA01F32DB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C6D1F4-82E7-4D2E-AD61-6F30F629D45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39603389f57404e"/>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A18834-6D36-4732-865A-A2CBC25940B7}"/>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35B2A767-E436-4BA6-92E4-F428CBEE5228}"/>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4F9CD450-1E94-40F6-97F1-D0C5E6E9FB62}"/>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939dbb71bee436e"/>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98EAEBB-3453-4D39-9E32-C877F4CCEF9F}"/>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8EEB8857-A0FC-4A3B-8CA5-3A7699E870EF}"/>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85980449-DCC1-4436-8FE5-3935E4AAB36F}"/>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94969e98d6d48ab"/>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A88D692-BD74-4208-A283-FEACDCA4A80D}"/>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C3BDF1E3-FF99-4200-AA87-04AEB3103A1F}"/>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2D39EAEE-7FAA-43AA-806B-F73EED9E0BC7}"/>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507DBA4-B1E4-4AD1-8498-AABEDACEEE51}"/>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E8191D-0DEC-4639-B632-1ED5BBB507A0}"/>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428045436"/>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2B763C-9F86-4785-9DF0-1CAA867F77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8060A7-1001-4413-A38D-D00B0C29DB7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35F1931A-06FF-45B4-B116-DC9F6BA2AF2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0AA9C4-5144-42EB-87F0-D835FBFA4CD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6B11D2B7-BBFA-47DF-9B0C-66EDD0ACEA30}"/>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4085712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A19BEF-7790-43FB-86E2-2FEF6C14BE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6FBE65-66B2-4DBA-94C9-2E9D162ECB7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D93CA4DB-1415-4704-BB43-37EF9F290E2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3C3BDA-3BF7-4336-9E3E-80E13BFDF5F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C0E9743-FE9F-440D-AE3D-5B22CD207CBD}"/>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E446BFD4-FCD2-4807-96A3-C135D0218FFA}"/>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341486726"/>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4DEE2F1-887B-41FF-9A13-40B54595AFE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73744E-D74A-4158-B172-854170E0D2D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6AF4ACF0-E265-4969-8B4F-166A342B2BC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3E5393A-1431-4E0B-8E0D-A95A12C8745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55871356-A5E3-4CFD-BB61-E85B2CF59684}"/>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5853DD84-AC16-48AF-B77C-64720744455A}"/>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D82E5730-BCFB-4E09-92B3-B3F7DEC8D259}"/>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C184D7-C49E-4F9B-97A8-B93B9F73174F}"/>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0AE73A6C-6D69-4C07-B871-CD3C03902BEA}"/>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0025DE84-18DA-4882-B94B-469344AB2758}"/>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964A56-B1DD-4B10-A632-ADBA02E15C21}"/>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9322A294-EB1D-4D27-9BAF-E2C28D5AA6BF}"/>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5C1DB67D-2412-4B20-B94F-67C536FDC61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9345331-48B4-4B8F-BAEC-AEA4BF8BDC6A}"/>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5B2AD3D9-11CA-490D-AA3C-4E11B497C98A}"/>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621532908"/>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38F29E1-DEBD-42AA-AE79-42263B98F5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4C2602-D455-4610-B310-ABE67869BED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221805D0-564C-409B-B4B2-215E77DE3A2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B7DB2F-EC14-4F35-80ED-B771BCA1C7D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3BBBEE53-F61D-4C50-AB0F-B194D34A2BC2}"/>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96948ADD-82FA-440E-A86B-2DB5132963CD}"/>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378882FE-5629-4A5D-91F3-146E6C7AC3F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38135B-4FC3-4447-9F5C-C0A96E4F5696}"/>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8B4BA12E-E355-4067-86A2-F974516B801C}"/>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F93280B2-D355-4651-BAF0-C730CF8BAFC2}"/>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B8B13C-4C6B-49B9-9FF4-A0B958DBA8C5}"/>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3896AD85-F975-4B9F-B2B6-A9917BE08B75}"/>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8A7BFF9E-0355-4B93-93DE-85D24B4602A8}"/>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340350325"/>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AC9925F-6EFE-4905-82F2-B46A631AF4B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883AF0-2D15-4B53-8DA7-46A2CAFF62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6694CFAD-1B78-4871-A4B2-03677832584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A0E28A-B29E-4738-8A0E-1123BD1DD1C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F05A1580-CBD0-4F6F-881B-8AF2D88B3949}"/>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0DDA58-6FDB-4259-B6A3-D3705163B0CB}"/>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45ACCBE-0EF8-4C37-91DF-5C7A551D7E29}"/>
              </a:ext>
            </a:extLst>
          </p:cNvPr>
          <p:cNvSpPr>
            <a:spLocks xmlns:a="http://schemas.openxmlformats.org/drawingml/2006/main" noGrp="1"/>
          </p:cNvSpPr>
          <p:nvPr/>
        </p:nvSpPr>
        <p:spPr>
          <a:xfrm xmlns:a="http://schemas.openxmlformats.org/drawingml/2006/main">
            <a:off x="305752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9D5ED35-7DCC-4884-95A7-2545A3BA2D3C}"/>
              </a:ext>
            </a:extLst>
          </p:cNvPr>
          <p:cNvSpPr>
            <a:spLocks xmlns:a="http://schemas.openxmlformats.org/drawingml/2006/main" noGrp="1"/>
          </p:cNvSpPr>
          <p:nvPr/>
        </p:nvSpPr>
        <p:spPr>
          <a:xfrm xmlns:a="http://schemas.openxmlformats.org/drawingml/2006/main" rot="0">
            <a:off x="305752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6EE17968-2F52-4D40-86BE-A7915BFA1EE0}"/>
              </a:ext>
            </a:extLst>
          </p:cNvPr>
          <p:cNvSpPr>
            <a:spLocks xmlns:a="http://schemas.openxmlformats.org/drawingml/2006/main" noGrp="1"/>
          </p:cNvSpPr>
          <p:nvPr/>
        </p:nvSpPr>
        <p:spPr>
          <a:xfrm xmlns:a="http://schemas.openxmlformats.org/drawingml/2006/main">
            <a:off x="5803900"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15656CA-8E1B-45DB-80D5-4D82C246390A}"/>
              </a:ext>
            </a:extLst>
          </p:cNvPr>
          <p:cNvSpPr>
            <a:spLocks xmlns:a="http://schemas.openxmlformats.org/drawingml/2006/main" noGrp="1"/>
          </p:cNvSpPr>
          <p:nvPr/>
        </p:nvSpPr>
        <p:spPr>
          <a:xfrm xmlns:a="http://schemas.openxmlformats.org/drawingml/2006/main" rot="0">
            <a:off x="5803900"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08D3FE2E-FFE9-4065-B2CB-A2E305EA6927}"/>
              </a:ext>
            </a:extLst>
          </p:cNvPr>
          <p:cNvSpPr>
            <a:spLocks xmlns:a="http://schemas.openxmlformats.org/drawingml/2006/main" noGrp="1"/>
          </p:cNvSpPr>
          <p:nvPr/>
        </p:nvSpPr>
        <p:spPr>
          <a:xfrm xmlns:a="http://schemas.openxmlformats.org/drawingml/2006/main">
            <a:off x="855027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BB4132F4-8901-467C-8BDA-5E3A2C4C5692}"/>
              </a:ext>
            </a:extLst>
          </p:cNvPr>
          <p:cNvSpPr>
            <a:spLocks xmlns:a="http://schemas.openxmlformats.org/drawingml/2006/main" noGrp="1"/>
          </p:cNvSpPr>
          <p:nvPr/>
        </p:nvSpPr>
        <p:spPr>
          <a:xfrm xmlns:a="http://schemas.openxmlformats.org/drawingml/2006/main" rot="0">
            <a:off x="855027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2F456ED5-1900-4A30-A3D7-C7DB9ECF6751}"/>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9B8ECD9-EFF6-46B7-9D46-3C8233117058}"/>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15" name="">
            <a:extLst xmlns:a="http://schemas.openxmlformats.org/drawingml/2006/main">
              <a:ext uri="{FF2B5EF4-FFF2-40B4-BE49-F238E27FC236}">
                <a16:creationId xmlns:a16="http://schemas.microsoft.com/office/drawing/2014/main" id="{D0B348F1-A639-4F57-8F85-6203E7EF3A33}"/>
              </a:ext>
            </a:extLst>
          </p:cNvPr>
          <p:cNvSpPr>
            <a:spLocks xmlns:a="http://schemas.openxmlformats.org/drawingml/2006/main" noGrp="1"/>
          </p:cNvSpPr>
          <p:nvPr/>
        </p:nvSpPr>
        <p:spPr>
          <a:xfrm xmlns:a="http://schemas.openxmlformats.org/drawingml/2006/main">
            <a:off x="305752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0A44258-DB01-4377-B407-B4183A8FA0A7}"/>
              </a:ext>
            </a:extLst>
          </p:cNvPr>
          <p:cNvSpPr>
            <a:spLocks xmlns:a="http://schemas.openxmlformats.org/drawingml/2006/main" noGrp="1"/>
          </p:cNvSpPr>
          <p:nvPr/>
        </p:nvSpPr>
        <p:spPr>
          <a:xfrm xmlns:a="http://schemas.openxmlformats.org/drawingml/2006/main">
            <a:off x="5803900"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CB351C52-3B16-420C-8C29-D8D20636800E}"/>
              </a:ext>
            </a:extLst>
          </p:cNvPr>
          <p:cNvSpPr>
            <a:spLocks xmlns:a="http://schemas.openxmlformats.org/drawingml/2006/main" noGrp="1"/>
          </p:cNvSpPr>
          <p:nvPr/>
        </p:nvSpPr>
        <p:spPr>
          <a:xfrm xmlns:a="http://schemas.openxmlformats.org/drawingml/2006/main">
            <a:off x="855027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C5F2B5C-1656-40FB-8EF0-B3D21677C03E}"/>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E6AC8A6A-CD17-4C35-A9F7-3EF3D6574227}"/>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10月 500時間　　11月 維持　　12月 1,000時間</a:t>
            </a:r>
          </a:p>
        </p:txBody>
      </p:sp>
      <p:sp>
        <p:nvSpPr>
          <p:cNvPr id="20" name="">
            <a:extLst xmlns:a="http://schemas.openxmlformats.org/drawingml/2006/main">
              <a:ext uri="{FF2B5EF4-FFF2-40B4-BE49-F238E27FC236}">
                <a16:creationId xmlns:a16="http://schemas.microsoft.com/office/drawing/2014/main" id="{AC2A1C29-9E3F-4AF1-B71E-497386842BAA}"/>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2A0C2D6-7CF0-4A51-A06D-80C897A65E1E}"/>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a:t>
            </a:r>
          </a:p>
        </p:txBody>
      </p:sp>
      <p:sp>
        <p:nvSpPr>
          <p:cNvPr id="22" name="">
            <a:extLst xmlns:a="http://schemas.openxmlformats.org/drawingml/2006/main">
              <a:ext uri="{FF2B5EF4-FFF2-40B4-BE49-F238E27FC236}">
                <a16:creationId xmlns:a16="http://schemas.microsoft.com/office/drawing/2014/main" id="{42411B98-757A-4C48-A042-8245949867E7}"/>
              </a:ext>
            </a:extLst>
          </p:cNvPr>
          <p:cNvSpPr>
            <a:spLocks xmlns:a="http://schemas.openxmlformats.org/drawingml/2006/main" noGrp="1"/>
          </p:cNvSpPr>
          <p:nvPr/>
        </p:nvSpPr>
        <p:spPr>
          <a:xfrm xmlns:a="http://schemas.openxmlformats.org/drawingml/2006/main">
            <a:off x="305752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DF47B072-AB2B-42A2-BFDB-63B6CB5FF52C}"/>
              </a:ext>
            </a:extLst>
          </p:cNvPr>
          <p:cNvSpPr>
            <a:spLocks xmlns:a="http://schemas.openxmlformats.org/drawingml/2006/main" noGrp="1"/>
          </p:cNvSpPr>
          <p:nvPr/>
        </p:nvSpPr>
        <p:spPr>
          <a:xfrm xmlns:a="http://schemas.openxmlformats.org/drawingml/2006/main">
            <a:off x="5803900"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4BE541C6-CF29-4505-9524-1ACE379CF1BB}"/>
              </a:ext>
            </a:extLst>
          </p:cNvPr>
          <p:cNvSpPr>
            <a:spLocks xmlns:a="http://schemas.openxmlformats.org/drawingml/2006/main" noGrp="1"/>
          </p:cNvSpPr>
          <p:nvPr/>
        </p:nvSpPr>
        <p:spPr>
          <a:xfrm xmlns:a="http://schemas.openxmlformats.org/drawingml/2006/main">
            <a:off x="855027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9642AC5C-7C74-4344-A882-AD79DEB2B344}"/>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5DDBFA31-E880-4433-B6B8-4ABB94FBF81E}"/>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飲食・小売へ拡大</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現場訪問で運用上の懸念を確認</a:t>
            </a:r>
          </a:p>
        </p:txBody>
      </p:sp>
      <p:sp>
        <p:nvSpPr>
          <p:cNvPr id="27" name="">
            <a:extLst xmlns:a="http://schemas.openxmlformats.org/drawingml/2006/main">
              <a:ext uri="{FF2B5EF4-FFF2-40B4-BE49-F238E27FC236}">
                <a16:creationId xmlns:a16="http://schemas.microsoft.com/office/drawing/2014/main" id="{B7173417-EFD2-474E-A372-0EEC287A7C6E}"/>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7D127CF-E009-4DFD-A624-D8C5E2855892}"/>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29" name="">
            <a:extLst xmlns:a="http://schemas.openxmlformats.org/drawingml/2006/main">
              <a:ext uri="{FF2B5EF4-FFF2-40B4-BE49-F238E27FC236}">
                <a16:creationId xmlns:a16="http://schemas.microsoft.com/office/drawing/2014/main" id="{15FEFCEC-A038-41DD-962F-791565E758E2}"/>
              </a:ext>
            </a:extLst>
          </p:cNvPr>
          <p:cNvSpPr>
            <a:spLocks xmlns:a="http://schemas.openxmlformats.org/drawingml/2006/main" noGrp="1"/>
          </p:cNvSpPr>
          <p:nvPr/>
        </p:nvSpPr>
        <p:spPr>
          <a:xfrm xmlns:a="http://schemas.openxmlformats.org/drawingml/2006/main">
            <a:off x="305752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BE7B3357-D397-4DF1-9BED-3E895F7D3302}"/>
              </a:ext>
            </a:extLst>
          </p:cNvPr>
          <p:cNvSpPr>
            <a:spLocks xmlns:a="http://schemas.openxmlformats.org/drawingml/2006/main" noGrp="1"/>
          </p:cNvSpPr>
          <p:nvPr/>
        </p:nvSpPr>
        <p:spPr>
          <a:xfrm xmlns:a="http://schemas.openxmlformats.org/drawingml/2006/main">
            <a:off x="5803900"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4A16B92D-1005-48CF-B1E3-40D2F47F625F}"/>
              </a:ext>
            </a:extLst>
          </p:cNvPr>
          <p:cNvSpPr>
            <a:spLocks xmlns:a="http://schemas.openxmlformats.org/drawingml/2006/main" noGrp="1"/>
          </p:cNvSpPr>
          <p:nvPr/>
        </p:nvSpPr>
        <p:spPr>
          <a:xfrm xmlns:a="http://schemas.openxmlformats.org/drawingml/2006/main">
            <a:off x="855027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84C401FA-8D3F-4448-8291-BD8B11F1AD7B}"/>
              </a:ext>
            </a:extLst>
          </p:cNvPr>
          <p:cNvSpPr>
            <a:spLocks xmlns:a="http://schemas.openxmlformats.org/drawingml/2006/main" noGrp="1"/>
          </p:cNvSpPr>
          <p:nvPr/>
        </p:nvSpPr>
        <p:spPr>
          <a:xfrm xmlns:a="http://schemas.openxmlformats.org/drawingml/2006/main">
            <a:off x="3152775" y="38195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FAF9174F-60AC-464A-AB21-BADBFDF2FE67}"/>
              </a:ext>
            </a:extLst>
          </p:cNvPr>
          <p:cNvSpPr>
            <a:spLocks xmlns:a="http://schemas.openxmlformats.org/drawingml/2006/main" noGrp="1"/>
          </p:cNvSpPr>
          <p:nvPr/>
        </p:nvSpPr>
        <p:spPr>
          <a:xfrm xmlns:a="http://schemas.openxmlformats.org/drawingml/2006/main" rot="0">
            <a:off x="3248025" y="37338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Nextremerとの合意・格納</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海外販売先へ再度打診</a:t>
            </a:r>
          </a:p>
        </p:txBody>
      </p:sp>
      <p:sp>
        <p:nvSpPr>
          <p:cNvPr id="34" name="">
            <a:extLst xmlns:a="http://schemas.openxmlformats.org/drawingml/2006/main">
              <a:ext uri="{FF2B5EF4-FFF2-40B4-BE49-F238E27FC236}">
                <a16:creationId xmlns:a16="http://schemas.microsoft.com/office/drawing/2014/main" id="{E931CA79-4ED3-4DDC-88E3-C16ED56D327F}"/>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DADFB4F7-3668-4D7C-88B5-CB4F49B6627E}"/>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デバイス協働</a:t>
            </a:r>
          </a:p>
        </p:txBody>
      </p:sp>
      <p:sp>
        <p:nvSpPr>
          <p:cNvPr id="36" name="">
            <a:extLst xmlns:a="http://schemas.openxmlformats.org/drawingml/2006/main">
              <a:ext uri="{FF2B5EF4-FFF2-40B4-BE49-F238E27FC236}">
                <a16:creationId xmlns:a16="http://schemas.microsoft.com/office/drawing/2014/main" id="{B0F1787D-B1BF-42E0-8418-00D70A1F2FB1}"/>
              </a:ext>
            </a:extLst>
          </p:cNvPr>
          <p:cNvSpPr>
            <a:spLocks xmlns:a="http://schemas.openxmlformats.org/drawingml/2006/main" noGrp="1"/>
          </p:cNvSpPr>
          <p:nvPr/>
        </p:nvSpPr>
        <p:spPr>
          <a:xfrm xmlns:a="http://schemas.openxmlformats.org/drawingml/2006/main">
            <a:off x="305752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5F974AB9-4550-4B9E-9E22-D6754625EC79}"/>
              </a:ext>
            </a:extLst>
          </p:cNvPr>
          <p:cNvSpPr>
            <a:spLocks xmlns:a="http://schemas.openxmlformats.org/drawingml/2006/main" noGrp="1"/>
          </p:cNvSpPr>
          <p:nvPr/>
        </p:nvSpPr>
        <p:spPr>
          <a:xfrm xmlns:a="http://schemas.openxmlformats.org/drawingml/2006/main">
            <a:off x="5803900"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7C524986-66CE-4D12-A7EC-10E5AD084CFA}"/>
              </a:ext>
            </a:extLst>
          </p:cNvPr>
          <p:cNvSpPr>
            <a:spLocks xmlns:a="http://schemas.openxmlformats.org/drawingml/2006/main" noGrp="1"/>
          </p:cNvSpPr>
          <p:nvPr/>
        </p:nvSpPr>
        <p:spPr>
          <a:xfrm xmlns:a="http://schemas.openxmlformats.org/drawingml/2006/main">
            <a:off x="855027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D66EA15D-015F-4A63-9234-1C33E5A88212}"/>
              </a:ext>
            </a:extLst>
          </p:cNvPr>
          <p:cNvSpPr>
            <a:spLocks xmlns:a="http://schemas.openxmlformats.org/drawingml/2006/main" noGrp="1"/>
          </p:cNvSpPr>
          <p:nvPr/>
        </p:nvSpPr>
        <p:spPr>
          <a:xfrm xmlns:a="http://schemas.openxmlformats.org/drawingml/2006/main">
            <a:off x="3152775" y="45053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26FACB81-66F7-41EA-AE14-7D32ACE7448C}"/>
              </a:ext>
            </a:extLst>
          </p:cNvPr>
          <p:cNvSpPr>
            <a:spLocks xmlns:a="http://schemas.openxmlformats.org/drawingml/2006/main" noGrp="1"/>
          </p:cNvSpPr>
          <p:nvPr/>
        </p:nvSpPr>
        <p:spPr>
          <a:xfrm xmlns:a="http://schemas.openxmlformats.org/drawingml/2006/main" rot="0">
            <a:off x="3248025" y="44196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撮影デバイス設計で協働できる企業へアプローチ</a:t>
            </a:r>
          </a:p>
        </p:txBody>
      </p:sp>
      <p:sp>
        <p:nvSpPr>
          <p:cNvPr id="41" name="">
            <a:extLst xmlns:a="http://schemas.openxmlformats.org/drawingml/2006/main">
              <a:ext uri="{FF2B5EF4-FFF2-40B4-BE49-F238E27FC236}">
                <a16:creationId xmlns:a16="http://schemas.microsoft.com/office/drawing/2014/main" id="{D91070B1-C141-4BA2-896D-9957DB6C3201}"/>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合意フローとデータ取扱いを法務チェック</a:t>
            </a:r>
          </a:p>
        </p:txBody>
      </p:sp>
    </p:spTree>
    <p:extLst>
      <p:ext uri="{BB962C8B-B14F-4D97-AF65-F5344CB8AC3E}">
        <p14:creationId xmlns:p14="http://schemas.microsoft.com/office/powerpoint/2010/main" val="184162752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AE5CF88-93FA-4CBA-A994-D19F6BFA08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213C89-59AA-45C7-9BE0-141273B266B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B05D4217-63A3-4206-B389-2D0358487F9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FAEA1-6754-4E14-91E6-BC9188CB70F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D9D787B4-19E0-4CC7-A9E0-6CD3E8016090}"/>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8064F8-A1DD-4C9E-9566-B1A1F1AF41FF}"/>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E768FDF-B243-4A19-BC57-202DC4B286D6}"/>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3EAE0383-C901-48B4-8E06-5CE307C8AE8B}"/>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F7815CFB-D2AE-4498-B8EF-3729613F5B7C}"/>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8DEA0263-7CEC-4390-9695-BEF58981C0E9}"/>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BFA58D7E-CDC3-4DC4-9099-3262210CD00B}"/>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7830CB21-436F-4EF2-8417-916D02EF6364}"/>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1B94E11-7403-4826-9C2E-5056246B98DD}"/>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88A3857E-ADC6-49B0-B323-FEF5D953C9E4}"/>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DA870600-325B-4D4F-B5C1-A21008C8C5FD}"/>
              </a:ext>
            </a:extLst>
          </p:cNvPr>
          <p:cNvSpPr>
            <a:spLocks xmlns:a="http://schemas.openxmlformats.org/drawingml/2006/main" noGrp="1"/>
          </p:cNvSpPr>
          <p:nvPr/>
        </p:nvSpPr>
        <p:spPr>
          <a:xfrm xmlns:a="http://schemas.openxmlformats.org/drawingml/2006/main">
            <a:off x="723900" y="22860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492E8E6-9E4F-4055-B570-9BFECA8006A8}"/>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7630A959-6DD2-4A01-B94C-CEE1EFEB6A57}"/>
              </a:ext>
            </a:extLst>
          </p:cNvPr>
          <p:cNvSpPr>
            <a:spLocks xmlns:a="http://schemas.openxmlformats.org/drawingml/2006/main" noGrp="1"/>
          </p:cNvSpPr>
          <p:nvPr/>
        </p:nvSpPr>
        <p:spPr>
          <a:xfrm xmlns:a="http://schemas.openxmlformats.org/drawingml/2006/main">
            <a:off x="3057525"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2761E2A-639E-4CED-B9B4-68ACC2F5D7E7}"/>
              </a:ext>
            </a:extLst>
          </p:cNvPr>
          <p:cNvSpPr>
            <a:spLocks xmlns:a="http://schemas.openxmlformats.org/drawingml/2006/main" noGrp="1"/>
          </p:cNvSpPr>
          <p:nvPr/>
        </p:nvSpPr>
        <p:spPr>
          <a:xfrm xmlns:a="http://schemas.openxmlformats.org/drawingml/2006/main">
            <a:off x="5117306"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ACB434C9-6311-4BB6-B4DE-0DB6C895657F}"/>
              </a:ext>
            </a:extLst>
          </p:cNvPr>
          <p:cNvSpPr>
            <a:spLocks xmlns:a="http://schemas.openxmlformats.org/drawingml/2006/main" noGrp="1"/>
          </p:cNvSpPr>
          <p:nvPr/>
        </p:nvSpPr>
        <p:spPr>
          <a:xfrm xmlns:a="http://schemas.openxmlformats.org/drawingml/2006/main">
            <a:off x="7177088"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2946BEAD-4923-4267-AC84-058200E69CE9}"/>
              </a:ext>
            </a:extLst>
          </p:cNvPr>
          <p:cNvSpPr>
            <a:spLocks xmlns:a="http://schemas.openxmlformats.org/drawingml/2006/main" noGrp="1"/>
          </p:cNvSpPr>
          <p:nvPr/>
        </p:nvSpPr>
        <p:spPr>
          <a:xfrm xmlns:a="http://schemas.openxmlformats.org/drawingml/2006/main">
            <a:off x="9236869"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91497A81-291C-4B1C-BC5D-52252C75A71C}"/>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B36AFE18-AD39-45F3-A303-AA3B4FE212C0}"/>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Q1 宿泊・リフォーム・清掃　　Q2以降 介護・医療へ拡大</a:t>
            </a:r>
          </a:p>
        </p:txBody>
      </p:sp>
      <p:sp>
        <p:nvSpPr>
          <p:cNvPr id="23" name="">
            <a:extLst xmlns:a="http://schemas.openxmlformats.org/drawingml/2006/main">
              <a:ext uri="{FF2B5EF4-FFF2-40B4-BE49-F238E27FC236}">
                <a16:creationId xmlns:a16="http://schemas.microsoft.com/office/drawing/2014/main" id="{5BF011D4-964B-4BB8-9BD9-F34E8DB46FFB}"/>
              </a:ext>
            </a:extLst>
          </p:cNvPr>
          <p:cNvSpPr>
            <a:spLocks xmlns:a="http://schemas.openxmlformats.org/drawingml/2006/main" noGrp="1"/>
          </p:cNvSpPr>
          <p:nvPr/>
        </p:nvSpPr>
        <p:spPr>
          <a:xfrm xmlns:a="http://schemas.openxmlformats.org/drawingml/2006/main">
            <a:off x="723900" y="30670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7D3F6E30-C83F-42DC-9F36-58828461B965}"/>
              </a:ext>
            </a:extLst>
          </p:cNvPr>
          <p:cNvSpPr>
            <a:spLocks xmlns:a="http://schemas.openxmlformats.org/drawingml/2006/main" noGrp="1"/>
          </p:cNvSpPr>
          <p:nvPr/>
        </p:nvSpPr>
        <p:spPr>
          <a:xfrm xmlns:a="http://schemas.openxmlformats.org/drawingml/2006/main" rot="0">
            <a:off x="857250" y="32766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デバイス・知財</a:t>
            </a:r>
          </a:p>
        </p:txBody>
      </p:sp>
      <p:sp>
        <p:nvSpPr>
          <p:cNvPr id="25" name="">
            <a:extLst xmlns:a="http://schemas.openxmlformats.org/drawingml/2006/main">
              <a:ext uri="{FF2B5EF4-FFF2-40B4-BE49-F238E27FC236}">
                <a16:creationId xmlns:a16="http://schemas.microsoft.com/office/drawing/2014/main" id="{723B0DED-9712-41E8-BACA-5417B69CC221}"/>
              </a:ext>
            </a:extLst>
          </p:cNvPr>
          <p:cNvSpPr>
            <a:spLocks xmlns:a="http://schemas.openxmlformats.org/drawingml/2006/main" noGrp="1"/>
          </p:cNvSpPr>
          <p:nvPr/>
        </p:nvSpPr>
        <p:spPr>
          <a:xfrm xmlns:a="http://schemas.openxmlformats.org/drawingml/2006/main">
            <a:off x="3057525"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C74ADD1-008B-4316-B9B4-D6F0853C425C}"/>
              </a:ext>
            </a:extLst>
          </p:cNvPr>
          <p:cNvSpPr>
            <a:spLocks xmlns:a="http://schemas.openxmlformats.org/drawingml/2006/main" noGrp="1"/>
          </p:cNvSpPr>
          <p:nvPr/>
        </p:nvSpPr>
        <p:spPr>
          <a:xfrm xmlns:a="http://schemas.openxmlformats.org/drawingml/2006/main">
            <a:off x="5117306"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7BF7E524-886D-4E83-90F8-6CA4E03D16CA}"/>
              </a:ext>
            </a:extLst>
          </p:cNvPr>
          <p:cNvSpPr>
            <a:spLocks xmlns:a="http://schemas.openxmlformats.org/drawingml/2006/main" noGrp="1"/>
          </p:cNvSpPr>
          <p:nvPr/>
        </p:nvSpPr>
        <p:spPr>
          <a:xfrm xmlns:a="http://schemas.openxmlformats.org/drawingml/2006/main">
            <a:off x="7177088"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C0E45EF-F3A0-4BC5-991E-9C183657DE0E}"/>
              </a:ext>
            </a:extLst>
          </p:cNvPr>
          <p:cNvSpPr>
            <a:spLocks xmlns:a="http://schemas.openxmlformats.org/drawingml/2006/main" noGrp="1"/>
          </p:cNvSpPr>
          <p:nvPr/>
        </p:nvSpPr>
        <p:spPr>
          <a:xfrm xmlns:a="http://schemas.openxmlformats.org/drawingml/2006/main">
            <a:off x="9236869"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DD246AFC-EEC1-4452-8EC5-E4E41A117726}"/>
              </a:ext>
            </a:extLst>
          </p:cNvPr>
          <p:cNvSpPr>
            <a:spLocks xmlns:a="http://schemas.openxmlformats.org/drawingml/2006/main" noGrp="1"/>
          </p:cNvSpPr>
          <p:nvPr/>
        </p:nvSpPr>
        <p:spPr>
          <a:xfrm xmlns:a="http://schemas.openxmlformats.org/drawingml/2006/main">
            <a:off x="3152775" y="322897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D829959-E149-479E-B538-C391CD660C93}"/>
              </a:ext>
            </a:extLst>
          </p:cNvPr>
          <p:cNvSpPr>
            <a:spLocks xmlns:a="http://schemas.openxmlformats.org/drawingml/2006/main" noGrp="1"/>
          </p:cNvSpPr>
          <p:nvPr/>
        </p:nvSpPr>
        <p:spPr>
          <a:xfrm xmlns:a="http://schemas.openxmlformats.org/drawingml/2006/main" rot="0">
            <a:off x="3248025" y="314325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開発、意匠・特許の準備・出願</a:t>
            </a:r>
          </a:p>
        </p:txBody>
      </p:sp>
      <p:sp>
        <p:nvSpPr>
          <p:cNvPr id="31" name="">
            <a:extLst xmlns:a="http://schemas.openxmlformats.org/drawingml/2006/main">
              <a:ext uri="{FF2B5EF4-FFF2-40B4-BE49-F238E27FC236}">
                <a16:creationId xmlns:a16="http://schemas.microsoft.com/office/drawing/2014/main" id="{59235A48-137A-45A4-BFB2-FE6DE4D7BF4D}"/>
              </a:ext>
            </a:extLst>
          </p:cNvPr>
          <p:cNvSpPr>
            <a:spLocks xmlns:a="http://schemas.openxmlformats.org/drawingml/2006/main" noGrp="1"/>
          </p:cNvSpPr>
          <p:nvPr/>
        </p:nvSpPr>
        <p:spPr>
          <a:xfrm xmlns:a="http://schemas.openxmlformats.org/drawingml/2006/main">
            <a:off x="723900" y="38481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C0875D9-DA3D-49CF-B83C-B77830D9C8DD}"/>
              </a:ext>
            </a:extLst>
          </p:cNvPr>
          <p:cNvSpPr>
            <a:spLocks xmlns:a="http://schemas.openxmlformats.org/drawingml/2006/main" noGrp="1"/>
          </p:cNvSpPr>
          <p:nvPr/>
        </p:nvSpPr>
        <p:spPr>
          <a:xfrm xmlns:a="http://schemas.openxmlformats.org/drawingml/2006/main" rot="0">
            <a:off x="857250" y="40576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ロボット企業・政府</a:t>
            </a:r>
          </a:p>
        </p:txBody>
      </p:sp>
      <p:sp>
        <p:nvSpPr>
          <p:cNvPr id="33" name="">
            <a:extLst xmlns:a="http://schemas.openxmlformats.org/drawingml/2006/main">
              <a:ext uri="{FF2B5EF4-FFF2-40B4-BE49-F238E27FC236}">
                <a16:creationId xmlns:a16="http://schemas.microsoft.com/office/drawing/2014/main" id="{2006D332-BF4B-4979-BADA-F0A88847F2F7}"/>
              </a:ext>
            </a:extLst>
          </p:cNvPr>
          <p:cNvSpPr>
            <a:spLocks xmlns:a="http://schemas.openxmlformats.org/drawingml/2006/main" noGrp="1"/>
          </p:cNvSpPr>
          <p:nvPr/>
        </p:nvSpPr>
        <p:spPr>
          <a:xfrm xmlns:a="http://schemas.openxmlformats.org/drawingml/2006/main">
            <a:off x="3057525"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F9B3935D-D558-485F-B9BF-47756FCB6EE1}"/>
              </a:ext>
            </a:extLst>
          </p:cNvPr>
          <p:cNvSpPr>
            <a:spLocks xmlns:a="http://schemas.openxmlformats.org/drawingml/2006/main" noGrp="1"/>
          </p:cNvSpPr>
          <p:nvPr/>
        </p:nvSpPr>
        <p:spPr>
          <a:xfrm xmlns:a="http://schemas.openxmlformats.org/drawingml/2006/main">
            <a:off x="5117306"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D79DDD3-E7C1-4D65-A547-082F0448B0B0}"/>
              </a:ext>
            </a:extLst>
          </p:cNvPr>
          <p:cNvSpPr>
            <a:spLocks xmlns:a="http://schemas.openxmlformats.org/drawingml/2006/main" noGrp="1"/>
          </p:cNvSpPr>
          <p:nvPr/>
        </p:nvSpPr>
        <p:spPr>
          <a:xfrm xmlns:a="http://schemas.openxmlformats.org/drawingml/2006/main">
            <a:off x="7177088"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25E6B776-49CF-4FD5-B4A4-BBD128622C54}"/>
              </a:ext>
            </a:extLst>
          </p:cNvPr>
          <p:cNvSpPr>
            <a:spLocks xmlns:a="http://schemas.openxmlformats.org/drawingml/2006/main" noGrp="1"/>
          </p:cNvSpPr>
          <p:nvPr/>
        </p:nvSpPr>
        <p:spPr>
          <a:xfrm xmlns:a="http://schemas.openxmlformats.org/drawingml/2006/main">
            <a:off x="9236869"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8D91DC5C-E5D4-4318-9C72-1A61D97D45B8}"/>
              </a:ext>
            </a:extLst>
          </p:cNvPr>
          <p:cNvSpPr>
            <a:spLocks xmlns:a="http://schemas.openxmlformats.org/drawingml/2006/main" noGrp="1"/>
          </p:cNvSpPr>
          <p:nvPr/>
        </p:nvSpPr>
        <p:spPr>
          <a:xfrm xmlns:a="http://schemas.openxmlformats.org/drawingml/2006/main">
            <a:off x="5212556" y="40100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9658A2EE-0982-475B-8DC2-C79E373F6304}"/>
              </a:ext>
            </a:extLst>
          </p:cNvPr>
          <p:cNvSpPr>
            <a:spLocks xmlns:a="http://schemas.openxmlformats.org/drawingml/2006/main" noGrp="1"/>
          </p:cNvSpPr>
          <p:nvPr/>
        </p:nvSpPr>
        <p:spPr>
          <a:xfrm xmlns:a="http://schemas.openxmlformats.org/drawingml/2006/main" rot="0">
            <a:off x="5307806" y="39243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高プライバシーデータの活用設計</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現場データ収集を打診</a:t>
            </a:r>
          </a:p>
        </p:txBody>
      </p:sp>
      <p:sp>
        <p:nvSpPr>
          <p:cNvPr id="39" name="">
            <a:extLst xmlns:a="http://schemas.openxmlformats.org/drawingml/2006/main">
              <a:ext uri="{FF2B5EF4-FFF2-40B4-BE49-F238E27FC236}">
                <a16:creationId xmlns:a16="http://schemas.microsoft.com/office/drawing/2014/main" id="{C6696FED-D8AC-4A33-A387-4FF4724C84C2}"/>
              </a:ext>
            </a:extLst>
          </p:cNvPr>
          <p:cNvSpPr>
            <a:spLocks xmlns:a="http://schemas.openxmlformats.org/drawingml/2006/main" noGrp="1"/>
          </p:cNvSpPr>
          <p:nvPr/>
        </p:nvSpPr>
        <p:spPr>
          <a:xfrm xmlns:a="http://schemas.openxmlformats.org/drawingml/2006/main">
            <a:off x="723900" y="46291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428F2D80-3C2E-4A21-AE50-9ED242F31DBD}"/>
              </a:ext>
            </a:extLst>
          </p:cNvPr>
          <p:cNvSpPr>
            <a:spLocks xmlns:a="http://schemas.openxmlformats.org/drawingml/2006/main" noGrp="1"/>
          </p:cNvSpPr>
          <p:nvPr/>
        </p:nvSpPr>
        <p:spPr>
          <a:xfrm xmlns:a="http://schemas.openxmlformats.org/drawingml/2006/main" rot="0">
            <a:off x="857250" y="48387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大学・研究</a:t>
            </a:r>
          </a:p>
        </p:txBody>
      </p:sp>
      <p:sp>
        <p:nvSpPr>
          <p:cNvPr id="41" name="">
            <a:extLst xmlns:a="http://schemas.openxmlformats.org/drawingml/2006/main">
              <a:ext uri="{FF2B5EF4-FFF2-40B4-BE49-F238E27FC236}">
                <a16:creationId xmlns:a16="http://schemas.microsoft.com/office/drawing/2014/main" id="{6E53E7F4-900D-4545-A1DF-14A1FF2A15BC}"/>
              </a:ext>
            </a:extLst>
          </p:cNvPr>
          <p:cNvSpPr>
            <a:spLocks xmlns:a="http://schemas.openxmlformats.org/drawingml/2006/main" noGrp="1"/>
          </p:cNvSpPr>
          <p:nvPr/>
        </p:nvSpPr>
        <p:spPr>
          <a:xfrm xmlns:a="http://schemas.openxmlformats.org/drawingml/2006/main">
            <a:off x="3057525"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A99627B8-4870-4321-8610-47A803B1B53C}"/>
              </a:ext>
            </a:extLst>
          </p:cNvPr>
          <p:cNvSpPr>
            <a:spLocks xmlns:a="http://schemas.openxmlformats.org/drawingml/2006/main" noGrp="1"/>
          </p:cNvSpPr>
          <p:nvPr/>
        </p:nvSpPr>
        <p:spPr>
          <a:xfrm xmlns:a="http://schemas.openxmlformats.org/drawingml/2006/main">
            <a:off x="5117306"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E8D42961-A24E-4DA5-8787-A8396AC0764F}"/>
              </a:ext>
            </a:extLst>
          </p:cNvPr>
          <p:cNvSpPr>
            <a:spLocks xmlns:a="http://schemas.openxmlformats.org/drawingml/2006/main" noGrp="1"/>
          </p:cNvSpPr>
          <p:nvPr/>
        </p:nvSpPr>
        <p:spPr>
          <a:xfrm xmlns:a="http://schemas.openxmlformats.org/drawingml/2006/main">
            <a:off x="7177088"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A48E61C2-9488-4EAF-AA2B-6C1F49BAA60A}"/>
              </a:ext>
            </a:extLst>
          </p:cNvPr>
          <p:cNvSpPr>
            <a:spLocks xmlns:a="http://schemas.openxmlformats.org/drawingml/2006/main" noGrp="1"/>
          </p:cNvSpPr>
          <p:nvPr/>
        </p:nvSpPr>
        <p:spPr>
          <a:xfrm xmlns:a="http://schemas.openxmlformats.org/drawingml/2006/main">
            <a:off x="9236869"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84950AC7-8E11-4CD6-B2D6-D784F6463E44}"/>
              </a:ext>
            </a:extLst>
          </p:cNvPr>
          <p:cNvSpPr>
            <a:spLocks xmlns:a="http://schemas.openxmlformats.org/drawingml/2006/main" noGrp="1"/>
          </p:cNvSpPr>
          <p:nvPr/>
        </p:nvSpPr>
        <p:spPr>
          <a:xfrm xmlns:a="http://schemas.openxmlformats.org/drawingml/2006/main">
            <a:off x="9332119" y="479107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9A320E61-2633-4B6B-B2D2-8E41E15C115F}"/>
              </a:ext>
            </a:extLst>
          </p:cNvPr>
          <p:cNvSpPr>
            <a:spLocks xmlns:a="http://schemas.openxmlformats.org/drawingml/2006/main" noGrp="1"/>
          </p:cNvSpPr>
          <p:nvPr/>
        </p:nvSpPr>
        <p:spPr>
          <a:xfrm xmlns:a="http://schemas.openxmlformats.org/drawingml/2006/main" rot="0">
            <a:off x="9427369" y="470535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AIモデル開発</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Real2Sim開始</a:t>
            </a:r>
          </a:p>
        </p:txBody>
      </p:sp>
    </p:spTree>
    <p:extLst>
      <p:ext uri="{BB962C8B-B14F-4D97-AF65-F5344CB8AC3E}">
        <p14:creationId xmlns:p14="http://schemas.microsoft.com/office/powerpoint/2010/main" val="88507626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01EE8B4C-F395-4355-96C4-48F57095A3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0FD683-6BE4-4D8B-936D-3E6FE16F37E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2E8AED2E-61AE-4DC4-B644-76918D09B99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48B2A6-868A-4455-A860-8A258186F42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64C9A872-B4F9-45C0-8D20-8E2CAEA824C4}"/>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02D654-6DF5-4B33-A466-CEF2F9862EB2}"/>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76C7661-1081-4072-B25B-EDE81C6015FB}"/>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EBA83EA-2D34-4170-A15F-26E8366D9C78}"/>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3BD8A95B-B1C2-432B-A4D6-D2AD63A7BE67}"/>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DD34E80B-D80A-4E87-A5EF-7F04106419E6}"/>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05A4E100-712E-4712-88ED-0E3C00936991}"/>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3DB2EC73-08C8-49C7-9342-1F99B50E7C15}"/>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6DA50F8B-7DA9-4D32-BF2F-A86B11DCA36E}"/>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D6F0188-81D8-4FAF-A16C-DF262247BDC3}"/>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F610E6C-7704-42ED-BBBD-0661EF73171A}"/>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9A19E37-0444-4271-9DC5-6A88E0A60F62}"/>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A8647790-98B9-4B38-B839-F36BF05A2256}"/>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D364497-40C2-414F-9A7C-6ACEDC83B7FE}"/>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A57A3CE2-5C08-409A-A621-048316F938F3}"/>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9766F0D-565E-427E-8F35-6525369A3C6B}"/>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5B199DF-3419-4597-964F-2625CA5DD915}"/>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FF64B72D-ED86-432A-8E1A-A69999FDC7E9}"/>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撮影先と現場実装先を拡大</a:t>
            </a:r>
          </a:p>
        </p:txBody>
      </p:sp>
      <p:sp>
        <p:nvSpPr>
          <p:cNvPr id="23" name="">
            <a:extLst xmlns:a="http://schemas.openxmlformats.org/drawingml/2006/main">
              <a:ext uri="{FF2B5EF4-FFF2-40B4-BE49-F238E27FC236}">
                <a16:creationId xmlns:a16="http://schemas.microsoft.com/office/drawing/2014/main" id="{20B1994F-7B90-4A23-85FF-76DE65A229F8}"/>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DC48FBE5-AA41-4314-A1A6-1A2C13730940}"/>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実証実験</a:t>
            </a:r>
          </a:p>
        </p:txBody>
      </p:sp>
      <p:sp>
        <p:nvSpPr>
          <p:cNvPr id="25" name="">
            <a:extLst xmlns:a="http://schemas.openxmlformats.org/drawingml/2006/main">
              <a:ext uri="{FF2B5EF4-FFF2-40B4-BE49-F238E27FC236}">
                <a16:creationId xmlns:a16="http://schemas.microsoft.com/office/drawing/2014/main" id="{1697DB24-9497-4CF5-9AFE-AB63382BFFEA}"/>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FD34A3F-4FA8-4F98-AEFA-88042D5FCAFF}"/>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5DDD0266-4480-4170-B60A-28C31B948403}"/>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E6D7398-41BD-4371-AF81-5500EF4662DD}"/>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7864F24F-0F08-44AF-ABC5-1185646FB447}"/>
              </a:ext>
            </a:extLst>
          </p:cNvPr>
          <p:cNvSpPr>
            <a:spLocks xmlns:a="http://schemas.openxmlformats.org/drawingml/2006/main" noGrp="1"/>
          </p:cNvSpPr>
          <p:nvPr/>
        </p:nvSpPr>
        <p:spPr>
          <a:xfrm xmlns:a="http://schemas.openxmlformats.org/drawingml/2006/main">
            <a:off x="3152775" y="31337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BB9BE705-FA95-4C71-9ACA-026AA1CFDFE6}"/>
              </a:ext>
            </a:extLst>
          </p:cNvPr>
          <p:cNvSpPr>
            <a:spLocks xmlns:a="http://schemas.openxmlformats.org/drawingml/2006/main" noGrp="1"/>
          </p:cNvSpPr>
          <p:nvPr/>
        </p:nvSpPr>
        <p:spPr>
          <a:xfrm xmlns:a="http://schemas.openxmlformats.org/drawingml/2006/main" rot="0">
            <a:off x="3248025" y="30480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ロボット企業と実証現場をマッチング</a:t>
            </a:r>
          </a:p>
        </p:txBody>
      </p:sp>
      <p:sp>
        <p:nvSpPr>
          <p:cNvPr id="31" name="">
            <a:extLst xmlns:a="http://schemas.openxmlformats.org/drawingml/2006/main">
              <a:ext uri="{FF2B5EF4-FFF2-40B4-BE49-F238E27FC236}">
                <a16:creationId xmlns:a16="http://schemas.microsoft.com/office/drawing/2014/main" id="{D00DB1ED-BB1D-403D-A06E-98CB5C4D163D}"/>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8D8DFA5-BFA1-4B33-AB64-5A3B5D115DE9}"/>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大学との研究</a:t>
            </a:r>
          </a:p>
        </p:txBody>
      </p:sp>
      <p:sp>
        <p:nvSpPr>
          <p:cNvPr id="33" name="">
            <a:extLst xmlns:a="http://schemas.openxmlformats.org/drawingml/2006/main">
              <a:ext uri="{FF2B5EF4-FFF2-40B4-BE49-F238E27FC236}">
                <a16:creationId xmlns:a16="http://schemas.microsoft.com/office/drawing/2014/main" id="{06534193-E3F5-4489-A7C4-8C879BB04BCC}"/>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CE944A6-10E4-4424-92E3-089C792EAF07}"/>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759F9E90-6B90-4004-9D10-53D7AF8FE3ED}"/>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87126402-D0A4-4A36-A33B-A0F29A370DE3}"/>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AC855A33-DCE0-4DF3-AB19-CF7789A4FD79}"/>
              </a:ext>
            </a:extLst>
          </p:cNvPr>
          <p:cNvSpPr>
            <a:spLocks xmlns:a="http://schemas.openxmlformats.org/drawingml/2006/main" noGrp="1"/>
          </p:cNvSpPr>
          <p:nvPr/>
        </p:nvSpPr>
        <p:spPr>
          <a:xfrm xmlns:a="http://schemas.openxmlformats.org/drawingml/2006/main">
            <a:off x="3152775" y="38195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860C1175-EB59-47A6-847E-3768207CA391}"/>
              </a:ext>
            </a:extLst>
          </p:cNvPr>
          <p:cNvSpPr>
            <a:spLocks xmlns:a="http://schemas.openxmlformats.org/drawingml/2006/main" noGrp="1"/>
          </p:cNvSpPr>
          <p:nvPr/>
        </p:nvSpPr>
        <p:spPr>
          <a:xfrm xmlns:a="http://schemas.openxmlformats.org/drawingml/2006/main" rot="0">
            <a:off x="3248025" y="37338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研究に必要な現場をマッチング</a:t>
            </a:r>
          </a:p>
        </p:txBody>
      </p:sp>
      <p:sp>
        <p:nvSpPr>
          <p:cNvPr id="39" name="">
            <a:extLst xmlns:a="http://schemas.openxmlformats.org/drawingml/2006/main">
              <a:ext uri="{FF2B5EF4-FFF2-40B4-BE49-F238E27FC236}">
                <a16:creationId xmlns:a16="http://schemas.microsoft.com/office/drawing/2014/main" id="{4EABEC2F-4DCD-4595-90BF-9BF957C2F223}"/>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2B1D4599-6359-42A9-B517-01B15910F0E4}"/>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導入先の選定</a:t>
            </a:r>
          </a:p>
        </p:txBody>
      </p:sp>
      <p:sp>
        <p:nvSpPr>
          <p:cNvPr id="41" name="">
            <a:extLst xmlns:a="http://schemas.openxmlformats.org/drawingml/2006/main">
              <a:ext uri="{FF2B5EF4-FFF2-40B4-BE49-F238E27FC236}">
                <a16:creationId xmlns:a16="http://schemas.microsoft.com/office/drawing/2014/main" id="{373ECA36-20BC-47E4-B049-E81DFA02CC91}"/>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DF90D080-5822-436F-9625-B67BFFEF9891}"/>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FE664F12-F7D5-4F59-B4B9-A8821D311ED1}"/>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B80557FB-C73E-450E-80BB-94372D3236AF}"/>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452381B6-7980-43A0-8CBB-848A81E9E30D}"/>
              </a:ext>
            </a:extLst>
          </p:cNvPr>
          <p:cNvSpPr>
            <a:spLocks xmlns:a="http://schemas.openxmlformats.org/drawingml/2006/main" noGrp="1"/>
          </p:cNvSpPr>
          <p:nvPr/>
        </p:nvSpPr>
        <p:spPr>
          <a:xfrm xmlns:a="http://schemas.openxmlformats.org/drawingml/2006/main">
            <a:off x="7272338" y="45053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96A06F9C-51B4-4DCB-A9D0-1F7DCDA3D850}"/>
              </a:ext>
            </a:extLst>
          </p:cNvPr>
          <p:cNvSpPr>
            <a:spLocks xmlns:a="http://schemas.openxmlformats.org/drawingml/2006/main" noGrp="1"/>
          </p:cNvSpPr>
          <p:nvPr/>
        </p:nvSpPr>
        <p:spPr>
          <a:xfrm xmlns:a="http://schemas.openxmlformats.org/drawingml/2006/main" rot="0">
            <a:off x="7367588" y="44196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データと経験から導入適性を判断</a:t>
            </a:r>
          </a:p>
        </p:txBody>
      </p:sp>
      <p:sp>
        <p:nvSpPr>
          <p:cNvPr id="47" name="">
            <a:extLst xmlns:a="http://schemas.openxmlformats.org/drawingml/2006/main">
              <a:ext uri="{FF2B5EF4-FFF2-40B4-BE49-F238E27FC236}">
                <a16:creationId xmlns:a16="http://schemas.microsoft.com/office/drawing/2014/main" id="{1769E2B3-7D30-494F-8956-2583BA73D9D9}"/>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7A04CBA-5DBC-46B9-A6E1-4CF3A41F5F7C}"/>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BACBC66F-E1C1-42AC-8675-E12DA05126D6}"/>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D2C3EEC5-4B87-4D07-B2E6-BD63AA655946}"/>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43B8B8CA-3EC0-4E35-BC67-D1E6AD5C9F2E}"/>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9D91C928-3480-4692-98FC-625055ADEE6C}"/>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FC3C156-518D-4C22-BDA4-5F35F0583BD2}"/>
              </a:ext>
            </a:extLst>
          </p:cNvPr>
          <p:cNvSpPr>
            <a:spLocks xmlns:a="http://schemas.openxmlformats.org/drawingml/2006/main" noGrp="1"/>
          </p:cNvSpPr>
          <p:nvPr/>
        </p:nvSpPr>
        <p:spPr>
          <a:xfrm xmlns:a="http://schemas.openxmlformats.org/drawingml/2006/main">
            <a:off x="7272338" y="51911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CDC55D47-3A52-4576-9502-B4707D660E08}"/>
              </a:ext>
            </a:extLst>
          </p:cNvPr>
          <p:cNvSpPr>
            <a:spLocks xmlns:a="http://schemas.openxmlformats.org/drawingml/2006/main" noGrp="1"/>
          </p:cNvSpPr>
          <p:nvPr/>
        </p:nvSpPr>
        <p:spPr>
          <a:xfrm xmlns:a="http://schemas.openxmlformats.org/drawingml/2006/main" rot="0">
            <a:off x="7367588" y="51054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業種を絞り、現場統合を開始</a:t>
            </a:r>
          </a:p>
        </p:txBody>
      </p:sp>
      <p:sp>
        <p:nvSpPr>
          <p:cNvPr id="55" name="">
            <a:extLst xmlns:a="http://schemas.openxmlformats.org/drawingml/2006/main">
              <a:ext uri="{FF2B5EF4-FFF2-40B4-BE49-F238E27FC236}">
                <a16:creationId xmlns:a16="http://schemas.microsoft.com/office/drawing/2014/main" id="{7F0468AE-E47A-4C48-B815-2CC717765645}"/>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449840263"/>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95FBA2C-1840-44AD-99CA-380CA825A0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7361F7-BD46-4E95-9043-7751EBB0BE0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F4977807-4799-4F82-93C6-284C9532421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B83FF9-CDB2-457E-8234-7BF6C6A207F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44DB4370-8C0F-46BC-B444-3DF155C68401}"/>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237377-739E-4158-BED0-507DEAC17492}"/>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3EBF8D0F-19B1-4ABF-B2C7-AA0A8BB623C8}"/>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0C1D5FD3-73D8-44A3-90E4-F070D62F7F7E}"/>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0C08F326-080E-411B-B77E-7D3ACCB844DF}"/>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BB89574-2B24-417D-9D35-6A7902727B70}"/>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00A68428-76F6-4E33-A3EE-A2926E47422D}"/>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97FEC841-C5AC-41DB-9C60-F768E6F7EC96}"/>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AF5AEBBA-1D43-4728-9174-F0A6CD1F8987}"/>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6C9FCDCB-BFFB-46EC-8D38-8512C558F352}"/>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8A1DF661-B9CB-476E-9750-788FFDFE4191}"/>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18156CD-CF7B-4ADB-80BC-3029C2BB4F3A}"/>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現場実装先</a:t>
            </a:r>
          </a:p>
        </p:txBody>
      </p:sp>
      <p:sp>
        <p:nvSpPr>
          <p:cNvPr id="17" name="">
            <a:extLst xmlns:a="http://schemas.openxmlformats.org/drawingml/2006/main">
              <a:ext uri="{FF2B5EF4-FFF2-40B4-BE49-F238E27FC236}">
                <a16:creationId xmlns:a16="http://schemas.microsoft.com/office/drawing/2014/main" id="{87A33C7A-BC82-46FE-ADF0-AB330FEBCB9B}"/>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1A549155-B64A-4910-A323-F5E245E1B0C0}"/>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14001E91-2598-43C7-8F5F-697BA326CF0D}"/>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57EF9D63-4EEB-42C2-A1E0-DF3925FC3522}"/>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88096C1F-9310-4ED5-B089-4CC50EBBFBC0}"/>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9C2B888-5FA6-43F1-A874-124222FA5AE7}"/>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現場実装先を拡大</a:t>
            </a:r>
          </a:p>
        </p:txBody>
      </p:sp>
      <p:sp>
        <p:nvSpPr>
          <p:cNvPr id="23" name="">
            <a:extLst xmlns:a="http://schemas.openxmlformats.org/drawingml/2006/main">
              <a:ext uri="{FF2B5EF4-FFF2-40B4-BE49-F238E27FC236}">
                <a16:creationId xmlns:a16="http://schemas.microsoft.com/office/drawing/2014/main" id="{F12FFD2D-C807-4B28-8A7B-F167D8749BE2}"/>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DF08DA08-3055-4BC5-B4EF-E38192845F2B}"/>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作業データ</a:t>
            </a:r>
          </a:p>
        </p:txBody>
      </p:sp>
      <p:sp>
        <p:nvSpPr>
          <p:cNvPr id="25" name="">
            <a:extLst xmlns:a="http://schemas.openxmlformats.org/drawingml/2006/main">
              <a:ext uri="{FF2B5EF4-FFF2-40B4-BE49-F238E27FC236}">
                <a16:creationId xmlns:a16="http://schemas.microsoft.com/office/drawing/2014/main" id="{37C75B62-B149-4A8E-A92F-27544E4E2F4A}"/>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3BFFCC0-B05F-4A8F-BE76-292C0CE6BB8F}"/>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41295D9D-3E18-435A-B0CE-E5AF7A15B38B}"/>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C5C94162-04FE-436F-A946-63E876C499C4}"/>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9F09480C-BDF5-4A64-B642-B919617FF8CC}"/>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DA298201-ADF5-445B-8B38-D5B074298E13}"/>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各現場の作業データを蓄積</a:t>
            </a:r>
          </a:p>
        </p:txBody>
      </p:sp>
      <p:sp>
        <p:nvSpPr>
          <p:cNvPr id="31" name="">
            <a:extLst xmlns:a="http://schemas.openxmlformats.org/drawingml/2006/main">
              <a:ext uri="{FF2B5EF4-FFF2-40B4-BE49-F238E27FC236}">
                <a16:creationId xmlns:a16="http://schemas.microsoft.com/office/drawing/2014/main" id="{88C27BB8-D09E-4E9C-9116-B702BD289112}"/>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31AD798E-DC1A-4A61-845A-FA392A6E2DBC}"/>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33" name="">
            <a:extLst xmlns:a="http://schemas.openxmlformats.org/drawingml/2006/main">
              <a:ext uri="{FF2B5EF4-FFF2-40B4-BE49-F238E27FC236}">
                <a16:creationId xmlns:a16="http://schemas.microsoft.com/office/drawing/2014/main" id="{573F99D5-ABAC-4A94-94FA-5D935C417A21}"/>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1604444-6E52-4D66-9CE9-1FF83BBE7516}"/>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34A696A-CAEC-42FB-BFDA-0DA85C5D4D97}"/>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1BE9CD11-3566-42BD-88D8-84D70F0E7E68}"/>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E0EF233F-F9C2-4E9D-B968-9D24B7841CD5}"/>
              </a:ext>
            </a:extLst>
          </p:cNvPr>
          <p:cNvSpPr>
            <a:spLocks xmlns:a="http://schemas.openxmlformats.org/drawingml/2006/main" noGrp="1"/>
          </p:cNvSpPr>
          <p:nvPr/>
        </p:nvSpPr>
        <p:spPr>
          <a:xfrm xmlns:a="http://schemas.openxmlformats.org/drawingml/2006/main">
            <a:off x="5212556" y="38195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97DE9C0D-3A28-46B6-9DF2-339034169E5E}"/>
              </a:ext>
            </a:extLst>
          </p:cNvPr>
          <p:cNvSpPr>
            <a:spLocks xmlns:a="http://schemas.openxmlformats.org/drawingml/2006/main" noGrp="1"/>
          </p:cNvSpPr>
          <p:nvPr/>
        </p:nvSpPr>
        <p:spPr>
          <a:xfrm xmlns:a="http://schemas.openxmlformats.org/drawingml/2006/main" rot="0">
            <a:off x="5307806" y="37338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現場データをモデル改善へ接続</a:t>
            </a:r>
          </a:p>
        </p:txBody>
      </p:sp>
      <p:sp>
        <p:nvSpPr>
          <p:cNvPr id="39" name="">
            <a:extLst xmlns:a="http://schemas.openxmlformats.org/drawingml/2006/main">
              <a:ext uri="{FF2B5EF4-FFF2-40B4-BE49-F238E27FC236}">
                <a16:creationId xmlns:a16="http://schemas.microsoft.com/office/drawing/2014/main" id="{8D70EE6F-4DB8-4C27-B4E1-046FC863DC7F}"/>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923795D4-01ED-4624-B827-D45DC3227798}"/>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41" name="">
            <a:extLst xmlns:a="http://schemas.openxmlformats.org/drawingml/2006/main">
              <a:ext uri="{FF2B5EF4-FFF2-40B4-BE49-F238E27FC236}">
                <a16:creationId xmlns:a16="http://schemas.microsoft.com/office/drawing/2014/main" id="{E096DDD4-8B07-4D46-BB4C-BFC0E95FBC62}"/>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F4F007DF-9531-4F87-BED6-A19D7769E569}"/>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259822C2-63EB-47C9-9639-5B8148815EE0}"/>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44768C26-4315-479D-9C30-BB6A09B3CDBE}"/>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8A53A98-E97C-44E3-930B-B66679DDE9BE}"/>
              </a:ext>
            </a:extLst>
          </p:cNvPr>
          <p:cNvSpPr>
            <a:spLocks xmlns:a="http://schemas.openxmlformats.org/drawingml/2006/main" noGrp="1"/>
          </p:cNvSpPr>
          <p:nvPr/>
        </p:nvSpPr>
        <p:spPr>
          <a:xfrm xmlns:a="http://schemas.openxmlformats.org/drawingml/2006/main">
            <a:off x="5212556" y="45053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3E4C02B0-DCF9-4A0E-A395-746F89F70BA6}"/>
              </a:ext>
            </a:extLst>
          </p:cNvPr>
          <p:cNvSpPr>
            <a:spLocks xmlns:a="http://schemas.openxmlformats.org/drawingml/2006/main" noGrp="1"/>
          </p:cNvSpPr>
          <p:nvPr/>
        </p:nvSpPr>
        <p:spPr>
          <a:xfrm xmlns:a="http://schemas.openxmlformats.org/drawingml/2006/main" rot="0">
            <a:off x="5307806" y="44196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実機の改善をループへ接続</a:t>
            </a:r>
          </a:p>
        </p:txBody>
      </p:sp>
      <p:sp>
        <p:nvSpPr>
          <p:cNvPr id="47" name="">
            <a:extLst xmlns:a="http://schemas.openxmlformats.org/drawingml/2006/main">
              <a:ext uri="{FF2B5EF4-FFF2-40B4-BE49-F238E27FC236}">
                <a16:creationId xmlns:a16="http://schemas.microsoft.com/office/drawing/2014/main" id="{C95E30AC-A5F2-47C7-91D1-39B3AFEDE5E2}"/>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11AF0A04-6272-4773-B660-97F735620225}"/>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695EE515-2960-4D14-9A4D-F2C935915028}"/>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A1ED7D69-B8D4-4A55-B9EF-7239C374116D}"/>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8A6749C1-AF09-4BB1-AFAA-8FB186774F1F}"/>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D6DCB2F2-08A4-4FE8-A029-DADE2466C5DD}"/>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617D94B4-919A-4142-97DE-D8D8E687FBD4}"/>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3CDC81AF-EF19-4A92-9663-77F5CCFA24EC}"/>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現場を含むフィードバックループを自社で回す</a:t>
            </a:r>
          </a:p>
        </p:txBody>
      </p:sp>
      <p:sp>
        <p:nvSpPr>
          <p:cNvPr id="55" name="">
            <a:extLst xmlns:a="http://schemas.openxmlformats.org/drawingml/2006/main">
              <a:ext uri="{FF2B5EF4-FFF2-40B4-BE49-F238E27FC236}">
                <a16:creationId xmlns:a16="http://schemas.microsoft.com/office/drawing/2014/main" id="{CA30E0D7-2F05-42AA-8A89-78993EEBA166}"/>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第2段階へ移行し、フィジカルAI企業へ転身する</a:t>
            </a:r>
          </a:p>
        </p:txBody>
      </p:sp>
    </p:spTree>
    <p:extLst>
      <p:ext uri="{BB962C8B-B14F-4D97-AF65-F5344CB8AC3E}">
        <p14:creationId xmlns:p14="http://schemas.microsoft.com/office/powerpoint/2010/main" val="122064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2026-09-15T04:18:49.0950000Z</dcterms:created>
  <dcterms:modified xsi:type="dcterms:W3CDTF">2026-09-15T04:18:49.0950000Z</dcterms:modified>
</coreProperties>
</file>