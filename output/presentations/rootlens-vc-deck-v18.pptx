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628c35fdb443b5" /><Relationship Type="http://schemas.openxmlformats.org/officeDocument/2006/relationships/extended-properties" Target="/docProps/app.xml" Id="R0da64e38ffca404e" /><Relationship Type="http://schemas.openxmlformats.org/officeDocument/2006/relationships/officeDocument" Target="/ppt/presentation.xml" Id="R877df213f72a44c0" /></Relationships>
</file>

<file path=ppt/presentation.xml><?xml version="1.0" encoding="utf-8"?>
<p:presentation xmlns:p="http://schemas.openxmlformats.org/presentationml/2006/main">
  <p:sldMasterIdLst>
    <p:sldMasterId xmlns:r="http://schemas.openxmlformats.org/officeDocument/2006/relationships" id="2147483648" r:id="R64fcfd7fbe6640a1"/>
  </p:sldMasterIdLst>
  <p:notesMasterIdLst>
    <p:notesMasterId xmlns:r="http://schemas.openxmlformats.org/officeDocument/2006/relationships" r:id="R6ace5015486d4320"/>
  </p:notesMasterIdLst>
  <p:sldIdLst>
    <p:sldId xmlns:r="http://schemas.openxmlformats.org/officeDocument/2006/relationships" id="256" r:id="Rbd45f8bdbc424f07"/>
    <p:sldId xmlns:r="http://schemas.openxmlformats.org/officeDocument/2006/relationships" id="257" r:id="R49df21033d1c4c04"/>
    <p:sldId xmlns:r="http://schemas.openxmlformats.org/officeDocument/2006/relationships" id="258" r:id="R595d78af55064487"/>
    <p:sldId xmlns:r="http://schemas.openxmlformats.org/officeDocument/2006/relationships" id="259" r:id="Rb72d7d405d4c42e1"/>
    <p:sldId xmlns:r="http://schemas.openxmlformats.org/officeDocument/2006/relationships" id="260" r:id="Rfc0d37614dfe4ca2"/>
    <p:sldId xmlns:r="http://schemas.openxmlformats.org/officeDocument/2006/relationships" id="261" r:id="R259586b85c2e43c8"/>
    <p:sldId xmlns:r="http://schemas.openxmlformats.org/officeDocument/2006/relationships" id="262" r:id="R3dae6d8167674879"/>
    <p:sldId xmlns:r="http://schemas.openxmlformats.org/officeDocument/2006/relationships" id="263" r:id="Rc5ba49c8c6aa428b"/>
    <p:sldId xmlns:r="http://schemas.openxmlformats.org/officeDocument/2006/relationships" id="264" r:id="R07197ca4466b4117"/>
    <p:sldId xmlns:r="http://schemas.openxmlformats.org/officeDocument/2006/relationships" id="265" r:id="R1da04a703fee4946"/>
    <p:sldId xmlns:r="http://schemas.openxmlformats.org/officeDocument/2006/relationships" id="266" r:id="R4d8314ea61364979"/>
    <p:sldId xmlns:r="http://schemas.openxmlformats.org/officeDocument/2006/relationships" id="267" r:id="Ra0171e160f804bd2"/>
    <p:sldId xmlns:r="http://schemas.openxmlformats.org/officeDocument/2006/relationships" id="268" r:id="R5c44807a47424cf6"/>
    <p:sldId xmlns:r="http://schemas.openxmlformats.org/officeDocument/2006/relationships" id="269" r:id="Rf3c66bc78e4e4b7b"/>
    <p:sldId xmlns:r="http://schemas.openxmlformats.org/officeDocument/2006/relationships" id="270" r:id="Ra0f028ae57534c72"/>
    <p:sldId xmlns:r="http://schemas.openxmlformats.org/officeDocument/2006/relationships" id="271" r:id="Rd3c892c750b946f7"/>
    <p:sldId xmlns:r="http://schemas.openxmlformats.org/officeDocument/2006/relationships" id="272" r:id="R09a7f43d92234855"/>
    <p:sldId xmlns:r="http://schemas.openxmlformats.org/officeDocument/2006/relationships" id="273" r:id="R7b57a399f81e42fa"/>
    <p:sldId xmlns:r="http://schemas.openxmlformats.org/officeDocument/2006/relationships" id="274" r:id="R3f7f031cd74c4b8d"/>
    <p:sldId xmlns:r="http://schemas.openxmlformats.org/officeDocument/2006/relationships" id="275" r:id="Rcd7488eeefe14a12"/>
    <p:sldId xmlns:r="http://schemas.openxmlformats.org/officeDocument/2006/relationships" id="276" r:id="R6ff231887813478f"/>
    <p:sldId xmlns:r="http://schemas.openxmlformats.org/officeDocument/2006/relationships" id="277" r:id="R58c1de3c8dfd44bd"/>
    <p:sldId xmlns:r="http://schemas.openxmlformats.org/officeDocument/2006/relationships" id="278" r:id="R3dc47105a6e44d81"/>
    <p:sldId xmlns:r="http://schemas.openxmlformats.org/officeDocument/2006/relationships" id="279" r:id="R9529c109fe58462b"/>
    <p:sldId xmlns:r="http://schemas.openxmlformats.org/officeDocument/2006/relationships" id="280" r:id="R7e637651c27a45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a53f2e241c4a8f" /><Relationship Type="http://schemas.openxmlformats.org/officeDocument/2006/relationships/slideMaster" Target="/ppt/slideMasters/slideMaster1.xml" Id="R64fcfd7fbe6640a1" /><Relationship Type="http://schemas.openxmlformats.org/officeDocument/2006/relationships/notesMaster" Target="/ppt/notesMasters/notesMaster1.xml" Id="R6ace5015486d4320" /><Relationship Type="http://schemas.openxmlformats.org/officeDocument/2006/relationships/presProps" Target="/ppt/presProps.xml" Id="R968bbd93406d4647" /><Relationship Type="http://schemas.openxmlformats.org/officeDocument/2006/relationships/tableStyles" Target="/ppt/tableStyles.xml" Id="Rc644a851cf6045d7" /><Relationship Type="http://schemas.openxmlformats.org/officeDocument/2006/relationships/slide" Target="/ppt/slides/slide1.xml" Id="Rbd45f8bdbc424f07" /><Relationship Type="http://schemas.openxmlformats.org/officeDocument/2006/relationships/slide" Target="/ppt/slides/slide2.xml" Id="R49df21033d1c4c04" /><Relationship Type="http://schemas.openxmlformats.org/officeDocument/2006/relationships/slide" Target="/ppt/slides/slide3.xml" Id="R595d78af55064487" /><Relationship Type="http://schemas.openxmlformats.org/officeDocument/2006/relationships/slide" Target="/ppt/slides/slide4.xml" Id="Rb72d7d405d4c42e1" /><Relationship Type="http://schemas.openxmlformats.org/officeDocument/2006/relationships/slide" Target="/ppt/slides/slide5.xml" Id="Rfc0d37614dfe4ca2" /><Relationship Type="http://schemas.openxmlformats.org/officeDocument/2006/relationships/slide" Target="/ppt/slides/slide6.xml" Id="R259586b85c2e43c8" /><Relationship Type="http://schemas.openxmlformats.org/officeDocument/2006/relationships/slide" Target="/ppt/slides/slide7.xml" Id="R3dae6d8167674879" /><Relationship Type="http://schemas.openxmlformats.org/officeDocument/2006/relationships/slide" Target="/ppt/slides/slide8.xml" Id="Rc5ba49c8c6aa428b" /><Relationship Type="http://schemas.openxmlformats.org/officeDocument/2006/relationships/slide" Target="/ppt/slides/slide9.xml" Id="R07197ca4466b4117" /><Relationship Type="http://schemas.openxmlformats.org/officeDocument/2006/relationships/slide" Target="/ppt/slides/slide10.xml" Id="R1da04a703fee4946" /><Relationship Type="http://schemas.openxmlformats.org/officeDocument/2006/relationships/slide" Target="/ppt/slides/slide11.xml" Id="R4d8314ea61364979" /><Relationship Type="http://schemas.openxmlformats.org/officeDocument/2006/relationships/slide" Target="/ppt/slides/slide12.xml" Id="Ra0171e160f804bd2" /><Relationship Type="http://schemas.openxmlformats.org/officeDocument/2006/relationships/slide" Target="/ppt/slides/slide13.xml" Id="R5c44807a47424cf6" /><Relationship Type="http://schemas.openxmlformats.org/officeDocument/2006/relationships/slide" Target="/ppt/slides/slide14.xml" Id="Rf3c66bc78e4e4b7b" /><Relationship Type="http://schemas.openxmlformats.org/officeDocument/2006/relationships/slide" Target="/ppt/slides/slide15.xml" Id="Ra0f028ae57534c72" /><Relationship Type="http://schemas.openxmlformats.org/officeDocument/2006/relationships/slide" Target="/ppt/slides/slide16.xml" Id="Rd3c892c750b946f7" /><Relationship Type="http://schemas.openxmlformats.org/officeDocument/2006/relationships/slide" Target="/ppt/slides/slide17.xml" Id="R09a7f43d92234855" /><Relationship Type="http://schemas.openxmlformats.org/officeDocument/2006/relationships/slide" Target="/ppt/slides/slide18.xml" Id="R7b57a399f81e42fa" /><Relationship Type="http://schemas.openxmlformats.org/officeDocument/2006/relationships/slide" Target="/ppt/slides/slide19.xml" Id="R3f7f031cd74c4b8d" /><Relationship Type="http://schemas.openxmlformats.org/officeDocument/2006/relationships/slide" Target="/ppt/slides/slide20.xml" Id="Rcd7488eeefe14a12" /><Relationship Type="http://schemas.openxmlformats.org/officeDocument/2006/relationships/slide" Target="/ppt/slides/slide21.xml" Id="R6ff231887813478f" /><Relationship Type="http://schemas.openxmlformats.org/officeDocument/2006/relationships/slide" Target="/ppt/slides/slide22.xml" Id="R58c1de3c8dfd44bd" /><Relationship Type="http://schemas.openxmlformats.org/officeDocument/2006/relationships/slide" Target="/ppt/slides/slide23.xml" Id="R3dc47105a6e44d81" /><Relationship Type="http://schemas.openxmlformats.org/officeDocument/2006/relationships/slide" Target="/ppt/slides/slide24.xml" Id="R9529c109fe58462b" /><Relationship Type="http://schemas.openxmlformats.org/officeDocument/2006/relationships/slide" Target="/ppt/slides/slide25.xml" Id="R7e637651c27a45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bf7f6e554743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b7e37524d348b4" /><Relationship Type="http://schemas.openxmlformats.org/officeDocument/2006/relationships/notesMaster" Target="/ppt/notesMasters/notesMaster1.xml" Id="R714b586ebb1742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ef68ab645246d2" /><Relationship Type="http://schemas.openxmlformats.org/officeDocument/2006/relationships/notesMaster" Target="/ppt/notesMasters/notesMaster1.xml" Id="Rc6e5e371a0674d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d5fa6115bf4ebc" /><Relationship Type="http://schemas.openxmlformats.org/officeDocument/2006/relationships/notesMaster" Target="/ppt/notesMasters/notesMaster1.xml" Id="R7320a24c339446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bd5378582941a4" /><Relationship Type="http://schemas.openxmlformats.org/officeDocument/2006/relationships/notesMaster" Target="/ppt/notesMasters/notesMaster1.xml" Id="Rebfb298dbcec4d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a3cd9d89824aad" /><Relationship Type="http://schemas.openxmlformats.org/officeDocument/2006/relationships/notesMaster" Target="/ppt/notesMasters/notesMaster1.xml" Id="Rff30773c9c9b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3197935c354024" /><Relationship Type="http://schemas.openxmlformats.org/officeDocument/2006/relationships/notesMaster" Target="/ppt/notesMasters/notesMaster1.xml" Id="Rb539038321d441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9d2d7e412a4b50" /><Relationship Type="http://schemas.openxmlformats.org/officeDocument/2006/relationships/notesMaster" Target="/ppt/notesMasters/notesMaster1.xml" Id="R600f043bdb7046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aed92173314b1b" /><Relationship Type="http://schemas.openxmlformats.org/officeDocument/2006/relationships/notesMaster" Target="/ppt/notesMasters/notesMaster1.xml" Id="R39f19ef56d9747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24965865a04675" /><Relationship Type="http://schemas.openxmlformats.org/officeDocument/2006/relationships/notesMaster" Target="/ppt/notesMasters/notesMaster1.xml" Id="Rac1a3a7ee2fe47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05b406c61e4c10" /><Relationship Type="http://schemas.openxmlformats.org/officeDocument/2006/relationships/notesMaster" Target="/ppt/notesMasters/notesMaster1.xml" Id="R7e869901ec4f41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053922a1044ad2" /><Relationship Type="http://schemas.openxmlformats.org/officeDocument/2006/relationships/notesMaster" Target="/ppt/notesMasters/notesMaster1.xml" Id="R6c1b738a1b5449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3eef0d723041bb" /><Relationship Type="http://schemas.openxmlformats.org/officeDocument/2006/relationships/notesMaster" Target="/ppt/notesMasters/notesMaster1.xml" Id="R9a1fc59b3b1d43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06d3a8ff65459d" /><Relationship Type="http://schemas.openxmlformats.org/officeDocument/2006/relationships/notesMaster" Target="/ppt/notesMasters/notesMaster1.xml" Id="Rb4f43ce70f8a464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4715647bbd4547" /><Relationship Type="http://schemas.openxmlformats.org/officeDocument/2006/relationships/notesMaster" Target="/ppt/notesMasters/notesMaster1.xml" Id="Rcee6d7b0df9844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ecb351c3884b64" /><Relationship Type="http://schemas.openxmlformats.org/officeDocument/2006/relationships/notesMaster" Target="/ppt/notesMasters/notesMaster1.xml" Id="R4c79431a58694b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40b4e5721647c6" /><Relationship Type="http://schemas.openxmlformats.org/officeDocument/2006/relationships/notesMaster" Target="/ppt/notesMasters/notesMaster1.xml" Id="Rd2820825b59b4b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86e70aeedd4df1" /><Relationship Type="http://schemas.openxmlformats.org/officeDocument/2006/relationships/notesMaster" Target="/ppt/notesMasters/notesMaster1.xml" Id="Rc208389b06f743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91dda832cc43f3" /><Relationship Type="http://schemas.openxmlformats.org/officeDocument/2006/relationships/notesMaster" Target="/ppt/notesMasters/notesMaster1.xml" Id="Ra4f77508921f41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3d3a3d2f2e4c12" /><Relationship Type="http://schemas.openxmlformats.org/officeDocument/2006/relationships/notesMaster" Target="/ppt/notesMasters/notesMaster1.xml" Id="Rae2324aea3e147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7f992ef7124d6c" /><Relationship Type="http://schemas.openxmlformats.org/officeDocument/2006/relationships/notesMaster" Target="/ppt/notesMasters/notesMaster1.xml" Id="R1e705c8614dd49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c4565de9c8245b5" /><Relationship Type="http://schemas.openxmlformats.org/officeDocument/2006/relationships/notesMaster" Target="/ppt/notesMasters/notesMaster1.xml" Id="Re776d8fb338145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87accb87134c02" /><Relationship Type="http://schemas.openxmlformats.org/officeDocument/2006/relationships/notesMaster" Target="/ppt/notesMasters/notesMaster1.xml" Id="R3dc41d4b32f94c4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fe4ebfbe6fc4e95" /><Relationship Type="http://schemas.openxmlformats.org/officeDocument/2006/relationships/notesMaster" Target="/ppt/notesMasters/notesMaster1.xml" Id="Rd171fa83264240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e49f87a09cb4a01" /><Relationship Type="http://schemas.openxmlformats.org/officeDocument/2006/relationships/notesMaster" Target="/ppt/notesMasters/notesMaster1.xml" Id="R4ca718ca106341b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666191b6fc413d" /><Relationship Type="http://schemas.openxmlformats.org/officeDocument/2006/relationships/notesMaster" Target="/ppt/notesMasters/notesMaster1.xml" Id="R9179b9eb232e4a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を含む運用フローを擦り合わせています。Nextremerは私たちよりロボット実装に近い下流へアプローチできるため、高度なアノテーション付きデータを求める販売先へ届き、より高い単価を狙えます。手数料なしのレベニューシェアなので、私たちは現場開拓とデータ収集に注力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現在4名で活動しています。共同創業者2名に加え、ベーカリーで撮影と運用改善を支える川島健二さん、経営管理・法務・業界ネットワークを支援する大崎操さんが参画しています。</a:t>
            </a:r>
          </a:p>
          <a:p xmlns:a="http://schemas.openxmlformats.org/drawingml/2006/main">
            <a:r>
              <a:t/>
            </a:r>
          </a:p>
          <a:p xmlns:a="http://schemas.openxmlformats.org/drawingml/2006/main">
            <a:r>
              <a:t>公開情報：</a:t>
            </a:r>
          </a:p>
          <a:p xmlns:a="http://schemas.openxmlformats.org/drawingml/2006/main">
            <a:r>
              <a:t>河野瞭人 https://akitozizi818.github.io/portfolio/</a:t>
            </a:r>
          </a:p>
          <a:p xmlns:a="http://schemas.openxmlformats.org/drawingml/2006/main">
            <a:r>
              <a:t>神戸大学卒業研究発表会プログラム https://www.csi.kobe-u.ac.jp/current_students/kyougaku/file/Bprogram20250217.pdf</a:t>
            </a:r>
          </a:p>
          <a:p xmlns:a="http://schemas.openxmlformats.org/drawingml/2006/main">
            <a:r>
              <a:t>関西スーパーマーケットIR https://www.kansaisuper.co.jp/wp-content/uploads/2021/12/irinfo_536.pdf</a:t>
            </a:r>
          </a:p>
          <a:p xmlns:a="http://schemas.openxmlformats.org/drawingml/2006/main">
            <a:r>
              <a:t>箕面デニッシュ合同会社 https://info.gbiz.go.jp/hojin/ichiran?hojinBango=5120903005558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販売単価は1,600円/hを下限とし、売上の50%を現場へ還元します。この試算は同一データを平均1回だけ販売する悲観シナリオです。複数のバイヤーへの販売は含めず、デバイス償却後は1時間あたり約727円です。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は同一データを平均1回だけ販売する悲観シナリオです。月10,000時間を1年間続けると、12万時間のデータ資産が残ります。同一データを平均2回販売できれば月間の会社取り分は1,600万円、3回なら2,400万円です。</a:t>
            </a:r>
          </a:p>
          <a:p xmlns:a="http://schemas.openxmlformats.org/drawingml/2006/main">
            <a:r>
              <a:t/>
            </a:r>
          </a:p>
          <a:p xmlns:a="http://schemas.openxmlformats.org/drawingml/2006/main">
            <a:r>
              <a:t>データは在庫として積み上がり、過去に収集した分も売り続けられます。月ごとの売上だけでなく、累積データ資産の価値がこの事業の重要な性質です。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8aab20693149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f6f089c3fb4779" /><Relationship Type="http://schemas.openxmlformats.org/officeDocument/2006/relationships/slideLayout" Target="/ppt/slideLayouts/slideLayout1.xml" Id="Reb8010f2a8ab4f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8010f2a8ab4f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9d127bf43d458f" /><Relationship Type="http://schemas.openxmlformats.org/officeDocument/2006/relationships/notesSlide" Target="/ppt/notesSlides/notesSlide1.xml" Id="Rabfd8ebb6fe34d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5a623af6b743d0" /><Relationship Type="http://schemas.openxmlformats.org/officeDocument/2006/relationships/notesSlide" Target="/ppt/notesSlides/notesSlide2.xml" Id="Re477ee4c4e0348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1d4e16e16d437f" /><Relationship Type="http://schemas.openxmlformats.org/officeDocument/2006/relationships/notesSlide" Target="/ppt/notesSlides/notesSlide3.xml" Id="R25f4c6b242604d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5b0d539e5a4ab6" /><Relationship Type="http://schemas.openxmlformats.org/officeDocument/2006/relationships/notesSlide" Target="/ppt/notesSlides/notesSlide4.xml" Id="Rb058d057d0bd4e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f5ce63311943e6" /><Relationship Type="http://schemas.openxmlformats.org/officeDocument/2006/relationships/notesSlide" Target="/ppt/notesSlides/notesSlide5.xml" Id="Rb4a697c817734c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38a92f90c94910" /><Relationship Type="http://schemas.openxmlformats.org/officeDocument/2006/relationships/notesSlide" Target="/ppt/notesSlides/notesSlide6.xml" Id="Rf8fa463919da44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19877c43924ebb" /><Relationship Type="http://schemas.openxmlformats.org/officeDocument/2006/relationships/notesSlide" Target="/ppt/notesSlides/notesSlide7.xml" Id="R2f77bc6933174d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c29b729c3b4177" /><Relationship Type="http://schemas.openxmlformats.org/officeDocument/2006/relationships/notesSlide" Target="/ppt/notesSlides/notesSlide8.xml" Id="R8661854b280f4b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49df3c27b14a5b" /><Relationship Type="http://schemas.openxmlformats.org/officeDocument/2006/relationships/notesSlide" Target="/ppt/notesSlides/notesSlide9.xml" Id="Rca7a0cb4e96549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291383744094946" /><Relationship Type="http://schemas.openxmlformats.org/officeDocument/2006/relationships/notesSlide" Target="/ppt/notesSlides/notesSlide10.xml" Id="Re2c0259d7e8646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6a5da4e4ab4c46" /><Relationship Type="http://schemas.openxmlformats.org/officeDocument/2006/relationships/notesSlide" Target="/ppt/notesSlides/notesSlide11.xml" Id="R6e39576622ac410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538142e07d8445c" /><Relationship Type="http://schemas.openxmlformats.org/officeDocument/2006/relationships/notesSlide" Target="/ppt/notesSlides/notesSlide12.xml" Id="R1048c7eb4e9245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3881e7f8ed4aa6" /><Relationship Type="http://schemas.openxmlformats.org/officeDocument/2006/relationships/notesSlide" Target="/ppt/notesSlides/notesSlide13.xml" Id="R14e2a406047145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82b95a0ce24ff0" /><Relationship Type="http://schemas.openxmlformats.org/officeDocument/2006/relationships/notesSlide" Target="/ppt/notesSlides/notesSlide14.xml" Id="Re241e9490b5940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f4e3cd7eed64312" /><Relationship Type="http://schemas.openxmlformats.org/officeDocument/2006/relationships/notesSlide" Target="/ppt/notesSlides/notesSlide15.xml" Id="R30550851a83748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b28ad16448243d5" /><Relationship Type="http://schemas.openxmlformats.org/officeDocument/2006/relationships/notesSlide" Target="/ppt/notesSlides/notesSlide16.xml" Id="Reaed5eabfced41a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c64f1d435d48f8" /><Relationship Type="http://schemas.openxmlformats.org/officeDocument/2006/relationships/image" Target="/ppt/media/image.jpeg" Id="Rb17427152d614be9" /><Relationship Type="http://schemas.openxmlformats.org/officeDocument/2006/relationships/image" Target="/ppt/media/image2.jpeg" Id="R67c7378f61de4356" /><Relationship Type="http://schemas.openxmlformats.org/officeDocument/2006/relationships/image" Target="/ppt/media/image3.jpeg" Id="Re6cfadf093314896" /><Relationship Type="http://schemas.openxmlformats.org/officeDocument/2006/relationships/notesSlide" Target="/ppt/notesSlides/notesSlide17.xml" Id="R378cb4c8a191425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54123247034605" /><Relationship Type="http://schemas.openxmlformats.org/officeDocument/2006/relationships/notesSlide" Target="/ppt/notesSlides/notesSlide18.xml" Id="R3d5cb773a53540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eabeee8afbe42be" /><Relationship Type="http://schemas.openxmlformats.org/officeDocument/2006/relationships/notesSlide" Target="/ppt/notesSlides/notesSlide19.xml" Id="Rb8b27c1ec26340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f0867557eae4b58" /><Relationship Type="http://schemas.openxmlformats.org/officeDocument/2006/relationships/notesSlide" Target="/ppt/notesSlides/notesSlide20.xml" Id="R7dd30d1c31c14a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d7790fa840846cd" /><Relationship Type="http://schemas.openxmlformats.org/officeDocument/2006/relationships/notesSlide" Target="/ppt/notesSlides/notesSlide21.xml" Id="R1463d3f730c74ad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8f6d62d688424e" /><Relationship Type="http://schemas.openxmlformats.org/officeDocument/2006/relationships/notesSlide" Target="/ppt/notesSlides/notesSlide22.xml" Id="R2eebd256f0f5492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e8a6332427c4ffd" /><Relationship Type="http://schemas.openxmlformats.org/officeDocument/2006/relationships/notesSlide" Target="/ppt/notesSlides/notesSlide23.xml" Id="Rd0e7ed5d304a43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73d4d71a8124cb1" /><Relationship Type="http://schemas.openxmlformats.org/officeDocument/2006/relationships/notesSlide" Target="/ppt/notesSlides/notesSlide24.xml" Id="R464007ef871e480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5f03065964d4989" /><Relationship Type="http://schemas.openxmlformats.org/officeDocument/2006/relationships/notesSlide" Target="/ppt/notesSlides/notesSlide25.xml" Id="R9bb1acdebf784897"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F2963A-EB67-4235-8C07-E0F878307F8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ED79C1-03EF-49FD-ABEC-2B099F838976}"/>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7479ED74-10D9-467C-B74E-1AD8EA29F0BC}"/>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2C8B25FF-082A-4AD3-9F45-9BD58207F0BF}"/>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CFFA7C-59A5-4D77-B448-325CE5100CCF}"/>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C834637D-0F74-473F-80B7-B2B22A0EFC38}"/>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195418117"/>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C8C6C1B-AFBD-40BC-A40D-F5259DE5A07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0BB26B-157A-4EF9-B0FC-B3651184A85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3D929172-0548-4BD7-A18A-70FCA6D1E1C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5424121-E45A-4249-8712-66D827E3DC7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E000618D-30E9-4E98-BA49-CCF318E1C407}"/>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8764BE39-55E7-422E-9D5A-22864555836D}"/>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60DA79-A2C8-4AB5-8628-E4BC3ADBFA08}"/>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7BB1DC-0D1C-4E9C-B315-684F177E3DF6}"/>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DE3739E-CFE8-45A2-B700-07076BFB6351}"/>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B40DBFFC-E35C-43B5-A3C2-322D86AA2D90}"/>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5742EACB-7C4A-49F2-AE2C-C6BE28181C85}"/>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7D632305-BE4B-42EC-BEE6-BC71004AA6FC}"/>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4627E226-A314-4F27-8634-9135FFBB495B}"/>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C9D1D933-B67E-4EBB-B74B-A2ED27E0487B}"/>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D3FBC88C-7107-458D-887E-947FBBC825E2}"/>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506C0389-1587-4C7B-BFDF-4B196A8D8B23}"/>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DDAFF73F-69C8-42B1-AEA6-D187DC5A788B}"/>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417D540-A7CB-45D7-B43B-902130B9D63C}"/>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7585903-7B88-420A-B549-E614D962074A}"/>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AF21EAE-C634-4566-8FE6-B0C48252150C}"/>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197EEE4C-C302-495A-851B-EA03A7B01601}"/>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CC6F481C-4274-4006-9979-F91E5E2A33C5}"/>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5E95B46-D2EC-4236-992E-8F73D574F866}"/>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99691CFD-AD94-46A4-8095-0F2BE384C52D}"/>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129DD98A-0C68-44BF-AA32-3F6C2603C73D}"/>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0EC3A1C0-5AFD-4CD4-A9C7-D560C3C13F9C}"/>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6D8C0C75-48C4-4508-A705-6EBDD303CC69}"/>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FCEF223F-B2D7-4F77-93BD-053FA8DE1B47}"/>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16AA3385-0DFD-4A68-B6FE-C763C8DABC53}"/>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EA86A388-F30E-4C19-8C50-4E55E2FDFE52}"/>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DDB6CC67-66D9-42C8-B1F9-E226E058379F}"/>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26CFE1A7-6E3D-469E-BFE6-B0F7B366ECF0}"/>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06370769-1B34-4D44-843C-A4C5260039C6}"/>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DE96FF9E-5666-41A3-B848-E4305A99C0E6}"/>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310227D2-9752-4583-B678-7658F412014B}"/>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CDDFC0C8-3AB9-4D57-A6DD-5215A710BD2B}"/>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457814418"/>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71FE0C-CE55-4CA2-A12B-E05B480FA57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E56A49-CD3B-463A-ACDD-02AD43D22FE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69246C39-BA5C-4C1B-8477-9B487EADF50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19B712-3947-47C4-AB65-B11670E3FE9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A3CAA2F1-AF9B-42EB-89DB-A6A23509333B}"/>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2C0AEC18-2B8D-4DF7-8AC9-32F3331E756E}"/>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4AFFB107-E805-4B51-B5A2-C1CAEBBADA02}"/>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5D996CDA-160B-4718-B43F-BE1911EFD856}"/>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564A43D0-89AE-4CF7-BBDF-84798533319A}"/>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213623F-698E-441F-B6D5-E8D857E8CC30}"/>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87FA8A40-C8B7-4304-BDCC-B8F819BD2052}"/>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B319651A-5423-4C5E-9005-B1753126B018}"/>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959493066"/>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CD1763A-3A5C-41FD-8581-DC50B3445C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201B89-EBB7-41C2-890D-0B0264158C4E}"/>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F8F2CEFE-5C0D-4E87-AD4A-5FFA8ECFBB2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0A1658-0E67-40F4-96EF-FC5EA5F6AF9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62DAC642-C655-4FA7-8F99-F703EAF78381}"/>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D3181761-FE4A-424D-8CD8-451B6FDE7F14}"/>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3BFEF001-885C-4DD3-8CC5-9D5AB5E3F459}"/>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8B07C8-3D24-4303-AAD9-CFAC5B316BA7}"/>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DD9B99E3-AC00-44FC-8BD6-F2C256C6EF6D}"/>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43B4961F-25CB-4139-ABA0-701BFBFD512B}"/>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AF62A8-3EC5-4743-98D1-87FAD6275246}"/>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E7DF7EE6-763A-4627-A4FE-1BAF06398622}"/>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3E0EC860-B963-4F03-8227-648DD4E5EAE2}"/>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7E01E4E-AA53-4E8E-B17F-0361F0D0363B}"/>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597C8BCC-ED0A-47FB-A22E-0E19F861CD2A}"/>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951303339"/>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63668AFF-A0A6-4D3C-B345-9EC419EC41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417CA7-0D00-4D78-89DA-DA01F18F44B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F496DD08-EAD2-4734-9420-A08D7644025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EF2FD8-9BB8-442D-876C-7DF8E9EE2EB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6D4A660E-85E7-4AB1-AA83-F0A27A7B5505}"/>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17092DC7-F23B-43E3-A6A1-5A61CCF6AC90}"/>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877A675-29EC-4A80-BE35-1FB976BA9798}"/>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8CB408-F9A2-4FCE-A51C-072862F9F600}"/>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004D6E-6DC2-4350-9C4E-F8B8A275FFE7}"/>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90C20FC9-CCB3-42F6-8AA7-467B2CDC1680}"/>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C7E80507-A0C6-4E1C-A728-F959345B8489}"/>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A2BBFDBF-3770-478F-8AF7-B289C93B4A2B}"/>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F00E52AF-3F37-48EB-AA1D-8B4EBF2E642B}"/>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2EF8F466-92F6-4B8A-B0DC-A4193C889E95}"/>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ECE31786-110A-4A09-A78C-386AEE2AC5F5}"/>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DCBC6FEF-A523-4E86-B019-C7F87C03DCB5}"/>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D35BCECB-2F84-4A5B-B385-728E49465DC2}"/>
              </a:ext>
            </a:extLst>
          </p:cNvPr>
          <p:cNvSpPr>
            <a:spLocks xmlns:a="http://schemas.openxmlformats.org/drawingml/2006/main" noGrp="1"/>
          </p:cNvSpPr>
          <p:nvPr/>
        </p:nvSpPr>
        <p:spPr>
          <a:xfrm xmlns:a="http://schemas.openxmlformats.org/drawingml/2006/main">
            <a:off x="11029950"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1F32262-5F52-42DD-9A46-97ED93902E43}"/>
              </a:ext>
            </a:extLst>
          </p:cNvPr>
          <p:cNvSpPr>
            <a:spLocks xmlns:a="http://schemas.openxmlformats.org/drawingml/2006/main" noGrp="1"/>
          </p:cNvSpPr>
          <p:nvPr/>
        </p:nvSpPr>
        <p:spPr>
          <a:xfrm xmlns:a="http://schemas.openxmlformats.org/drawingml/2006/main">
            <a:off x="10972800"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3423BA4-94BE-4343-B5AD-53BFD3701D2B}"/>
              </a:ext>
            </a:extLst>
          </p:cNvPr>
          <p:cNvSpPr>
            <a:spLocks xmlns:a="http://schemas.openxmlformats.org/drawingml/2006/main" noGrp="1"/>
          </p:cNvSpPr>
          <p:nvPr/>
        </p:nvSpPr>
        <p:spPr>
          <a:xfrm xmlns:a="http://schemas.openxmlformats.org/drawingml/2006/main">
            <a:off x="10972800"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B8EED58-2C97-4B60-A8C8-6BB83DAE7A6C}"/>
              </a:ext>
            </a:extLst>
          </p:cNvPr>
          <p:cNvSpPr>
            <a:spLocks xmlns:a="http://schemas.openxmlformats.org/drawingml/2006/main" noGrp="1"/>
          </p:cNvSpPr>
          <p:nvPr/>
        </p:nvSpPr>
        <p:spPr>
          <a:xfrm xmlns:a="http://schemas.openxmlformats.org/drawingml/2006/main" rot="5400000">
            <a:off x="10477500" y="373380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315C78"/>
                </a:solidFill>
                <a:latin typeface="Hiragino Sans"/>
                <a:ea typeface="Hiragino Sans"/>
                <a:cs typeface="Hiragino Sans"/>
              </a:defRPr>
            </a:pPr>
            <a:r>
              <a:rPr sz="975"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796AD1A7-0EBF-4C35-A907-3C6461C0A75F}"/>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74F22C6A-FC43-43B3-9172-057F971AAB80}"/>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B524D66-3CF8-492C-99A1-AAB571290F66}"/>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4F9439D8-3447-490A-9043-6D197C3D698D}"/>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B2D9E74-EC91-4C4A-865D-BA32D4C18DFF}"/>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2E56E97-9E8B-4000-9AAE-5EB210F95DD1}"/>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D9DB979-A826-4745-84EA-599BE8D10E84}"/>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D085C7D-EC5B-4D7D-B668-5CBAB21CCD56}"/>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F35BBB9-8BB2-4F1D-9405-82978F93DE58}"/>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CC6369E-E5F2-4F0D-9508-7D0F65698F79}"/>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6E3BEBC-96E4-42C0-A73F-0EC5B156F868}"/>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9BE20E2-16FA-4938-8BBB-D48D124D4613}"/>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409530F-B2FF-44AE-B5A1-6C94AFD025B1}"/>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4685B55-0FD9-426F-A9CA-079ABF68DA2B}"/>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BA8DF33-5AC3-4D5A-8F7C-E5146669B456}"/>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FD04706-08B7-4D7B-A6A4-7BE671073FD2}"/>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54CD16F-99DF-42D4-AD4D-171B1EDAF33B}"/>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9E4A436-0B96-479D-97FA-ACADB7AAB13F}"/>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59FFACE-74A5-4017-97A7-1A173B19E5AB}"/>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2EAC3F3-B7B2-48BE-9746-6D39B534278F}"/>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639F024-1014-480D-88F5-50D47FBA8F44}"/>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38B2CE7-8D8A-4637-84EF-58AC0B479296}"/>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73A5158F-0798-4341-BCFE-7E9168D0F304}"/>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87E7802-2A86-488B-8E3F-D02BE6C2E404}"/>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4FDA9B5-8CC2-4A69-A9B5-951F2DDFD640}"/>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2BC9D1F-272E-4F1C-A058-D9075B322F09}"/>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0BC3CEA-82B7-49AF-BB66-C679AC370D59}"/>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F7F72EA-3409-40E1-8C00-EA0BDD4ECFB9}"/>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D22848C-284C-465A-9422-F009680FBA36}"/>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0DC92AB-F727-40B7-BFFD-4ADFCEF63EDB}"/>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FC577C8A-0543-419F-AE15-B2F448E65881}"/>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8D884A1A-B876-4D92-9BF5-3205001C8FCC}"/>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E35CAA83-434C-4A03-910D-0178EB9953AC}"/>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44C13871-9C65-409C-8C82-815AAC71C037}"/>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277D32B5-5512-45CD-99BD-E7E34748139D}"/>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0C7BA38-A600-4C5E-97ED-BBC454E9E0E0}"/>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6721CEF8-822D-48B3-84C0-370507C9AE67}"/>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7DD3F115-923D-4D97-91E5-D73C7703CCCD}"/>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387D8AB9-1161-45CC-AE54-1FEBB671AFD2}"/>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3D989ED2-35D1-4760-A96A-2EA602C38FA1}"/>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94BD5D1-DDD3-412A-8829-D88CF9E20008}"/>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CED69539-D995-44F7-A148-AFECB2733347}"/>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1FCE54A7-01DA-4CAE-94C4-55AEEBDFB689}"/>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68FCBA04-C13C-40B2-AE17-0765D61B365B}"/>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134744458"/>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CB46E3A8-271C-4C4E-8C42-D2F505D295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7484EE-FF9C-4711-87E1-5D6EE8584D7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9AA5AF9C-F20B-4CEE-A4EE-EB04562F7E3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F2E33D-5E2C-47CD-AD1E-216C7199673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322BEE26-3E93-49B5-A500-9A963FC85FE0}"/>
              </a:ext>
            </a:extLst>
          </p:cNvPr>
          <p:cNvSpPr>
            <a:spLocks xmlns:a="http://schemas.openxmlformats.org/drawingml/2006/main" noGrp="1"/>
          </p:cNvSpPr>
          <p:nvPr/>
        </p:nvSpPr>
        <p:spPr>
          <a:xfrm xmlns:a="http://schemas.openxmlformats.org/drawingml/2006/main">
            <a:off x="1428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ABD81C98-6144-4437-B0A6-29DFCF314A3A}"/>
              </a:ext>
            </a:extLst>
          </p:cNvPr>
          <p:cNvSpPr>
            <a:spLocks xmlns:a="http://schemas.openxmlformats.org/drawingml/2006/main" noGrp="1"/>
          </p:cNvSpPr>
          <p:nvPr/>
        </p:nvSpPr>
        <p:spPr>
          <a:xfrm xmlns:a="http://schemas.openxmlformats.org/drawingml/2006/main" rot="0">
            <a:off x="1562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モデル開発</a:t>
            </a:r>
          </a:p>
        </p:txBody>
      </p:sp>
      <p:sp>
        <p:nvSpPr>
          <p:cNvPr id="7" name="">
            <a:extLst xmlns:a="http://schemas.openxmlformats.org/drawingml/2006/main">
              <a:ext uri="{FF2B5EF4-FFF2-40B4-BE49-F238E27FC236}">
                <a16:creationId xmlns:a16="http://schemas.microsoft.com/office/drawing/2014/main" id="{1D7BA67A-4822-4ADA-ABEF-9B9D90940C11}"/>
              </a:ext>
            </a:extLst>
          </p:cNvPr>
          <p:cNvSpPr>
            <a:spLocks xmlns:a="http://schemas.openxmlformats.org/drawingml/2006/main" noGrp="1"/>
          </p:cNvSpPr>
          <p:nvPr/>
        </p:nvSpPr>
        <p:spPr>
          <a:xfrm xmlns:a="http://schemas.openxmlformats.org/drawingml/2006/main">
            <a:off x="7524750" y="2095500"/>
            <a:ext cx="2667000" cy="781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8" name="">
            <a:extLst xmlns:a="http://schemas.openxmlformats.org/drawingml/2006/main">
              <a:ext uri="{FF2B5EF4-FFF2-40B4-BE49-F238E27FC236}">
                <a16:creationId xmlns:a16="http://schemas.microsoft.com/office/drawing/2014/main" id="{C8A038C1-F677-44AA-92B7-A4224238F933}"/>
              </a:ext>
            </a:extLst>
          </p:cNvPr>
          <p:cNvSpPr>
            <a:spLocks xmlns:a="http://schemas.openxmlformats.org/drawingml/2006/main" noGrp="1"/>
          </p:cNvSpPr>
          <p:nvPr/>
        </p:nvSpPr>
        <p:spPr>
          <a:xfrm xmlns:a="http://schemas.openxmlformats.org/drawingml/2006/main" rot="0">
            <a:off x="7658100" y="2209800"/>
            <a:ext cx="2400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ハードウェア開発</a:t>
            </a:r>
          </a:p>
        </p:txBody>
      </p:sp>
      <p:sp>
        <p:nvSpPr>
          <p:cNvPr id="9" name="">
            <a:extLst xmlns:a="http://schemas.openxmlformats.org/drawingml/2006/main">
              <a:ext uri="{FF2B5EF4-FFF2-40B4-BE49-F238E27FC236}">
                <a16:creationId xmlns:a16="http://schemas.microsoft.com/office/drawing/2014/main" id="{9D00B605-2678-4D23-8FC4-E29B76FEF02A}"/>
              </a:ext>
            </a:extLst>
          </p:cNvPr>
          <p:cNvSpPr>
            <a:spLocks xmlns:a="http://schemas.openxmlformats.org/drawingml/2006/main" noGrp="1"/>
          </p:cNvSpPr>
          <p:nvPr/>
        </p:nvSpPr>
        <p:spPr>
          <a:xfrm xmlns:a="http://schemas.openxmlformats.org/drawingml/2006/main">
            <a:off x="7524750" y="4286250"/>
            <a:ext cx="2667000" cy="8763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0" name="">
            <a:extLst xmlns:a="http://schemas.openxmlformats.org/drawingml/2006/main">
              <a:ext uri="{FF2B5EF4-FFF2-40B4-BE49-F238E27FC236}">
                <a16:creationId xmlns:a16="http://schemas.microsoft.com/office/drawing/2014/main" id="{2F08BB6B-9EC0-4F83-9C8D-DBFBD65CC171}"/>
              </a:ext>
            </a:extLst>
          </p:cNvPr>
          <p:cNvSpPr>
            <a:spLocks xmlns:a="http://schemas.openxmlformats.org/drawingml/2006/main" noGrp="1"/>
          </p:cNvSpPr>
          <p:nvPr/>
        </p:nvSpPr>
        <p:spPr>
          <a:xfrm xmlns:a="http://schemas.openxmlformats.org/drawingml/2006/main" rot="0">
            <a:off x="7658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現場統合</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ロボットが稼働</a:t>
            </a:r>
          </a:p>
        </p:txBody>
      </p:sp>
      <p:sp>
        <p:nvSpPr>
          <p:cNvPr id="11" name="">
            <a:extLst xmlns:a="http://schemas.openxmlformats.org/drawingml/2006/main">
              <a:ext uri="{FF2B5EF4-FFF2-40B4-BE49-F238E27FC236}">
                <a16:creationId xmlns:a16="http://schemas.microsoft.com/office/drawing/2014/main" id="{C21B2582-F200-4668-A47D-1906339D15BF}"/>
              </a:ext>
            </a:extLst>
          </p:cNvPr>
          <p:cNvSpPr>
            <a:spLocks xmlns:a="http://schemas.openxmlformats.org/drawingml/2006/main" noGrp="1"/>
          </p:cNvSpPr>
          <p:nvPr/>
        </p:nvSpPr>
        <p:spPr>
          <a:xfrm xmlns:a="http://schemas.openxmlformats.org/drawingml/2006/main">
            <a:off x="14287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FB155BF-6005-4173-9141-E2F0C968936A}"/>
              </a:ext>
            </a:extLst>
          </p:cNvPr>
          <p:cNvSpPr>
            <a:spLocks xmlns:a="http://schemas.openxmlformats.org/drawingml/2006/main" noGrp="1"/>
          </p:cNvSpPr>
          <p:nvPr/>
        </p:nvSpPr>
        <p:spPr>
          <a:xfrm xmlns:a="http://schemas.openxmlformats.org/drawingml/2006/main">
            <a:off x="14287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B18569-9ABC-43CB-83AB-EA621A644338}"/>
              </a:ext>
            </a:extLst>
          </p:cNvPr>
          <p:cNvSpPr>
            <a:spLocks xmlns:a="http://schemas.openxmlformats.org/drawingml/2006/main" noGrp="1"/>
          </p:cNvSpPr>
          <p:nvPr/>
        </p:nvSpPr>
        <p:spPr>
          <a:xfrm xmlns:a="http://schemas.openxmlformats.org/drawingml/2006/main">
            <a:off x="15906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128553-9F5F-4140-B809-BE02B5DDAA5F}"/>
              </a:ext>
            </a:extLst>
          </p:cNvPr>
          <p:cNvSpPr>
            <a:spLocks xmlns:a="http://schemas.openxmlformats.org/drawingml/2006/main" noGrp="1"/>
          </p:cNvSpPr>
          <p:nvPr/>
        </p:nvSpPr>
        <p:spPr>
          <a:xfrm xmlns:a="http://schemas.openxmlformats.org/drawingml/2006/main">
            <a:off x="15906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F7292E-00D8-4944-8452-3D979D7D2CC0}"/>
              </a:ext>
            </a:extLst>
          </p:cNvPr>
          <p:cNvSpPr>
            <a:spLocks xmlns:a="http://schemas.openxmlformats.org/drawingml/2006/main" noGrp="1"/>
          </p:cNvSpPr>
          <p:nvPr/>
        </p:nvSpPr>
        <p:spPr>
          <a:xfrm xmlns:a="http://schemas.openxmlformats.org/drawingml/2006/main">
            <a:off x="17526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D29B939-7486-4EF0-B96F-79E68583CE9B}"/>
              </a:ext>
            </a:extLst>
          </p:cNvPr>
          <p:cNvSpPr>
            <a:spLocks xmlns:a="http://schemas.openxmlformats.org/drawingml/2006/main" noGrp="1"/>
          </p:cNvSpPr>
          <p:nvPr/>
        </p:nvSpPr>
        <p:spPr>
          <a:xfrm xmlns:a="http://schemas.openxmlformats.org/drawingml/2006/main">
            <a:off x="17526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71D63F6-5866-41F9-A96B-7CED5549CB46}"/>
              </a:ext>
            </a:extLst>
          </p:cNvPr>
          <p:cNvSpPr>
            <a:spLocks xmlns:a="http://schemas.openxmlformats.org/drawingml/2006/main" noGrp="1"/>
          </p:cNvSpPr>
          <p:nvPr/>
        </p:nvSpPr>
        <p:spPr>
          <a:xfrm xmlns:a="http://schemas.openxmlformats.org/drawingml/2006/main">
            <a:off x="19145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FC42EA6-5DFB-4707-A59F-DA71C8B80FDA}"/>
              </a:ext>
            </a:extLst>
          </p:cNvPr>
          <p:cNvSpPr>
            <a:spLocks xmlns:a="http://schemas.openxmlformats.org/drawingml/2006/main" noGrp="1"/>
          </p:cNvSpPr>
          <p:nvPr/>
        </p:nvSpPr>
        <p:spPr>
          <a:xfrm xmlns:a="http://schemas.openxmlformats.org/drawingml/2006/main">
            <a:off x="19145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28E8FE8-DAA4-4BAD-8FE8-4A8EEFCEFEAE}"/>
              </a:ext>
            </a:extLst>
          </p:cNvPr>
          <p:cNvSpPr>
            <a:spLocks xmlns:a="http://schemas.openxmlformats.org/drawingml/2006/main" noGrp="1"/>
          </p:cNvSpPr>
          <p:nvPr/>
        </p:nvSpPr>
        <p:spPr>
          <a:xfrm xmlns:a="http://schemas.openxmlformats.org/drawingml/2006/main">
            <a:off x="20764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F5E674A-F2DC-4997-919F-BAD1DE31DCCF}"/>
              </a:ext>
            </a:extLst>
          </p:cNvPr>
          <p:cNvSpPr>
            <a:spLocks xmlns:a="http://schemas.openxmlformats.org/drawingml/2006/main" noGrp="1"/>
          </p:cNvSpPr>
          <p:nvPr/>
        </p:nvSpPr>
        <p:spPr>
          <a:xfrm xmlns:a="http://schemas.openxmlformats.org/drawingml/2006/main">
            <a:off x="20764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E7C3B1C-D250-4794-93A3-A58578C12E4A}"/>
              </a:ext>
            </a:extLst>
          </p:cNvPr>
          <p:cNvSpPr>
            <a:spLocks xmlns:a="http://schemas.openxmlformats.org/drawingml/2006/main" noGrp="1"/>
          </p:cNvSpPr>
          <p:nvPr/>
        </p:nvSpPr>
        <p:spPr>
          <a:xfrm xmlns:a="http://schemas.openxmlformats.org/drawingml/2006/main">
            <a:off x="22383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71DC5CC-C60B-41F3-AC61-BD069BF31DC0}"/>
              </a:ext>
            </a:extLst>
          </p:cNvPr>
          <p:cNvSpPr>
            <a:spLocks xmlns:a="http://schemas.openxmlformats.org/drawingml/2006/main" noGrp="1"/>
          </p:cNvSpPr>
          <p:nvPr/>
        </p:nvSpPr>
        <p:spPr>
          <a:xfrm xmlns:a="http://schemas.openxmlformats.org/drawingml/2006/main">
            <a:off x="22383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2558A5-BF01-47AD-84A2-0E9EE81DDF37}"/>
              </a:ext>
            </a:extLst>
          </p:cNvPr>
          <p:cNvSpPr>
            <a:spLocks xmlns:a="http://schemas.openxmlformats.org/drawingml/2006/main" noGrp="1"/>
          </p:cNvSpPr>
          <p:nvPr/>
        </p:nvSpPr>
        <p:spPr>
          <a:xfrm xmlns:a="http://schemas.openxmlformats.org/drawingml/2006/main">
            <a:off x="24003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314786F-BBC4-4DD6-A2FC-6A5A4847A819}"/>
              </a:ext>
            </a:extLst>
          </p:cNvPr>
          <p:cNvSpPr>
            <a:spLocks xmlns:a="http://schemas.openxmlformats.org/drawingml/2006/main" noGrp="1"/>
          </p:cNvSpPr>
          <p:nvPr/>
        </p:nvSpPr>
        <p:spPr>
          <a:xfrm xmlns:a="http://schemas.openxmlformats.org/drawingml/2006/main">
            <a:off x="24003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F2B3C6D-8481-4C2B-86B4-A586789F495C}"/>
              </a:ext>
            </a:extLst>
          </p:cNvPr>
          <p:cNvSpPr>
            <a:spLocks xmlns:a="http://schemas.openxmlformats.org/drawingml/2006/main" noGrp="1"/>
          </p:cNvSpPr>
          <p:nvPr/>
        </p:nvSpPr>
        <p:spPr>
          <a:xfrm xmlns:a="http://schemas.openxmlformats.org/drawingml/2006/main">
            <a:off x="25622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0B7C1D0-86A9-499F-9EF9-02D154F7159A}"/>
              </a:ext>
            </a:extLst>
          </p:cNvPr>
          <p:cNvSpPr>
            <a:spLocks xmlns:a="http://schemas.openxmlformats.org/drawingml/2006/main" noGrp="1"/>
          </p:cNvSpPr>
          <p:nvPr/>
        </p:nvSpPr>
        <p:spPr>
          <a:xfrm xmlns:a="http://schemas.openxmlformats.org/drawingml/2006/main">
            <a:off x="25622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F563CD7-F55B-416A-B622-56DEECA82A95}"/>
              </a:ext>
            </a:extLst>
          </p:cNvPr>
          <p:cNvSpPr>
            <a:spLocks xmlns:a="http://schemas.openxmlformats.org/drawingml/2006/main" noGrp="1"/>
          </p:cNvSpPr>
          <p:nvPr/>
        </p:nvSpPr>
        <p:spPr>
          <a:xfrm xmlns:a="http://schemas.openxmlformats.org/drawingml/2006/main">
            <a:off x="27241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BC73B4D-0B4A-482C-B93A-5B650577CB9A}"/>
              </a:ext>
            </a:extLst>
          </p:cNvPr>
          <p:cNvSpPr>
            <a:spLocks xmlns:a="http://schemas.openxmlformats.org/drawingml/2006/main" noGrp="1"/>
          </p:cNvSpPr>
          <p:nvPr/>
        </p:nvSpPr>
        <p:spPr>
          <a:xfrm xmlns:a="http://schemas.openxmlformats.org/drawingml/2006/main">
            <a:off x="27241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D647062-2599-475B-8491-C4E8542387B6}"/>
              </a:ext>
            </a:extLst>
          </p:cNvPr>
          <p:cNvSpPr>
            <a:spLocks xmlns:a="http://schemas.openxmlformats.org/drawingml/2006/main" noGrp="1"/>
          </p:cNvSpPr>
          <p:nvPr/>
        </p:nvSpPr>
        <p:spPr>
          <a:xfrm xmlns:a="http://schemas.openxmlformats.org/drawingml/2006/main">
            <a:off x="28860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2F184B7-B38D-4F40-83B7-83F407233B79}"/>
              </a:ext>
            </a:extLst>
          </p:cNvPr>
          <p:cNvSpPr>
            <a:spLocks xmlns:a="http://schemas.openxmlformats.org/drawingml/2006/main" noGrp="1"/>
          </p:cNvSpPr>
          <p:nvPr/>
        </p:nvSpPr>
        <p:spPr>
          <a:xfrm xmlns:a="http://schemas.openxmlformats.org/drawingml/2006/main">
            <a:off x="28860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5B9E476-6FE4-4EF3-B589-A0C8487866D4}"/>
              </a:ext>
            </a:extLst>
          </p:cNvPr>
          <p:cNvSpPr>
            <a:spLocks xmlns:a="http://schemas.openxmlformats.org/drawingml/2006/main" noGrp="1"/>
          </p:cNvSpPr>
          <p:nvPr/>
        </p:nvSpPr>
        <p:spPr>
          <a:xfrm xmlns:a="http://schemas.openxmlformats.org/drawingml/2006/main">
            <a:off x="30480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EEED69E-F74E-47CA-9DBA-B9B70CD8A50C}"/>
              </a:ext>
            </a:extLst>
          </p:cNvPr>
          <p:cNvSpPr>
            <a:spLocks xmlns:a="http://schemas.openxmlformats.org/drawingml/2006/main" noGrp="1"/>
          </p:cNvSpPr>
          <p:nvPr/>
        </p:nvSpPr>
        <p:spPr>
          <a:xfrm xmlns:a="http://schemas.openxmlformats.org/drawingml/2006/main">
            <a:off x="30480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37C9E30-FE46-4236-B535-4B7E9974E758}"/>
              </a:ext>
            </a:extLst>
          </p:cNvPr>
          <p:cNvSpPr>
            <a:spLocks xmlns:a="http://schemas.openxmlformats.org/drawingml/2006/main" noGrp="1"/>
          </p:cNvSpPr>
          <p:nvPr/>
        </p:nvSpPr>
        <p:spPr>
          <a:xfrm xmlns:a="http://schemas.openxmlformats.org/drawingml/2006/main">
            <a:off x="32099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506B8E2-59F7-4C86-A448-B35E3E58E4A8}"/>
              </a:ext>
            </a:extLst>
          </p:cNvPr>
          <p:cNvSpPr>
            <a:spLocks xmlns:a="http://schemas.openxmlformats.org/drawingml/2006/main" noGrp="1"/>
          </p:cNvSpPr>
          <p:nvPr/>
        </p:nvSpPr>
        <p:spPr>
          <a:xfrm xmlns:a="http://schemas.openxmlformats.org/drawingml/2006/main">
            <a:off x="32099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CAB92F3-CAD6-4748-99B9-35187CF56992}"/>
              </a:ext>
            </a:extLst>
          </p:cNvPr>
          <p:cNvSpPr>
            <a:spLocks xmlns:a="http://schemas.openxmlformats.org/drawingml/2006/main" noGrp="1"/>
          </p:cNvSpPr>
          <p:nvPr/>
        </p:nvSpPr>
        <p:spPr>
          <a:xfrm xmlns:a="http://schemas.openxmlformats.org/drawingml/2006/main">
            <a:off x="337185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6D03CC9-0A52-4FE6-9E8E-C5A8A60D3E5D}"/>
              </a:ext>
            </a:extLst>
          </p:cNvPr>
          <p:cNvSpPr>
            <a:spLocks xmlns:a="http://schemas.openxmlformats.org/drawingml/2006/main" noGrp="1"/>
          </p:cNvSpPr>
          <p:nvPr/>
        </p:nvSpPr>
        <p:spPr>
          <a:xfrm xmlns:a="http://schemas.openxmlformats.org/drawingml/2006/main">
            <a:off x="337185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A5604D0-A26F-48FD-9F40-D0D808EA8546}"/>
              </a:ext>
            </a:extLst>
          </p:cNvPr>
          <p:cNvSpPr>
            <a:spLocks xmlns:a="http://schemas.openxmlformats.org/drawingml/2006/main" noGrp="1"/>
          </p:cNvSpPr>
          <p:nvPr/>
        </p:nvSpPr>
        <p:spPr>
          <a:xfrm xmlns:a="http://schemas.openxmlformats.org/drawingml/2006/main">
            <a:off x="353377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15D8A236-2AC2-4B66-AB75-8F6EEA3C106C}"/>
              </a:ext>
            </a:extLst>
          </p:cNvPr>
          <p:cNvSpPr>
            <a:spLocks xmlns:a="http://schemas.openxmlformats.org/drawingml/2006/main" noGrp="1"/>
          </p:cNvSpPr>
          <p:nvPr/>
        </p:nvSpPr>
        <p:spPr>
          <a:xfrm xmlns:a="http://schemas.openxmlformats.org/drawingml/2006/main">
            <a:off x="353377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26723FD-90B8-4615-803C-58352E6BAADE}"/>
              </a:ext>
            </a:extLst>
          </p:cNvPr>
          <p:cNvSpPr>
            <a:spLocks xmlns:a="http://schemas.openxmlformats.org/drawingml/2006/main" noGrp="1"/>
          </p:cNvSpPr>
          <p:nvPr/>
        </p:nvSpPr>
        <p:spPr>
          <a:xfrm xmlns:a="http://schemas.openxmlformats.org/drawingml/2006/main">
            <a:off x="3695700"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DBC2DF1-F036-409D-B34F-8A71E0DC19C4}"/>
              </a:ext>
            </a:extLst>
          </p:cNvPr>
          <p:cNvSpPr>
            <a:spLocks xmlns:a="http://schemas.openxmlformats.org/drawingml/2006/main" noGrp="1"/>
          </p:cNvSpPr>
          <p:nvPr/>
        </p:nvSpPr>
        <p:spPr>
          <a:xfrm xmlns:a="http://schemas.openxmlformats.org/drawingml/2006/main">
            <a:off x="3695700"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51BBA2D-8F28-4B5D-BD1B-0059E3BCF90B}"/>
              </a:ext>
            </a:extLst>
          </p:cNvPr>
          <p:cNvSpPr>
            <a:spLocks xmlns:a="http://schemas.openxmlformats.org/drawingml/2006/main" noGrp="1"/>
          </p:cNvSpPr>
          <p:nvPr/>
        </p:nvSpPr>
        <p:spPr>
          <a:xfrm xmlns:a="http://schemas.openxmlformats.org/drawingml/2006/main">
            <a:off x="3857625" y="42862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609AAE55-1EA9-4FEF-8E64-545C84C5AB0F}"/>
              </a:ext>
            </a:extLst>
          </p:cNvPr>
          <p:cNvSpPr>
            <a:spLocks xmlns:a="http://schemas.openxmlformats.org/drawingml/2006/main" noGrp="1"/>
          </p:cNvSpPr>
          <p:nvPr/>
        </p:nvSpPr>
        <p:spPr>
          <a:xfrm xmlns:a="http://schemas.openxmlformats.org/drawingml/2006/main">
            <a:off x="3857625" y="514350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84AE50F-0718-4BA1-A2B3-3791843FCED1}"/>
              </a:ext>
            </a:extLst>
          </p:cNvPr>
          <p:cNvSpPr>
            <a:spLocks xmlns:a="http://schemas.openxmlformats.org/drawingml/2006/main" noGrp="1"/>
          </p:cNvSpPr>
          <p:nvPr/>
        </p:nvSpPr>
        <p:spPr>
          <a:xfrm xmlns:a="http://schemas.openxmlformats.org/drawingml/2006/main">
            <a:off x="4019550" y="428625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EF45F45-CD57-4D86-A21D-D9F64C592A6F}"/>
              </a:ext>
            </a:extLst>
          </p:cNvPr>
          <p:cNvSpPr>
            <a:spLocks xmlns:a="http://schemas.openxmlformats.org/drawingml/2006/main" noGrp="1"/>
          </p:cNvSpPr>
          <p:nvPr/>
        </p:nvSpPr>
        <p:spPr>
          <a:xfrm xmlns:a="http://schemas.openxmlformats.org/drawingml/2006/main">
            <a:off x="4019550" y="5143500"/>
            <a:ext cx="762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F8095AA-ACD2-4562-8AA8-82C1636B2D57}"/>
              </a:ext>
            </a:extLst>
          </p:cNvPr>
          <p:cNvSpPr>
            <a:spLocks xmlns:a="http://schemas.openxmlformats.org/drawingml/2006/main" noGrp="1"/>
          </p:cNvSpPr>
          <p:nvPr/>
        </p:nvSpPr>
        <p:spPr>
          <a:xfrm xmlns:a="http://schemas.openxmlformats.org/drawingml/2006/main">
            <a:off x="142875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45133225-4103-4CFC-AE10-61FDE023184C}"/>
              </a:ext>
            </a:extLst>
          </p:cNvPr>
          <p:cNvSpPr>
            <a:spLocks xmlns:a="http://schemas.openxmlformats.org/drawingml/2006/main" noGrp="1"/>
          </p:cNvSpPr>
          <p:nvPr/>
        </p:nvSpPr>
        <p:spPr>
          <a:xfrm xmlns:a="http://schemas.openxmlformats.org/drawingml/2006/main">
            <a:off x="4076700" y="42862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BC65C2F-9C1E-41F0-A996-557AF4DC4BF2}"/>
              </a:ext>
            </a:extLst>
          </p:cNvPr>
          <p:cNvSpPr>
            <a:spLocks xmlns:a="http://schemas.openxmlformats.org/drawingml/2006/main" noGrp="1"/>
          </p:cNvSpPr>
          <p:nvPr/>
        </p:nvSpPr>
        <p:spPr>
          <a:xfrm xmlns:a="http://schemas.openxmlformats.org/drawingml/2006/main">
            <a:off x="142875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60B5F82-5087-49F1-85E6-E31BE282AF99}"/>
              </a:ext>
            </a:extLst>
          </p:cNvPr>
          <p:cNvSpPr>
            <a:spLocks xmlns:a="http://schemas.openxmlformats.org/drawingml/2006/main" noGrp="1"/>
          </p:cNvSpPr>
          <p:nvPr/>
        </p:nvSpPr>
        <p:spPr>
          <a:xfrm xmlns:a="http://schemas.openxmlformats.org/drawingml/2006/main">
            <a:off x="4076700" y="444817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38F9A401-32A6-477F-BF61-C63A28107700}"/>
              </a:ext>
            </a:extLst>
          </p:cNvPr>
          <p:cNvSpPr>
            <a:spLocks xmlns:a="http://schemas.openxmlformats.org/drawingml/2006/main" noGrp="1"/>
          </p:cNvSpPr>
          <p:nvPr/>
        </p:nvSpPr>
        <p:spPr>
          <a:xfrm xmlns:a="http://schemas.openxmlformats.org/drawingml/2006/main">
            <a:off x="142875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61B3BA7-1ED1-4008-A77B-270EE55CB891}"/>
              </a:ext>
            </a:extLst>
          </p:cNvPr>
          <p:cNvSpPr>
            <a:spLocks xmlns:a="http://schemas.openxmlformats.org/drawingml/2006/main" noGrp="1"/>
          </p:cNvSpPr>
          <p:nvPr/>
        </p:nvSpPr>
        <p:spPr>
          <a:xfrm xmlns:a="http://schemas.openxmlformats.org/drawingml/2006/main">
            <a:off x="4076700" y="461010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BA232C9-DC20-4850-B43C-2DDB9F317C9A}"/>
              </a:ext>
            </a:extLst>
          </p:cNvPr>
          <p:cNvSpPr>
            <a:spLocks xmlns:a="http://schemas.openxmlformats.org/drawingml/2006/main" noGrp="1"/>
          </p:cNvSpPr>
          <p:nvPr/>
        </p:nvSpPr>
        <p:spPr>
          <a:xfrm xmlns:a="http://schemas.openxmlformats.org/drawingml/2006/main">
            <a:off x="142875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AF5A84E-BC43-4A75-BA38-CA8EDD651735}"/>
              </a:ext>
            </a:extLst>
          </p:cNvPr>
          <p:cNvSpPr>
            <a:spLocks xmlns:a="http://schemas.openxmlformats.org/drawingml/2006/main" noGrp="1"/>
          </p:cNvSpPr>
          <p:nvPr/>
        </p:nvSpPr>
        <p:spPr>
          <a:xfrm xmlns:a="http://schemas.openxmlformats.org/drawingml/2006/main">
            <a:off x="4076700" y="4772025"/>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19AE1C96-CDA8-4281-8D02-9966717E34E8}"/>
              </a:ext>
            </a:extLst>
          </p:cNvPr>
          <p:cNvSpPr>
            <a:spLocks xmlns:a="http://schemas.openxmlformats.org/drawingml/2006/main" noGrp="1"/>
          </p:cNvSpPr>
          <p:nvPr/>
        </p:nvSpPr>
        <p:spPr>
          <a:xfrm xmlns:a="http://schemas.openxmlformats.org/drawingml/2006/main">
            <a:off x="142875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37AA8147-5F34-421C-B68B-D71D977FE6D9}"/>
              </a:ext>
            </a:extLst>
          </p:cNvPr>
          <p:cNvSpPr>
            <a:spLocks xmlns:a="http://schemas.openxmlformats.org/drawingml/2006/main" noGrp="1"/>
          </p:cNvSpPr>
          <p:nvPr/>
        </p:nvSpPr>
        <p:spPr>
          <a:xfrm xmlns:a="http://schemas.openxmlformats.org/drawingml/2006/main">
            <a:off x="4076700" y="4933950"/>
            <a:ext cx="19050" cy="952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AD36AEC-C287-468D-ABA4-0853A92068CF}"/>
              </a:ext>
            </a:extLst>
          </p:cNvPr>
          <p:cNvSpPr>
            <a:spLocks xmlns:a="http://schemas.openxmlformats.org/drawingml/2006/main" noGrp="1"/>
          </p:cNvSpPr>
          <p:nvPr/>
        </p:nvSpPr>
        <p:spPr>
          <a:xfrm xmlns:a="http://schemas.openxmlformats.org/drawingml/2006/main">
            <a:off x="142875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554A1BF-B81A-47E6-88E2-A7E5B171084B}"/>
              </a:ext>
            </a:extLst>
          </p:cNvPr>
          <p:cNvSpPr>
            <a:spLocks xmlns:a="http://schemas.openxmlformats.org/drawingml/2006/main" noGrp="1"/>
          </p:cNvSpPr>
          <p:nvPr/>
        </p:nvSpPr>
        <p:spPr>
          <a:xfrm xmlns:a="http://schemas.openxmlformats.org/drawingml/2006/main">
            <a:off x="4076700" y="5095875"/>
            <a:ext cx="19050" cy="666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493D868-5F45-4130-965A-2C8A96C93A5E}"/>
              </a:ext>
            </a:extLst>
          </p:cNvPr>
          <p:cNvSpPr>
            <a:spLocks xmlns:a="http://schemas.openxmlformats.org/drawingml/2006/main" noGrp="1"/>
          </p:cNvSpPr>
          <p:nvPr/>
        </p:nvSpPr>
        <p:spPr>
          <a:xfrm xmlns:a="http://schemas.openxmlformats.org/drawingml/2006/main" rot="0">
            <a:off x="1562100" y="4400550"/>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現場で得たデータ</a:t>
            </a:r>
          </a:p>
        </p:txBody>
      </p:sp>
      <p:sp>
        <p:nvSpPr>
          <p:cNvPr id="58" name="">
            <a:extLst xmlns:a="http://schemas.openxmlformats.org/drawingml/2006/main">
              <a:ext uri="{FF2B5EF4-FFF2-40B4-BE49-F238E27FC236}">
                <a16:creationId xmlns:a16="http://schemas.microsoft.com/office/drawing/2014/main" id="{5383D0C3-8F56-4B89-AD50-D33DB4535968}"/>
              </a:ext>
            </a:extLst>
          </p:cNvPr>
          <p:cNvSpPr>
            <a:spLocks xmlns:a="http://schemas.openxmlformats.org/drawingml/2006/main" noGrp="1"/>
          </p:cNvSpPr>
          <p:nvPr/>
        </p:nvSpPr>
        <p:spPr>
          <a:xfrm xmlns:a="http://schemas.openxmlformats.org/drawingml/2006/main">
            <a:off x="4238625" y="24765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B8B6F6EB-E517-4654-8E00-066BCE69752E}"/>
              </a:ext>
            </a:extLst>
          </p:cNvPr>
          <p:cNvSpPr>
            <a:spLocks xmlns:a="http://schemas.openxmlformats.org/drawingml/2006/main" noGrp="1"/>
          </p:cNvSpPr>
          <p:nvPr/>
        </p:nvSpPr>
        <p:spPr>
          <a:xfrm xmlns:a="http://schemas.openxmlformats.org/drawingml/2006/main" rot="5400000">
            <a:off x="7210425" y="24098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0" name="">
            <a:extLst xmlns:a="http://schemas.openxmlformats.org/drawingml/2006/main">
              <a:ext uri="{FF2B5EF4-FFF2-40B4-BE49-F238E27FC236}">
                <a16:creationId xmlns:a16="http://schemas.microsoft.com/office/drawing/2014/main" id="{8FCAFF67-10EA-415A-B157-7A1C912B1BA6}"/>
              </a:ext>
            </a:extLst>
          </p:cNvPr>
          <p:cNvSpPr>
            <a:spLocks xmlns:a="http://schemas.openxmlformats.org/drawingml/2006/main" noGrp="1"/>
          </p:cNvSpPr>
          <p:nvPr/>
        </p:nvSpPr>
        <p:spPr>
          <a:xfrm xmlns:a="http://schemas.openxmlformats.org/drawingml/2006/main">
            <a:off x="8839200" y="3019425"/>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193CED1-A465-4B73-8C45-476806EB0500}"/>
              </a:ext>
            </a:extLst>
          </p:cNvPr>
          <p:cNvSpPr>
            <a:spLocks xmlns:a="http://schemas.openxmlformats.org/drawingml/2006/main" noGrp="1"/>
          </p:cNvSpPr>
          <p:nvPr/>
        </p:nvSpPr>
        <p:spPr>
          <a:xfrm xmlns:a="http://schemas.openxmlformats.org/drawingml/2006/main" rot="10800000">
            <a:off x="8772525" y="39719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2" name="">
            <a:extLst xmlns:a="http://schemas.openxmlformats.org/drawingml/2006/main">
              <a:ext uri="{FF2B5EF4-FFF2-40B4-BE49-F238E27FC236}">
                <a16:creationId xmlns:a16="http://schemas.microsoft.com/office/drawing/2014/main" id="{2FFA0ACD-9D3D-4525-8594-2404BD3471E4}"/>
              </a:ext>
            </a:extLst>
          </p:cNvPr>
          <p:cNvSpPr>
            <a:spLocks xmlns:a="http://schemas.openxmlformats.org/drawingml/2006/main" noGrp="1"/>
          </p:cNvSpPr>
          <p:nvPr/>
        </p:nvSpPr>
        <p:spPr>
          <a:xfrm xmlns:a="http://schemas.openxmlformats.org/drawingml/2006/main">
            <a:off x="4381500" y="4724400"/>
            <a:ext cx="3000375"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3415C6B4-FD8B-49B6-935B-806263FAD763}"/>
              </a:ext>
            </a:extLst>
          </p:cNvPr>
          <p:cNvSpPr>
            <a:spLocks xmlns:a="http://schemas.openxmlformats.org/drawingml/2006/main" noGrp="1"/>
          </p:cNvSpPr>
          <p:nvPr/>
        </p:nvSpPr>
        <p:spPr>
          <a:xfrm xmlns:a="http://schemas.openxmlformats.org/drawingml/2006/main" rot="16200000">
            <a:off x="4238625" y="46577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4" name="">
            <a:extLst xmlns:a="http://schemas.openxmlformats.org/drawingml/2006/main">
              <a:ext uri="{FF2B5EF4-FFF2-40B4-BE49-F238E27FC236}">
                <a16:creationId xmlns:a16="http://schemas.microsoft.com/office/drawing/2014/main" id="{9B6D044B-53C8-4FE7-8EB5-6D229A35A8CB}"/>
              </a:ext>
            </a:extLst>
          </p:cNvPr>
          <p:cNvSpPr>
            <a:spLocks xmlns:a="http://schemas.openxmlformats.org/drawingml/2006/main" noGrp="1"/>
          </p:cNvSpPr>
          <p:nvPr/>
        </p:nvSpPr>
        <p:spPr>
          <a:xfrm xmlns:a="http://schemas.openxmlformats.org/drawingml/2006/main">
            <a:off x="2743200" y="3162300"/>
            <a:ext cx="28575" cy="9810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8C95E153-2659-406E-84C6-871C877AC72C}"/>
              </a:ext>
            </a:extLst>
          </p:cNvPr>
          <p:cNvSpPr>
            <a:spLocks xmlns:a="http://schemas.openxmlformats.org/drawingml/2006/main" noGrp="1"/>
          </p:cNvSpPr>
          <p:nvPr/>
        </p:nvSpPr>
        <p:spPr>
          <a:xfrm xmlns:a="http://schemas.openxmlformats.org/drawingml/2006/main" rot="0">
            <a:off x="2676525" y="3019425"/>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66" name="">
            <a:extLst xmlns:a="http://schemas.openxmlformats.org/drawingml/2006/main">
              <a:ext uri="{FF2B5EF4-FFF2-40B4-BE49-F238E27FC236}">
                <a16:creationId xmlns:a16="http://schemas.microsoft.com/office/drawing/2014/main" id="{7B0B6B4A-8FA6-4FD8-AC21-4FE2A0D7FD9B}"/>
              </a:ext>
            </a:extLst>
          </p:cNvPr>
          <p:cNvSpPr>
            <a:spLocks xmlns:a="http://schemas.openxmlformats.org/drawingml/2006/main" noGrp="1"/>
          </p:cNvSpPr>
          <p:nvPr/>
        </p:nvSpPr>
        <p:spPr>
          <a:xfrm xmlns:a="http://schemas.openxmlformats.org/drawingml/2006/main" rot="0">
            <a:off x="4905375" y="2143125"/>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8646A"/>
                </a:solidFill>
                <a:latin typeface="Hiragino Sans"/>
                <a:ea typeface="Hiragino Sans"/>
                <a:cs typeface="Hiragino Sans"/>
              </a:defRPr>
            </a:pPr>
            <a:r>
              <a:rPr sz="1125" b="0">
                <a:solidFill>
                  <a:srgbClr val="58646A"/>
                </a:solidFill>
                <a:latin typeface="Hiragino Sans"/>
                <a:ea typeface="Hiragino Sans"/>
                <a:cs typeface="Hiragino Sans"/>
              </a:rPr>
              <a:t>モデルを実機へ</a:t>
            </a:r>
          </a:p>
        </p:txBody>
      </p:sp>
      <p:sp>
        <p:nvSpPr>
          <p:cNvPr id="67" name="">
            <a:extLst xmlns:a="http://schemas.openxmlformats.org/drawingml/2006/main">
              <a:ext uri="{FF2B5EF4-FFF2-40B4-BE49-F238E27FC236}">
                <a16:creationId xmlns:a16="http://schemas.microsoft.com/office/drawing/2014/main" id="{E9ECA995-08DD-497F-95F2-100ADC83C520}"/>
              </a:ext>
            </a:extLst>
          </p:cNvPr>
          <p:cNvSpPr>
            <a:spLocks xmlns:a="http://schemas.openxmlformats.org/drawingml/2006/main" noGrp="1"/>
          </p:cNvSpPr>
          <p:nvPr/>
        </p:nvSpPr>
        <p:spPr>
          <a:xfrm xmlns:a="http://schemas.openxmlformats.org/drawingml/2006/main" rot="0">
            <a:off x="4953000" y="347662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稼働そのものが</a:t>
            </a:r>
          </a:p>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データ収集になる</a:t>
            </a:r>
          </a:p>
        </p:txBody>
      </p:sp>
      <p:sp>
        <p:nvSpPr>
          <p:cNvPr id="68" name="">
            <a:extLst xmlns:a="http://schemas.openxmlformats.org/drawingml/2006/main">
              <a:ext uri="{FF2B5EF4-FFF2-40B4-BE49-F238E27FC236}">
                <a16:creationId xmlns:a16="http://schemas.microsoft.com/office/drawing/2014/main" id="{FD0FF93B-89B5-45A2-8A3A-F05833E308E8}"/>
              </a:ext>
            </a:extLst>
          </p:cNvPr>
          <p:cNvSpPr>
            <a:spLocks xmlns:a="http://schemas.openxmlformats.org/drawingml/2006/main" noGrp="1"/>
          </p:cNvSpPr>
          <p:nvPr/>
        </p:nvSpPr>
        <p:spPr>
          <a:xfrm xmlns:a="http://schemas.openxmlformats.org/drawingml/2006/main" rot="0">
            <a:off x="72390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データをモデル改善へ戻す</a:t>
            </a:r>
          </a:p>
        </p:txBody>
      </p:sp>
    </p:spTree>
    <p:extLst>
      <p:ext uri="{BB962C8B-B14F-4D97-AF65-F5344CB8AC3E}">
        <p14:creationId xmlns:p14="http://schemas.microsoft.com/office/powerpoint/2010/main" val="1488445001"/>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02940F1-EBFC-45F2-A597-099E4CA9621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3435FB2-D5C2-4739-818D-7BF0493B56A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B44C2D30-A193-4E2F-B122-1A1A01C0AFF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4122149-69A2-41DB-8C33-1A03794E65E7}"/>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CE4187D0-98AB-4A46-9DC2-61E25F9DAFEB}"/>
              </a:ext>
            </a:extLst>
          </p:cNvPr>
          <p:cNvSpPr>
            <a:spLocks xmlns:a="http://schemas.openxmlformats.org/drawingml/2006/main" noGrp="1"/>
          </p:cNvSpPr>
          <p:nvPr/>
        </p:nvSpPr>
        <p:spPr>
          <a:xfrm xmlns:a="http://schemas.openxmlformats.org/drawingml/2006/main">
            <a:off x="3667125" y="1809750"/>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6" name="">
            <a:extLst xmlns:a="http://schemas.openxmlformats.org/drawingml/2006/main">
              <a:ext uri="{FF2B5EF4-FFF2-40B4-BE49-F238E27FC236}">
                <a16:creationId xmlns:a16="http://schemas.microsoft.com/office/drawing/2014/main" id="{E39317AF-D973-466B-AF73-34853BB0243F}"/>
              </a:ext>
            </a:extLst>
          </p:cNvPr>
          <p:cNvSpPr>
            <a:spLocks xmlns:a="http://schemas.openxmlformats.org/drawingml/2006/main" noGrp="1"/>
          </p:cNvSpPr>
          <p:nvPr/>
        </p:nvSpPr>
        <p:spPr>
          <a:xfrm xmlns:a="http://schemas.openxmlformats.org/drawingml/2006/main" rot="0">
            <a:off x="3800475" y="19240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データ収集・加工</a:t>
            </a:r>
          </a:p>
        </p:txBody>
      </p:sp>
      <p:sp>
        <p:nvSpPr>
          <p:cNvPr id="7" name="">
            <a:extLst xmlns:a="http://schemas.openxmlformats.org/drawingml/2006/main">
              <a:ext uri="{FF2B5EF4-FFF2-40B4-BE49-F238E27FC236}">
                <a16:creationId xmlns:a16="http://schemas.microsoft.com/office/drawing/2014/main" id="{933E2233-7499-4F4B-973B-B85F344B60FD}"/>
              </a:ext>
            </a:extLst>
          </p:cNvPr>
          <p:cNvSpPr>
            <a:spLocks xmlns:a="http://schemas.openxmlformats.org/drawingml/2006/main" noGrp="1"/>
          </p:cNvSpPr>
          <p:nvPr/>
        </p:nvSpPr>
        <p:spPr>
          <a:xfrm xmlns:a="http://schemas.openxmlformats.org/drawingml/2006/main">
            <a:off x="3667125" y="2619375"/>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8" name="">
            <a:extLst xmlns:a="http://schemas.openxmlformats.org/drawingml/2006/main">
              <a:ext uri="{FF2B5EF4-FFF2-40B4-BE49-F238E27FC236}">
                <a16:creationId xmlns:a16="http://schemas.microsoft.com/office/drawing/2014/main" id="{2EAA2C31-89C1-485F-8198-C8A793D3EE4C}"/>
              </a:ext>
            </a:extLst>
          </p:cNvPr>
          <p:cNvSpPr>
            <a:spLocks xmlns:a="http://schemas.openxmlformats.org/drawingml/2006/main" noGrp="1"/>
          </p:cNvSpPr>
          <p:nvPr/>
        </p:nvSpPr>
        <p:spPr>
          <a:xfrm xmlns:a="http://schemas.openxmlformats.org/drawingml/2006/main" rot="0">
            <a:off x="3800475" y="273367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DD37591E-048E-4587-ADF1-9BDC5CFB7F10}"/>
              </a:ext>
            </a:extLst>
          </p:cNvPr>
          <p:cNvSpPr>
            <a:spLocks xmlns:a="http://schemas.openxmlformats.org/drawingml/2006/main" noGrp="1"/>
          </p:cNvSpPr>
          <p:nvPr/>
        </p:nvSpPr>
        <p:spPr>
          <a:xfrm xmlns:a="http://schemas.openxmlformats.org/drawingml/2006/main">
            <a:off x="3667125" y="3429000"/>
            <a:ext cx="40957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0" name="">
            <a:extLst xmlns:a="http://schemas.openxmlformats.org/drawingml/2006/main">
              <a:ext uri="{FF2B5EF4-FFF2-40B4-BE49-F238E27FC236}">
                <a16:creationId xmlns:a16="http://schemas.microsoft.com/office/drawing/2014/main" id="{E04F9072-9AE0-47E2-BE3F-2F0BD2ACD363}"/>
              </a:ext>
            </a:extLst>
          </p:cNvPr>
          <p:cNvSpPr>
            <a:spLocks xmlns:a="http://schemas.openxmlformats.org/drawingml/2006/main" noGrp="1"/>
          </p:cNvSpPr>
          <p:nvPr/>
        </p:nvSpPr>
        <p:spPr>
          <a:xfrm xmlns:a="http://schemas.openxmlformats.org/drawingml/2006/main" rot="0">
            <a:off x="3800475" y="354330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ハードウェア</a:t>
            </a:r>
          </a:p>
        </p:txBody>
      </p:sp>
      <p:sp>
        <p:nvSpPr>
          <p:cNvPr id="11" name="">
            <a:extLst xmlns:a="http://schemas.openxmlformats.org/drawingml/2006/main">
              <a:ext uri="{FF2B5EF4-FFF2-40B4-BE49-F238E27FC236}">
                <a16:creationId xmlns:a16="http://schemas.microsoft.com/office/drawing/2014/main" id="{5CB890A7-9599-4A2E-AB3C-FF683666EE4B}"/>
              </a:ext>
            </a:extLst>
          </p:cNvPr>
          <p:cNvSpPr>
            <a:spLocks xmlns:a="http://schemas.openxmlformats.org/drawingml/2006/main" noGrp="1"/>
          </p:cNvSpPr>
          <p:nvPr/>
        </p:nvSpPr>
        <p:spPr>
          <a:xfrm xmlns:a="http://schemas.openxmlformats.org/drawingml/2006/main">
            <a:off x="3667125" y="4238625"/>
            <a:ext cx="409575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2" name="">
            <a:extLst xmlns:a="http://schemas.openxmlformats.org/drawingml/2006/main">
              <a:ext uri="{FF2B5EF4-FFF2-40B4-BE49-F238E27FC236}">
                <a16:creationId xmlns:a16="http://schemas.microsoft.com/office/drawing/2014/main" id="{F534DBD7-AEA5-4847-A429-C38AD4672448}"/>
              </a:ext>
            </a:extLst>
          </p:cNvPr>
          <p:cNvSpPr>
            <a:spLocks xmlns:a="http://schemas.openxmlformats.org/drawingml/2006/main" noGrp="1"/>
          </p:cNvSpPr>
          <p:nvPr/>
        </p:nvSpPr>
        <p:spPr>
          <a:xfrm xmlns:a="http://schemas.openxmlformats.org/drawingml/2006/main" rot="0">
            <a:off x="3800475" y="4352925"/>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現場統合</a:t>
            </a:r>
          </a:p>
        </p:txBody>
      </p:sp>
      <p:sp>
        <p:nvSpPr>
          <p:cNvPr id="13" name="">
            <a:extLst xmlns:a="http://schemas.openxmlformats.org/drawingml/2006/main">
              <a:ext uri="{FF2B5EF4-FFF2-40B4-BE49-F238E27FC236}">
                <a16:creationId xmlns:a16="http://schemas.microsoft.com/office/drawing/2014/main" id="{C3152C1D-17CE-49E9-9CF1-E4542AF3C0E9}"/>
              </a:ext>
            </a:extLst>
          </p:cNvPr>
          <p:cNvSpPr>
            <a:spLocks xmlns:a="http://schemas.openxmlformats.org/drawingml/2006/main" noGrp="1"/>
          </p:cNvSpPr>
          <p:nvPr/>
        </p:nvSpPr>
        <p:spPr>
          <a:xfrm xmlns:a="http://schemas.openxmlformats.org/drawingml/2006/main">
            <a:off x="3667125" y="5429250"/>
            <a:ext cx="4095750" cy="55245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4" name="">
            <a:extLst xmlns:a="http://schemas.openxmlformats.org/drawingml/2006/main">
              <a:ext uri="{FF2B5EF4-FFF2-40B4-BE49-F238E27FC236}">
                <a16:creationId xmlns:a16="http://schemas.microsoft.com/office/drawing/2014/main" id="{0172B748-8060-47C3-9041-397042F74506}"/>
              </a:ext>
            </a:extLst>
          </p:cNvPr>
          <p:cNvSpPr>
            <a:spLocks xmlns:a="http://schemas.openxmlformats.org/drawingml/2006/main" noGrp="1"/>
          </p:cNvSpPr>
          <p:nvPr/>
        </p:nvSpPr>
        <p:spPr>
          <a:xfrm xmlns:a="http://schemas.openxmlformats.org/drawingml/2006/main" rot="0">
            <a:off x="3800475" y="5543550"/>
            <a:ext cx="3829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FFFFFF"/>
                </a:solidFill>
                <a:latin typeface="Hiragino Sans"/>
                <a:ea typeface="Hiragino Sans"/>
                <a:cs typeface="Hiragino Sans"/>
              </a:defRPr>
            </a:pPr>
            <a:r>
              <a:rPr sz="1500" b="1">
                <a:solidFill>
                  <a:srgbClr val="FFFFFF"/>
                </a:solidFill>
                <a:latin typeface="Hiragino Sans"/>
                <a:ea typeface="Hiragino Sans"/>
                <a:cs typeface="Hiragino Sans"/>
              </a:rPr>
              <a:t>現場</a:t>
            </a:r>
          </a:p>
        </p:txBody>
      </p:sp>
      <p:sp>
        <p:nvSpPr>
          <p:cNvPr id="15" name="">
            <a:extLst xmlns:a="http://schemas.openxmlformats.org/drawingml/2006/main">
              <a:ext uri="{FF2B5EF4-FFF2-40B4-BE49-F238E27FC236}">
                <a16:creationId xmlns:a16="http://schemas.microsoft.com/office/drawing/2014/main" id="{8A83EABF-387D-420E-AACA-05B074A3B0C9}"/>
              </a:ext>
            </a:extLst>
          </p:cNvPr>
          <p:cNvSpPr>
            <a:spLocks xmlns:a="http://schemas.openxmlformats.org/drawingml/2006/main" noGrp="1"/>
          </p:cNvSpPr>
          <p:nvPr/>
        </p:nvSpPr>
        <p:spPr>
          <a:xfrm xmlns:a="http://schemas.openxmlformats.org/drawingml/2006/main">
            <a:off x="5715000" y="4933950"/>
            <a:ext cx="28575" cy="2571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C68B0E9-C0AF-4717-97C8-72415B22766F}"/>
              </a:ext>
            </a:extLst>
          </p:cNvPr>
          <p:cNvSpPr>
            <a:spLocks xmlns:a="http://schemas.openxmlformats.org/drawingml/2006/main" noGrp="1"/>
          </p:cNvSpPr>
          <p:nvPr/>
        </p:nvSpPr>
        <p:spPr>
          <a:xfrm xmlns:a="http://schemas.openxmlformats.org/drawingml/2006/main" rot="10800000">
            <a:off x="5648325" y="51625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7" name="">
            <a:extLst xmlns:a="http://schemas.openxmlformats.org/drawingml/2006/main">
              <a:ext uri="{FF2B5EF4-FFF2-40B4-BE49-F238E27FC236}">
                <a16:creationId xmlns:a16="http://schemas.microsoft.com/office/drawing/2014/main" id="{DC32BB5C-CB01-424E-9239-FF468974BD49}"/>
              </a:ext>
            </a:extLst>
          </p:cNvPr>
          <p:cNvSpPr>
            <a:spLocks xmlns:a="http://schemas.openxmlformats.org/drawingml/2006/main" noGrp="1"/>
          </p:cNvSpPr>
          <p:nvPr/>
        </p:nvSpPr>
        <p:spPr>
          <a:xfrm xmlns:a="http://schemas.openxmlformats.org/drawingml/2006/main">
            <a:off x="7762875" y="2085975"/>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E55F526-B61C-4112-8616-73C562205670}"/>
              </a:ext>
            </a:extLst>
          </p:cNvPr>
          <p:cNvSpPr>
            <a:spLocks xmlns:a="http://schemas.openxmlformats.org/drawingml/2006/main" noGrp="1"/>
          </p:cNvSpPr>
          <p:nvPr/>
        </p:nvSpPr>
        <p:spPr>
          <a:xfrm xmlns:a="http://schemas.openxmlformats.org/drawingml/2006/main">
            <a:off x="9353550" y="2085975"/>
            <a:ext cx="28575" cy="36195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C85E150-7B6B-4F5D-B4E9-C26175570499}"/>
              </a:ext>
            </a:extLst>
          </p:cNvPr>
          <p:cNvSpPr>
            <a:spLocks xmlns:a="http://schemas.openxmlformats.org/drawingml/2006/main" noGrp="1"/>
          </p:cNvSpPr>
          <p:nvPr/>
        </p:nvSpPr>
        <p:spPr>
          <a:xfrm xmlns:a="http://schemas.openxmlformats.org/drawingml/2006/main">
            <a:off x="7762875" y="5676900"/>
            <a:ext cx="16192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6318351-8C11-458D-816E-61676F1F7DBE}"/>
              </a:ext>
            </a:extLst>
          </p:cNvPr>
          <p:cNvSpPr>
            <a:spLocks xmlns:a="http://schemas.openxmlformats.org/drawingml/2006/main" noGrp="1"/>
          </p:cNvSpPr>
          <p:nvPr/>
        </p:nvSpPr>
        <p:spPr>
          <a:xfrm xmlns:a="http://schemas.openxmlformats.org/drawingml/2006/main" rot="16200000">
            <a:off x="7743825" y="5610225"/>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21" name="">
            <a:extLst xmlns:a="http://schemas.openxmlformats.org/drawingml/2006/main">
              <a:ext uri="{FF2B5EF4-FFF2-40B4-BE49-F238E27FC236}">
                <a16:creationId xmlns:a16="http://schemas.microsoft.com/office/drawing/2014/main" id="{423099E4-686A-4A46-AD47-3904424BD4C4}"/>
              </a:ext>
            </a:extLst>
          </p:cNvPr>
          <p:cNvSpPr>
            <a:spLocks xmlns:a="http://schemas.openxmlformats.org/drawingml/2006/main" noGrp="1"/>
          </p:cNvSpPr>
          <p:nvPr/>
        </p:nvSpPr>
        <p:spPr>
          <a:xfrm xmlns:a="http://schemas.openxmlformats.org/drawingml/2006/main" rot="0">
            <a:off x="9572625" y="3190875"/>
            <a:ext cx="161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上流からも</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現場へ直接入る</a:t>
            </a:r>
          </a:p>
        </p:txBody>
      </p:sp>
      <p:sp>
        <p:nvSpPr>
          <p:cNvPr id="22" name="">
            <a:extLst xmlns:a="http://schemas.openxmlformats.org/drawingml/2006/main">
              <a:ext uri="{FF2B5EF4-FFF2-40B4-BE49-F238E27FC236}">
                <a16:creationId xmlns:a16="http://schemas.microsoft.com/office/drawing/2014/main" id="{1A6D2E7F-3C92-41C2-B398-7755EB3E7BDF}"/>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上流のデータ収集と最下流の現場統合が、同じ現場と直接つながる</a:t>
            </a:r>
          </a:p>
        </p:txBody>
      </p:sp>
    </p:spTree>
    <p:extLst>
      <p:ext uri="{BB962C8B-B14F-4D97-AF65-F5344CB8AC3E}">
        <p14:creationId xmlns:p14="http://schemas.microsoft.com/office/powerpoint/2010/main" val="716977139"/>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CD6242-A9C1-426B-A376-EB2DBE09F26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58BF97-04F0-4E56-9209-5422909121F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2D6E1B6D-BCDA-4DB5-854D-437851A76E9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74843E-0B4D-4D53-95CF-C65EA92C09E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A034D2CE-3376-4EDF-8E54-0378AAE52081}"/>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880EEBBF-481E-4775-9C36-CEB98F16963E}"/>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395032-C56F-426C-AEF4-88CC691CB2A1}"/>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483332948"/>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D3BF5B5-A1F8-4A5E-9856-21685900C83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75F1FB-A1B4-410B-93FB-4DAEC943979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347A7929-4613-4B99-ABF9-761C31A9B48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C848B0-17E0-41F3-913A-2230545D1FB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5DC265D9-17D8-4045-9555-0697C7E1997C}"/>
              </a:ext>
            </a:extLst>
          </p:cNvPr>
          <p:cNvSpPr>
            <a:spLocks xmlns:a="http://schemas.openxmlformats.org/drawingml/2006/main" noGrp="1"/>
          </p:cNvSpPr>
          <p:nvPr/>
        </p:nvSpPr>
        <p:spPr>
          <a:xfrm xmlns:a="http://schemas.openxmlformats.org/drawingml/2006/main" rot="0">
            <a:off x="10363200" y="16383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75" b="0">
                <a:solidFill>
                  <a:srgbClr val="58646A"/>
                </a:solidFill>
                <a:latin typeface="Hiragino Sans"/>
                <a:ea typeface="Hiragino Sans"/>
                <a:cs typeface="Hiragino Sans"/>
              </a:defRPr>
            </a:pPr>
            <a:r>
              <a:rPr sz="975" b="0">
                <a:solidFill>
                  <a:srgbClr val="58646A"/>
                </a:solidFill>
                <a:latin typeface="Hiragino Sans"/>
                <a:ea typeface="Hiragino Sans"/>
                <a:cs typeface="Hiragino Sans"/>
              </a:rPr>
              <a:t>概念図</a:t>
            </a:r>
          </a:p>
        </p:txBody>
      </p:sp>
      <p:sp>
        <p:nvSpPr>
          <p:cNvPr id="6" name="">
            <a:extLst xmlns:a="http://schemas.openxmlformats.org/drawingml/2006/main">
              <a:ext uri="{FF2B5EF4-FFF2-40B4-BE49-F238E27FC236}">
                <a16:creationId xmlns:a16="http://schemas.microsoft.com/office/drawing/2014/main" id="{6C71F3E6-7EBF-4238-82C3-6DED4E3B9F45}"/>
              </a:ext>
            </a:extLst>
          </p:cNvPr>
          <p:cNvSpPr>
            <a:spLocks xmlns:a="http://schemas.openxmlformats.org/drawingml/2006/main" noGrp="1"/>
          </p:cNvSpPr>
          <p:nvPr/>
        </p:nvSpPr>
        <p:spPr>
          <a:xfrm xmlns:a="http://schemas.openxmlformats.org/drawingml/2006/main" rot="0">
            <a:off x="895350" y="24765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a:t>
            </a:r>
          </a:p>
        </p:txBody>
      </p:sp>
      <p:sp>
        <p:nvSpPr>
          <p:cNvPr id="7" name="">
            <a:extLst xmlns:a="http://schemas.openxmlformats.org/drawingml/2006/main">
              <a:ext uri="{FF2B5EF4-FFF2-40B4-BE49-F238E27FC236}">
                <a16:creationId xmlns:a16="http://schemas.microsoft.com/office/drawing/2014/main" id="{DA818561-6896-449A-9DDB-9619E3FF5359}"/>
              </a:ext>
            </a:extLst>
          </p:cNvPr>
          <p:cNvSpPr>
            <a:spLocks xmlns:a="http://schemas.openxmlformats.org/drawingml/2006/main" noGrp="1"/>
          </p:cNvSpPr>
          <p:nvPr/>
        </p:nvSpPr>
        <p:spPr>
          <a:xfrm xmlns:a="http://schemas.openxmlformats.org/drawingml/2006/main" rot="0">
            <a:off x="895350" y="2857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接続が進む</a:t>
            </a:r>
          </a:p>
        </p:txBody>
      </p:sp>
      <p:sp>
        <p:nvSpPr>
          <p:cNvPr id="8" name="">
            <a:extLst xmlns:a="http://schemas.openxmlformats.org/drawingml/2006/main">
              <a:ext uri="{FF2B5EF4-FFF2-40B4-BE49-F238E27FC236}">
                <a16:creationId xmlns:a16="http://schemas.microsoft.com/office/drawing/2014/main" id="{CF0F9838-2EDD-4EAB-ABFA-813B5CB260EC}"/>
              </a:ext>
            </a:extLst>
          </p:cNvPr>
          <p:cNvSpPr>
            <a:spLocks xmlns:a="http://schemas.openxmlformats.org/drawingml/2006/main" noGrp="1"/>
          </p:cNvSpPr>
          <p:nvPr/>
        </p:nvSpPr>
        <p:spPr>
          <a:xfrm xmlns:a="http://schemas.openxmlformats.org/drawingml/2006/main">
            <a:off x="3714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212CA2C5-B9E4-4513-B161-CB8D8FC0A293}"/>
              </a:ext>
            </a:extLst>
          </p:cNvPr>
          <p:cNvSpPr>
            <a:spLocks xmlns:a="http://schemas.openxmlformats.org/drawingml/2006/main" noGrp="1"/>
          </p:cNvSpPr>
          <p:nvPr/>
        </p:nvSpPr>
        <p:spPr>
          <a:xfrm xmlns:a="http://schemas.openxmlformats.org/drawingml/2006/main" rot="0">
            <a:off x="3714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C520EAA3-3D9C-425F-AB9B-B512C665848C}"/>
              </a:ext>
            </a:extLst>
          </p:cNvPr>
          <p:cNvSpPr>
            <a:spLocks xmlns:a="http://schemas.openxmlformats.org/drawingml/2006/main" noGrp="1"/>
          </p:cNvSpPr>
          <p:nvPr/>
        </p:nvSpPr>
        <p:spPr>
          <a:xfrm xmlns:a="http://schemas.openxmlformats.org/drawingml/2006/main">
            <a:off x="47625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E76E8488-1178-480F-B860-6236034BA2CB}"/>
              </a:ext>
            </a:extLst>
          </p:cNvPr>
          <p:cNvSpPr>
            <a:spLocks xmlns:a="http://schemas.openxmlformats.org/drawingml/2006/main" noGrp="1"/>
          </p:cNvSpPr>
          <p:nvPr/>
        </p:nvSpPr>
        <p:spPr>
          <a:xfrm xmlns:a="http://schemas.openxmlformats.org/drawingml/2006/main" rot="0">
            <a:off x="4762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2" name="">
            <a:extLst xmlns:a="http://schemas.openxmlformats.org/drawingml/2006/main">
              <a:ext uri="{FF2B5EF4-FFF2-40B4-BE49-F238E27FC236}">
                <a16:creationId xmlns:a16="http://schemas.microsoft.com/office/drawing/2014/main" id="{2938A57B-1489-4CE6-9068-AC7B39DEE4F7}"/>
              </a:ext>
            </a:extLst>
          </p:cNvPr>
          <p:cNvSpPr>
            <a:spLocks xmlns:a="http://schemas.openxmlformats.org/drawingml/2006/main" noGrp="1"/>
          </p:cNvSpPr>
          <p:nvPr/>
        </p:nvSpPr>
        <p:spPr>
          <a:xfrm xmlns:a="http://schemas.openxmlformats.org/drawingml/2006/main">
            <a:off x="58102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DABA4057-6C7C-485E-B1B4-11AE63E00898}"/>
              </a:ext>
            </a:extLst>
          </p:cNvPr>
          <p:cNvSpPr>
            <a:spLocks xmlns:a="http://schemas.openxmlformats.org/drawingml/2006/main" noGrp="1"/>
          </p:cNvSpPr>
          <p:nvPr/>
        </p:nvSpPr>
        <p:spPr>
          <a:xfrm xmlns:a="http://schemas.openxmlformats.org/drawingml/2006/main" rot="0">
            <a:off x="58102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4" name="">
            <a:extLst xmlns:a="http://schemas.openxmlformats.org/drawingml/2006/main">
              <a:ext uri="{FF2B5EF4-FFF2-40B4-BE49-F238E27FC236}">
                <a16:creationId xmlns:a16="http://schemas.microsoft.com/office/drawing/2014/main" id="{35CC816F-45F7-4391-B981-D9AD699C08D6}"/>
              </a:ext>
            </a:extLst>
          </p:cNvPr>
          <p:cNvSpPr>
            <a:spLocks xmlns:a="http://schemas.openxmlformats.org/drawingml/2006/main" noGrp="1"/>
          </p:cNvSpPr>
          <p:nvPr/>
        </p:nvSpPr>
        <p:spPr>
          <a:xfrm xmlns:a="http://schemas.openxmlformats.org/drawingml/2006/main">
            <a:off x="685800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1ABC3E9F-3AC9-40DA-B011-31715C3C4DE4}"/>
              </a:ext>
            </a:extLst>
          </p:cNvPr>
          <p:cNvSpPr>
            <a:spLocks xmlns:a="http://schemas.openxmlformats.org/drawingml/2006/main" noGrp="1"/>
          </p:cNvSpPr>
          <p:nvPr/>
        </p:nvSpPr>
        <p:spPr>
          <a:xfrm xmlns:a="http://schemas.openxmlformats.org/drawingml/2006/main" rot="0">
            <a:off x="68580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6" name="">
            <a:extLst xmlns:a="http://schemas.openxmlformats.org/drawingml/2006/main">
              <a:ext uri="{FF2B5EF4-FFF2-40B4-BE49-F238E27FC236}">
                <a16:creationId xmlns:a16="http://schemas.microsoft.com/office/drawing/2014/main" id="{7E7FE946-02BC-48B5-B6ED-F1AFD1380CBB}"/>
              </a:ext>
            </a:extLst>
          </p:cNvPr>
          <p:cNvSpPr>
            <a:spLocks xmlns:a="http://schemas.openxmlformats.org/drawingml/2006/main" noGrp="1"/>
          </p:cNvSpPr>
          <p:nvPr/>
        </p:nvSpPr>
        <p:spPr>
          <a:xfrm xmlns:a="http://schemas.openxmlformats.org/drawingml/2006/main">
            <a:off x="7905750" y="23812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7" name="">
            <a:extLst xmlns:a="http://schemas.openxmlformats.org/drawingml/2006/main">
              <a:ext uri="{FF2B5EF4-FFF2-40B4-BE49-F238E27FC236}">
                <a16:creationId xmlns:a16="http://schemas.microsoft.com/office/drawing/2014/main" id="{625F7115-EBFD-45F7-9043-46CC2CA9EEF3}"/>
              </a:ext>
            </a:extLst>
          </p:cNvPr>
          <p:cNvSpPr>
            <a:spLocks xmlns:a="http://schemas.openxmlformats.org/drawingml/2006/main" noGrp="1"/>
          </p:cNvSpPr>
          <p:nvPr/>
        </p:nvSpPr>
        <p:spPr>
          <a:xfrm xmlns:a="http://schemas.openxmlformats.org/drawingml/2006/main" rot="0">
            <a:off x="790575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9B2E562A-8DCB-4158-A36E-E9A8C26D27DB}"/>
              </a:ext>
            </a:extLst>
          </p:cNvPr>
          <p:cNvSpPr>
            <a:spLocks xmlns:a="http://schemas.openxmlformats.org/drawingml/2006/main" noGrp="1"/>
          </p:cNvSpPr>
          <p:nvPr/>
        </p:nvSpPr>
        <p:spPr>
          <a:xfrm xmlns:a="http://schemas.openxmlformats.org/drawingml/2006/main">
            <a:off x="8953500" y="23812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9" name="">
            <a:extLst xmlns:a="http://schemas.openxmlformats.org/drawingml/2006/main">
              <a:ext uri="{FF2B5EF4-FFF2-40B4-BE49-F238E27FC236}">
                <a16:creationId xmlns:a16="http://schemas.microsoft.com/office/drawing/2014/main" id="{1ED2D7CE-C204-4E53-855E-2278D65D3C5E}"/>
              </a:ext>
            </a:extLst>
          </p:cNvPr>
          <p:cNvSpPr>
            <a:spLocks xmlns:a="http://schemas.openxmlformats.org/drawingml/2006/main" noGrp="1"/>
          </p:cNvSpPr>
          <p:nvPr/>
        </p:nvSpPr>
        <p:spPr>
          <a:xfrm xmlns:a="http://schemas.openxmlformats.org/drawingml/2006/main" rot="0">
            <a:off x="8953500" y="25527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0" name="">
            <a:extLst xmlns:a="http://schemas.openxmlformats.org/drawingml/2006/main">
              <a:ext uri="{FF2B5EF4-FFF2-40B4-BE49-F238E27FC236}">
                <a16:creationId xmlns:a16="http://schemas.microsoft.com/office/drawing/2014/main" id="{081DA3F9-7690-4023-8576-492DE30535C1}"/>
              </a:ext>
            </a:extLst>
          </p:cNvPr>
          <p:cNvSpPr>
            <a:spLocks xmlns:a="http://schemas.openxmlformats.org/drawingml/2006/main" noGrp="1"/>
          </p:cNvSpPr>
          <p:nvPr/>
        </p:nvSpPr>
        <p:spPr>
          <a:xfrm xmlns:a="http://schemas.openxmlformats.org/drawingml/2006/main" rot="0">
            <a:off x="895350" y="40481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日本</a:t>
            </a:r>
          </a:p>
        </p:txBody>
      </p:sp>
      <p:sp>
        <p:nvSpPr>
          <p:cNvPr id="21" name="">
            <a:extLst xmlns:a="http://schemas.openxmlformats.org/drawingml/2006/main">
              <a:ext uri="{FF2B5EF4-FFF2-40B4-BE49-F238E27FC236}">
                <a16:creationId xmlns:a16="http://schemas.microsoft.com/office/drawing/2014/main" id="{20327B0E-2DBC-487D-A4D4-C5883085AC3B}"/>
              </a:ext>
            </a:extLst>
          </p:cNvPr>
          <p:cNvSpPr>
            <a:spLocks xmlns:a="http://schemas.openxmlformats.org/drawingml/2006/main" noGrp="1"/>
          </p:cNvSpPr>
          <p:nvPr/>
        </p:nvSpPr>
        <p:spPr>
          <a:xfrm xmlns:a="http://schemas.openxmlformats.org/drawingml/2006/main" rot="0">
            <a:off x="895350" y="4429125"/>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まだほとんど</a:t>
            </a:r>
          </a:p>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浸透していない</a:t>
            </a:r>
          </a:p>
        </p:txBody>
      </p:sp>
      <p:sp>
        <p:nvSpPr>
          <p:cNvPr id="22" name="">
            <a:extLst xmlns:a="http://schemas.openxmlformats.org/drawingml/2006/main">
              <a:ext uri="{FF2B5EF4-FFF2-40B4-BE49-F238E27FC236}">
                <a16:creationId xmlns:a16="http://schemas.microsoft.com/office/drawing/2014/main" id="{51366D7B-1C5D-4136-ADF3-AFC7F92ED2FA}"/>
              </a:ext>
            </a:extLst>
          </p:cNvPr>
          <p:cNvSpPr>
            <a:spLocks xmlns:a="http://schemas.openxmlformats.org/drawingml/2006/main" noGrp="1"/>
          </p:cNvSpPr>
          <p:nvPr/>
        </p:nvSpPr>
        <p:spPr>
          <a:xfrm xmlns:a="http://schemas.openxmlformats.org/drawingml/2006/main">
            <a:off x="3714750" y="4095750"/>
            <a:ext cx="55245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23" name="">
            <a:extLst xmlns:a="http://schemas.openxmlformats.org/drawingml/2006/main">
              <a:ext uri="{FF2B5EF4-FFF2-40B4-BE49-F238E27FC236}">
                <a16:creationId xmlns:a16="http://schemas.microsoft.com/office/drawing/2014/main" id="{57889BE4-41FE-49DF-A417-4A8B93C62A2B}"/>
              </a:ext>
            </a:extLst>
          </p:cNvPr>
          <p:cNvSpPr>
            <a:spLocks xmlns:a="http://schemas.openxmlformats.org/drawingml/2006/main" noGrp="1"/>
          </p:cNvSpPr>
          <p:nvPr/>
        </p:nvSpPr>
        <p:spPr>
          <a:xfrm xmlns:a="http://schemas.openxmlformats.org/drawingml/2006/main" rot="0">
            <a:off x="3714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Hiragino Sans"/>
                <a:ea typeface="Hiragino Sans"/>
                <a:cs typeface="Hiragino Sans"/>
              </a:defRPr>
            </a:pPr>
            <a:r>
              <a:rPr sz="975" b="1">
                <a:solidFill>
                  <a:srgbClr val="FFFFFF"/>
                </a:solidFill>
                <a:latin typeface="Hiragino Sans"/>
                <a:ea typeface="Hiragino Sans"/>
                <a:cs typeface="Hiragino Sans"/>
              </a:rPr>
              <a:t>現場</a:t>
            </a:r>
          </a:p>
        </p:txBody>
      </p:sp>
      <p:sp>
        <p:nvSpPr>
          <p:cNvPr id="24" name="">
            <a:extLst xmlns:a="http://schemas.openxmlformats.org/drawingml/2006/main">
              <a:ext uri="{FF2B5EF4-FFF2-40B4-BE49-F238E27FC236}">
                <a16:creationId xmlns:a16="http://schemas.microsoft.com/office/drawing/2014/main" id="{3DCC92FB-37F4-4B92-960A-CA6432208F5D}"/>
              </a:ext>
            </a:extLst>
          </p:cNvPr>
          <p:cNvSpPr>
            <a:spLocks xmlns:a="http://schemas.openxmlformats.org/drawingml/2006/main" noGrp="1"/>
          </p:cNvSpPr>
          <p:nvPr/>
        </p:nvSpPr>
        <p:spPr>
          <a:xfrm xmlns:a="http://schemas.openxmlformats.org/drawingml/2006/main">
            <a:off x="4762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5" name="">
            <a:extLst xmlns:a="http://schemas.openxmlformats.org/drawingml/2006/main">
              <a:ext uri="{FF2B5EF4-FFF2-40B4-BE49-F238E27FC236}">
                <a16:creationId xmlns:a16="http://schemas.microsoft.com/office/drawing/2014/main" id="{39FCBF36-2419-4BAE-99B5-E2923D24E4A2}"/>
              </a:ext>
            </a:extLst>
          </p:cNvPr>
          <p:cNvSpPr>
            <a:spLocks xmlns:a="http://schemas.openxmlformats.org/drawingml/2006/main" noGrp="1"/>
          </p:cNvSpPr>
          <p:nvPr/>
        </p:nvSpPr>
        <p:spPr>
          <a:xfrm xmlns:a="http://schemas.openxmlformats.org/drawingml/2006/main" rot="0">
            <a:off x="4762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6" name="">
            <a:extLst xmlns:a="http://schemas.openxmlformats.org/drawingml/2006/main">
              <a:ext uri="{FF2B5EF4-FFF2-40B4-BE49-F238E27FC236}">
                <a16:creationId xmlns:a16="http://schemas.microsoft.com/office/drawing/2014/main" id="{92D6882E-7153-40D8-951B-09DB7D390ABC}"/>
              </a:ext>
            </a:extLst>
          </p:cNvPr>
          <p:cNvSpPr>
            <a:spLocks xmlns:a="http://schemas.openxmlformats.org/drawingml/2006/main" noGrp="1"/>
          </p:cNvSpPr>
          <p:nvPr/>
        </p:nvSpPr>
        <p:spPr>
          <a:xfrm xmlns:a="http://schemas.openxmlformats.org/drawingml/2006/main">
            <a:off x="58102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7" name="">
            <a:extLst xmlns:a="http://schemas.openxmlformats.org/drawingml/2006/main">
              <a:ext uri="{FF2B5EF4-FFF2-40B4-BE49-F238E27FC236}">
                <a16:creationId xmlns:a16="http://schemas.microsoft.com/office/drawing/2014/main" id="{E0004594-B735-4A68-B3AB-D618D2D9BFFA}"/>
              </a:ext>
            </a:extLst>
          </p:cNvPr>
          <p:cNvSpPr>
            <a:spLocks xmlns:a="http://schemas.openxmlformats.org/drawingml/2006/main" noGrp="1"/>
          </p:cNvSpPr>
          <p:nvPr/>
        </p:nvSpPr>
        <p:spPr>
          <a:xfrm xmlns:a="http://schemas.openxmlformats.org/drawingml/2006/main" rot="0">
            <a:off x="58102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28" name="">
            <a:extLst xmlns:a="http://schemas.openxmlformats.org/drawingml/2006/main">
              <a:ext uri="{FF2B5EF4-FFF2-40B4-BE49-F238E27FC236}">
                <a16:creationId xmlns:a16="http://schemas.microsoft.com/office/drawing/2014/main" id="{BF71876D-953C-48F7-8627-D0309E97269E}"/>
              </a:ext>
            </a:extLst>
          </p:cNvPr>
          <p:cNvSpPr>
            <a:spLocks xmlns:a="http://schemas.openxmlformats.org/drawingml/2006/main" noGrp="1"/>
          </p:cNvSpPr>
          <p:nvPr/>
        </p:nvSpPr>
        <p:spPr>
          <a:xfrm xmlns:a="http://schemas.openxmlformats.org/drawingml/2006/main">
            <a:off x="68580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29" name="">
            <a:extLst xmlns:a="http://schemas.openxmlformats.org/drawingml/2006/main">
              <a:ext uri="{FF2B5EF4-FFF2-40B4-BE49-F238E27FC236}">
                <a16:creationId xmlns:a16="http://schemas.microsoft.com/office/drawing/2014/main" id="{343D5664-EF52-42AC-A929-EAC5AC629648}"/>
              </a:ext>
            </a:extLst>
          </p:cNvPr>
          <p:cNvSpPr>
            <a:spLocks xmlns:a="http://schemas.openxmlformats.org/drawingml/2006/main" noGrp="1"/>
          </p:cNvSpPr>
          <p:nvPr/>
        </p:nvSpPr>
        <p:spPr>
          <a:xfrm xmlns:a="http://schemas.openxmlformats.org/drawingml/2006/main" rot="0">
            <a:off x="68580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0" name="">
            <a:extLst xmlns:a="http://schemas.openxmlformats.org/drawingml/2006/main">
              <a:ext uri="{FF2B5EF4-FFF2-40B4-BE49-F238E27FC236}">
                <a16:creationId xmlns:a16="http://schemas.microsoft.com/office/drawing/2014/main" id="{586FBBAB-CFD8-4095-BA6C-1D09C05BD63D}"/>
              </a:ext>
            </a:extLst>
          </p:cNvPr>
          <p:cNvSpPr>
            <a:spLocks xmlns:a="http://schemas.openxmlformats.org/drawingml/2006/main" noGrp="1"/>
          </p:cNvSpPr>
          <p:nvPr/>
        </p:nvSpPr>
        <p:spPr>
          <a:xfrm xmlns:a="http://schemas.openxmlformats.org/drawingml/2006/main">
            <a:off x="790575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1" name="">
            <a:extLst xmlns:a="http://schemas.openxmlformats.org/drawingml/2006/main">
              <a:ext uri="{FF2B5EF4-FFF2-40B4-BE49-F238E27FC236}">
                <a16:creationId xmlns:a16="http://schemas.microsoft.com/office/drawing/2014/main" id="{B69D223A-6A29-4A0B-BE3D-91B618A01A6E}"/>
              </a:ext>
            </a:extLst>
          </p:cNvPr>
          <p:cNvSpPr>
            <a:spLocks xmlns:a="http://schemas.openxmlformats.org/drawingml/2006/main" noGrp="1"/>
          </p:cNvSpPr>
          <p:nvPr/>
        </p:nvSpPr>
        <p:spPr>
          <a:xfrm xmlns:a="http://schemas.openxmlformats.org/drawingml/2006/main" rot="0">
            <a:off x="790575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2" name="">
            <a:extLst xmlns:a="http://schemas.openxmlformats.org/drawingml/2006/main">
              <a:ext uri="{FF2B5EF4-FFF2-40B4-BE49-F238E27FC236}">
                <a16:creationId xmlns:a16="http://schemas.microsoft.com/office/drawing/2014/main" id="{44A9B44E-A6FA-496F-AF00-581DE92EBC6F}"/>
              </a:ext>
            </a:extLst>
          </p:cNvPr>
          <p:cNvSpPr>
            <a:spLocks xmlns:a="http://schemas.openxmlformats.org/drawingml/2006/main" noGrp="1"/>
          </p:cNvSpPr>
          <p:nvPr/>
        </p:nvSpPr>
        <p:spPr>
          <a:xfrm xmlns:a="http://schemas.openxmlformats.org/drawingml/2006/main">
            <a:off x="8953500" y="4095750"/>
            <a:ext cx="552450" cy="55245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33" name="">
            <a:extLst xmlns:a="http://schemas.openxmlformats.org/drawingml/2006/main">
              <a:ext uri="{FF2B5EF4-FFF2-40B4-BE49-F238E27FC236}">
                <a16:creationId xmlns:a16="http://schemas.microsoft.com/office/drawing/2014/main" id="{9F065CC1-0D6D-4681-A71A-921DC6ED5D7E}"/>
              </a:ext>
            </a:extLst>
          </p:cNvPr>
          <p:cNvSpPr>
            <a:spLocks xmlns:a="http://schemas.openxmlformats.org/drawingml/2006/main" noGrp="1"/>
          </p:cNvSpPr>
          <p:nvPr/>
        </p:nvSpPr>
        <p:spPr>
          <a:xfrm xmlns:a="http://schemas.openxmlformats.org/drawingml/2006/main" rot="0">
            <a:off x="8953500" y="4267200"/>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現場</a:t>
            </a:r>
          </a:p>
        </p:txBody>
      </p:sp>
      <p:sp>
        <p:nvSpPr>
          <p:cNvPr id="34" name="">
            <a:extLst xmlns:a="http://schemas.openxmlformats.org/drawingml/2006/main">
              <a:ext uri="{FF2B5EF4-FFF2-40B4-BE49-F238E27FC236}">
                <a16:creationId xmlns:a16="http://schemas.microsoft.com/office/drawing/2014/main" id="{CEE1CABF-7179-4821-8CCF-3A67AE8A51E9}"/>
              </a:ext>
            </a:extLst>
          </p:cNvPr>
          <p:cNvSpPr>
            <a:spLocks xmlns:a="http://schemas.openxmlformats.org/drawingml/2006/main" noGrp="1"/>
          </p:cNvSpPr>
          <p:nvPr/>
        </p:nvSpPr>
        <p:spPr>
          <a:xfrm xmlns:a="http://schemas.openxmlformats.org/drawingml/2006/main">
            <a:off x="3143250" y="3381375"/>
            <a:ext cx="72390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484375C-2F3B-4CA0-A654-FCE41E8CA804}"/>
              </a:ext>
            </a:extLst>
          </p:cNvPr>
          <p:cNvSpPr>
            <a:spLocks xmlns:a="http://schemas.openxmlformats.org/drawingml/2006/main" noGrp="1"/>
          </p:cNvSpPr>
          <p:nvPr/>
        </p:nvSpPr>
        <p:spPr>
          <a:xfrm xmlns:a="http://schemas.openxmlformats.org/drawingml/2006/main" rot="0">
            <a:off x="3143250" y="51435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一つの現場が複数社と契約する負担は大きい</a:t>
            </a:r>
          </a:p>
        </p:txBody>
      </p:sp>
      <p:sp>
        <p:nvSpPr>
          <p:cNvPr id="36" name="">
            <a:extLst xmlns:a="http://schemas.openxmlformats.org/drawingml/2006/main">
              <a:ext uri="{FF2B5EF4-FFF2-40B4-BE49-F238E27FC236}">
                <a16:creationId xmlns:a16="http://schemas.microsoft.com/office/drawing/2014/main" id="{EED6854C-78B1-4052-BD8B-02923A742BA4}"/>
              </a:ext>
            </a:extLst>
          </p:cNvPr>
          <p:cNvSpPr>
            <a:spLocks xmlns:a="http://schemas.openxmlformats.org/drawingml/2006/main" noGrp="1"/>
          </p:cNvSpPr>
          <p:nvPr/>
        </p:nvSpPr>
        <p:spPr>
          <a:xfrm xmlns:a="http://schemas.openxmlformats.org/drawingml/2006/main" rot="0">
            <a:off x="3143250" y="55721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撮影機材の管理　　スタッフへの説明　　プライバシーに関する合意</a:t>
            </a:r>
          </a:p>
        </p:txBody>
      </p:sp>
      <p:sp>
        <p:nvSpPr>
          <p:cNvPr id="37" name="">
            <a:extLst xmlns:a="http://schemas.openxmlformats.org/drawingml/2006/main">
              <a:ext uri="{FF2B5EF4-FFF2-40B4-BE49-F238E27FC236}">
                <a16:creationId xmlns:a16="http://schemas.microsoft.com/office/drawing/2014/main" id="{09B2D627-808B-4B98-8DF1-30E706364B7E}"/>
              </a:ext>
            </a:extLst>
          </p:cNvPr>
          <p:cNvSpPr>
            <a:spLocks xmlns:a="http://schemas.openxmlformats.org/drawingml/2006/main" noGrp="1"/>
          </p:cNvSpPr>
          <p:nvPr/>
        </p:nvSpPr>
        <p:spPr>
          <a:xfrm xmlns:a="http://schemas.openxmlformats.org/drawingml/2006/main" rot="0">
            <a:off x="72390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315C78"/>
                </a:solidFill>
                <a:latin typeface="Hiragino Sans"/>
                <a:ea typeface="Hiragino Sans"/>
                <a:cs typeface="Hiragino Sans"/>
              </a:defRPr>
            </a:pPr>
            <a:r>
              <a:rPr sz="1425" b="1">
                <a:solidFill>
                  <a:srgbClr val="315C78"/>
                </a:solidFill>
                <a:latin typeface="Hiragino Sans"/>
                <a:ea typeface="Hiragino Sans"/>
                <a:cs typeface="Hiragino Sans"/>
              </a:rPr>
              <a:t>先に多くの現場とつながることが重要になる</a:t>
            </a:r>
          </a:p>
        </p:txBody>
      </p:sp>
    </p:spTree>
    <p:extLst>
      <p:ext uri="{BB962C8B-B14F-4D97-AF65-F5344CB8AC3E}">
        <p14:creationId xmlns:p14="http://schemas.microsoft.com/office/powerpoint/2010/main" val="60653282"/>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951E8E5-4C8C-44A0-9347-1A546F7F3C4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BA827D-3E7B-40FD-9683-045DDFD46E6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現場ネットワークは、時間とともに参入障壁になる</a:t>
            </a:r>
          </a:p>
        </p:txBody>
      </p:sp>
      <p:sp>
        <p:nvSpPr>
          <p:cNvPr id="3" name="">
            <a:extLst xmlns:a="http://schemas.openxmlformats.org/drawingml/2006/main">
              <a:ext uri="{FF2B5EF4-FFF2-40B4-BE49-F238E27FC236}">
                <a16:creationId xmlns:a16="http://schemas.microsoft.com/office/drawing/2014/main" id="{E7071A26-20CB-4031-9475-8E01E5315AE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37C572-1E03-4A63-81A8-F804AC54D6C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9FF50C3B-92A6-423B-B267-10D3EDE22C0B}"/>
              </a:ext>
            </a:extLst>
          </p:cNvPr>
          <p:cNvSpPr>
            <a:spLocks xmlns:a="http://schemas.openxmlformats.org/drawingml/2006/main" noGrp="1"/>
          </p:cNvSpPr>
          <p:nvPr/>
        </p:nvSpPr>
        <p:spPr>
          <a:xfrm xmlns:a="http://schemas.openxmlformats.org/drawingml/2006/main" rot="0">
            <a:off x="762000" y="56769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時間と現場数</a:t>
            </a:r>
          </a:p>
        </p:txBody>
      </p:sp>
      <p:sp>
        <p:nvSpPr>
          <p:cNvPr id="6" name="">
            <a:extLst xmlns:a="http://schemas.openxmlformats.org/drawingml/2006/main">
              <a:ext uri="{FF2B5EF4-FFF2-40B4-BE49-F238E27FC236}">
                <a16:creationId xmlns:a16="http://schemas.microsoft.com/office/drawing/2014/main" id="{11AF7BE9-CC5B-4B52-9944-DD50559014A8}"/>
              </a:ext>
            </a:extLst>
          </p:cNvPr>
          <p:cNvSpPr>
            <a:spLocks xmlns:a="http://schemas.openxmlformats.org/drawingml/2006/main" noGrp="1"/>
          </p:cNvSpPr>
          <p:nvPr/>
        </p:nvSpPr>
        <p:spPr>
          <a:xfrm xmlns:a="http://schemas.openxmlformats.org/drawingml/2006/main">
            <a:off x="2095500" y="5791200"/>
            <a:ext cx="7572375" cy="19050"/>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481031-3E6B-4DE7-AF16-5CA170610810}"/>
              </a:ext>
            </a:extLst>
          </p:cNvPr>
          <p:cNvSpPr>
            <a:spLocks xmlns:a="http://schemas.openxmlformats.org/drawingml/2006/main" noGrp="1"/>
          </p:cNvSpPr>
          <p:nvPr/>
        </p:nvSpPr>
        <p:spPr>
          <a:xfrm xmlns:a="http://schemas.openxmlformats.org/drawingml/2006/main" rot="5400000">
            <a:off x="9639300" y="5724525"/>
            <a:ext cx="171450" cy="161925"/>
          </a:xfrm>
          <a:prstGeom xmlns:a="http://schemas.openxmlformats.org/drawingml/2006/main" prst="triangle">
            <a:avLst/>
          </a:prstGeom>
          <a:solidFill xmlns:a="http://schemas.openxmlformats.org/drawingml/2006/main">
            <a:srgbClr val="AAB6BC"/>
          </a:solidFill>
          <a:ln xmlns:a="http://schemas.openxmlformats.org/drawingml/2006/main" w="0">
            <a:solidFill>
              <a:srgbClr val="AAB6BC"/>
            </a:solidFill>
          </a:ln>
        </p:spPr>
      </p:sp>
      <p:sp>
        <p:nvSpPr>
          <p:cNvPr id="8" name="">
            <a:extLst xmlns:a="http://schemas.openxmlformats.org/drawingml/2006/main">
              <a:ext uri="{FF2B5EF4-FFF2-40B4-BE49-F238E27FC236}">
                <a16:creationId xmlns:a16="http://schemas.microsoft.com/office/drawing/2014/main" id="{0C0BA520-43E3-4584-A66D-C222E39AA242}"/>
              </a:ext>
            </a:extLst>
          </p:cNvPr>
          <p:cNvSpPr>
            <a:spLocks xmlns:a="http://schemas.openxmlformats.org/drawingml/2006/main" noGrp="1"/>
          </p:cNvSpPr>
          <p:nvPr/>
        </p:nvSpPr>
        <p:spPr>
          <a:xfrm xmlns:a="http://schemas.openxmlformats.org/drawingml/2006/main">
            <a:off x="2381250" y="4905375"/>
            <a:ext cx="6667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9" name="">
            <a:extLst xmlns:a="http://schemas.openxmlformats.org/drawingml/2006/main">
              <a:ext uri="{FF2B5EF4-FFF2-40B4-BE49-F238E27FC236}">
                <a16:creationId xmlns:a16="http://schemas.microsoft.com/office/drawing/2014/main" id="{06819955-A2D5-4ACD-8313-96EF39AD4F54}"/>
              </a:ext>
            </a:extLst>
          </p:cNvPr>
          <p:cNvSpPr>
            <a:spLocks xmlns:a="http://schemas.openxmlformats.org/drawingml/2006/main" noGrp="1"/>
          </p:cNvSpPr>
          <p:nvPr/>
        </p:nvSpPr>
        <p:spPr>
          <a:xfrm xmlns:a="http://schemas.openxmlformats.org/drawingml/2006/main" rot="0">
            <a:off x="2533650" y="5067300"/>
            <a:ext cx="6362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現場との関係</a:t>
            </a:r>
          </a:p>
        </p:txBody>
      </p:sp>
      <p:sp>
        <p:nvSpPr>
          <p:cNvPr id="10" name="">
            <a:extLst xmlns:a="http://schemas.openxmlformats.org/drawingml/2006/main">
              <a:ext uri="{FF2B5EF4-FFF2-40B4-BE49-F238E27FC236}">
                <a16:creationId xmlns:a16="http://schemas.microsoft.com/office/drawing/2014/main" id="{319EC2F0-9A6C-4E8C-836A-0FECB821E2F8}"/>
              </a:ext>
            </a:extLst>
          </p:cNvPr>
          <p:cNvSpPr>
            <a:spLocks xmlns:a="http://schemas.openxmlformats.org/drawingml/2006/main" noGrp="1"/>
          </p:cNvSpPr>
          <p:nvPr/>
        </p:nvSpPr>
        <p:spPr>
          <a:xfrm xmlns:a="http://schemas.openxmlformats.org/drawingml/2006/main">
            <a:off x="3143250" y="4238625"/>
            <a:ext cx="5905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1" name="">
            <a:extLst xmlns:a="http://schemas.openxmlformats.org/drawingml/2006/main">
              <a:ext uri="{FF2B5EF4-FFF2-40B4-BE49-F238E27FC236}">
                <a16:creationId xmlns:a16="http://schemas.microsoft.com/office/drawing/2014/main" id="{AD480265-7A56-4780-9546-05DD724F09E1}"/>
              </a:ext>
            </a:extLst>
          </p:cNvPr>
          <p:cNvSpPr>
            <a:spLocks xmlns:a="http://schemas.openxmlformats.org/drawingml/2006/main" noGrp="1"/>
          </p:cNvSpPr>
          <p:nvPr/>
        </p:nvSpPr>
        <p:spPr>
          <a:xfrm xmlns:a="http://schemas.openxmlformats.org/drawingml/2006/main" rot="0">
            <a:off x="3295650" y="4400550"/>
            <a:ext cx="560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撮影を続ける運用</a:t>
            </a:r>
          </a:p>
        </p:txBody>
      </p:sp>
      <p:sp>
        <p:nvSpPr>
          <p:cNvPr id="12" name="">
            <a:extLst xmlns:a="http://schemas.openxmlformats.org/drawingml/2006/main">
              <a:ext uri="{FF2B5EF4-FFF2-40B4-BE49-F238E27FC236}">
                <a16:creationId xmlns:a16="http://schemas.microsoft.com/office/drawing/2014/main" id="{D0C53C47-AA45-4666-AD8B-4BFFCD905EC8}"/>
              </a:ext>
            </a:extLst>
          </p:cNvPr>
          <p:cNvSpPr>
            <a:spLocks xmlns:a="http://schemas.openxmlformats.org/drawingml/2006/main" noGrp="1"/>
          </p:cNvSpPr>
          <p:nvPr/>
        </p:nvSpPr>
        <p:spPr>
          <a:xfrm xmlns:a="http://schemas.openxmlformats.org/drawingml/2006/main">
            <a:off x="3905250" y="3571875"/>
            <a:ext cx="51435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3" name="">
            <a:extLst xmlns:a="http://schemas.openxmlformats.org/drawingml/2006/main">
              <a:ext uri="{FF2B5EF4-FFF2-40B4-BE49-F238E27FC236}">
                <a16:creationId xmlns:a16="http://schemas.microsoft.com/office/drawing/2014/main" id="{CC41B795-9CE5-4496-AC3E-E6E71093C9B8}"/>
              </a:ext>
            </a:extLst>
          </p:cNvPr>
          <p:cNvSpPr>
            <a:spLocks xmlns:a="http://schemas.openxmlformats.org/drawingml/2006/main" noGrp="1"/>
          </p:cNvSpPr>
          <p:nvPr/>
        </p:nvSpPr>
        <p:spPr>
          <a:xfrm xmlns:a="http://schemas.openxmlformats.org/drawingml/2006/main" rot="0">
            <a:off x="4057650" y="3733800"/>
            <a:ext cx="483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スタッフへの説明・合意</a:t>
            </a:r>
          </a:p>
        </p:txBody>
      </p:sp>
      <p:sp>
        <p:nvSpPr>
          <p:cNvPr id="14" name="">
            <a:extLst xmlns:a="http://schemas.openxmlformats.org/drawingml/2006/main">
              <a:ext uri="{FF2B5EF4-FFF2-40B4-BE49-F238E27FC236}">
                <a16:creationId xmlns:a16="http://schemas.microsoft.com/office/drawing/2014/main" id="{8432D805-EEB8-4D71-90B9-5463397A6424}"/>
              </a:ext>
            </a:extLst>
          </p:cNvPr>
          <p:cNvSpPr>
            <a:spLocks xmlns:a="http://schemas.openxmlformats.org/drawingml/2006/main" noGrp="1"/>
          </p:cNvSpPr>
          <p:nvPr/>
        </p:nvSpPr>
        <p:spPr>
          <a:xfrm xmlns:a="http://schemas.openxmlformats.org/drawingml/2006/main">
            <a:off x="4667250" y="2905125"/>
            <a:ext cx="4381500" cy="552450"/>
          </a:xfrm>
          <a:prstGeom xmlns:a="http://schemas.openxmlformats.org/drawingml/2006/main" prst="rect">
            <a:avLst/>
          </a:prstGeom>
          <a:solidFill xmlns:a="http://schemas.openxmlformats.org/drawingml/2006/main">
            <a:srgbClr val="315C78"/>
          </a:solidFill>
          <a:ln xmlns:a="http://schemas.openxmlformats.org/drawingml/2006/main" w="19050">
            <a:solidFill>
              <a:srgbClr val="315C78"/>
            </a:solidFill>
          </a:ln>
        </p:spPr>
      </p:sp>
      <p:sp>
        <p:nvSpPr>
          <p:cNvPr id="15" name="">
            <a:extLst xmlns:a="http://schemas.openxmlformats.org/drawingml/2006/main">
              <a:ext uri="{FF2B5EF4-FFF2-40B4-BE49-F238E27FC236}">
                <a16:creationId xmlns:a16="http://schemas.microsoft.com/office/drawing/2014/main" id="{FE0423AF-8859-4168-863C-523EF738EA33}"/>
              </a:ext>
            </a:extLst>
          </p:cNvPr>
          <p:cNvSpPr>
            <a:spLocks xmlns:a="http://schemas.openxmlformats.org/drawingml/2006/main" noGrp="1"/>
          </p:cNvSpPr>
          <p:nvPr/>
        </p:nvSpPr>
        <p:spPr>
          <a:xfrm xmlns:a="http://schemas.openxmlformats.org/drawingml/2006/main" rot="0">
            <a:off x="4819650" y="3067050"/>
            <a:ext cx="407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FFFFFF"/>
                </a:solidFill>
                <a:latin typeface="Hiragino Sans"/>
                <a:ea typeface="Hiragino Sans"/>
                <a:cs typeface="Hiragino Sans"/>
              </a:defRPr>
            </a:pPr>
            <a:r>
              <a:rPr sz="1275" b="1">
                <a:solidFill>
                  <a:srgbClr val="FFFFFF"/>
                </a:solidFill>
                <a:latin typeface="Hiragino Sans"/>
                <a:ea typeface="Hiragino Sans"/>
                <a:cs typeface="Hiragino Sans"/>
              </a:rPr>
              <a:t>業種ごとのコンプライアンス対応</a:t>
            </a:r>
          </a:p>
        </p:txBody>
      </p:sp>
      <p:sp>
        <p:nvSpPr>
          <p:cNvPr id="16" name="">
            <a:extLst xmlns:a="http://schemas.openxmlformats.org/drawingml/2006/main">
              <a:ext uri="{FF2B5EF4-FFF2-40B4-BE49-F238E27FC236}">
                <a16:creationId xmlns:a16="http://schemas.microsoft.com/office/drawing/2014/main" id="{7BDCDDA2-5D3C-40EE-A7F3-6BD1F721BAEA}"/>
              </a:ext>
            </a:extLst>
          </p:cNvPr>
          <p:cNvSpPr>
            <a:spLocks xmlns:a="http://schemas.openxmlformats.org/drawingml/2006/main" noGrp="1"/>
          </p:cNvSpPr>
          <p:nvPr/>
        </p:nvSpPr>
        <p:spPr>
          <a:xfrm xmlns:a="http://schemas.openxmlformats.org/drawingml/2006/main">
            <a:off x="10287000" y="3095625"/>
            <a:ext cx="28575" cy="22383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D93B2ED-1C1F-4C51-888D-F842DE52837C}"/>
              </a:ext>
            </a:extLst>
          </p:cNvPr>
          <p:cNvSpPr>
            <a:spLocks xmlns:a="http://schemas.openxmlformats.org/drawingml/2006/main" noGrp="1"/>
          </p:cNvSpPr>
          <p:nvPr/>
        </p:nvSpPr>
        <p:spPr>
          <a:xfrm xmlns:a="http://schemas.openxmlformats.org/drawingml/2006/main" rot="0">
            <a:off x="10220325" y="2952750"/>
            <a:ext cx="161925" cy="171450"/>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8" name="">
            <a:extLst xmlns:a="http://schemas.openxmlformats.org/drawingml/2006/main">
              <a:ext uri="{FF2B5EF4-FFF2-40B4-BE49-F238E27FC236}">
                <a16:creationId xmlns:a16="http://schemas.microsoft.com/office/drawing/2014/main" id="{50CCFE78-452B-40A6-BD31-6C5F8DE3CA28}"/>
              </a:ext>
            </a:extLst>
          </p:cNvPr>
          <p:cNvSpPr>
            <a:spLocks xmlns:a="http://schemas.openxmlformats.org/drawingml/2006/main" noGrp="1"/>
          </p:cNvSpPr>
          <p:nvPr/>
        </p:nvSpPr>
        <p:spPr>
          <a:xfrm xmlns:a="http://schemas.openxmlformats.org/drawingml/2006/main" rot="0">
            <a:off x="10001250" y="3905250"/>
            <a:ext cx="142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後発が一から</a:t>
            </a:r>
          </a:p>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積み直す壁</a:t>
            </a:r>
          </a:p>
        </p:txBody>
      </p:sp>
      <p:sp>
        <p:nvSpPr>
          <p:cNvPr id="19" name="">
            <a:extLst xmlns:a="http://schemas.openxmlformats.org/drawingml/2006/main">
              <a:ext uri="{FF2B5EF4-FFF2-40B4-BE49-F238E27FC236}">
                <a16:creationId xmlns:a16="http://schemas.microsoft.com/office/drawing/2014/main" id="{16AAC484-E11C-4565-8AF2-2B5C046064EB}"/>
              </a:ext>
            </a:extLst>
          </p:cNvPr>
          <p:cNvSpPr>
            <a:spLocks xmlns:a="http://schemas.openxmlformats.org/drawingml/2006/main" noGrp="1"/>
          </p:cNvSpPr>
          <p:nvPr/>
        </p:nvSpPr>
        <p:spPr>
          <a:xfrm xmlns:a="http://schemas.openxmlformats.org/drawingml/2006/main" rot="0">
            <a:off x="723900" y="61436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データだけでなく、現場へ入り続けるための関係と運用が蓄積される</a:t>
            </a:r>
          </a:p>
        </p:txBody>
      </p:sp>
    </p:spTree>
    <p:extLst>
      <p:ext uri="{BB962C8B-B14F-4D97-AF65-F5344CB8AC3E}">
        <p14:creationId xmlns:p14="http://schemas.microsoft.com/office/powerpoint/2010/main" val="1633923700"/>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F96DFCD-6AF1-4271-8513-6B16C67CD9A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185EE3-BAF2-4CDC-B570-F0D3A8F999B5}"/>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A04A9560-7370-43FD-8ED1-EF76D2B7513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E6955B-356A-4980-9DDD-014D1E9BD01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C336984A-07F2-4D97-9311-F3A8D7591DD4}"/>
              </a:ext>
            </a:extLst>
          </p:cNvPr>
          <p:cNvSpPr>
            <a:spLocks xmlns:a="http://schemas.openxmlformats.org/drawingml/2006/main" noGrp="1"/>
          </p:cNvSpPr>
          <p:nvPr/>
        </p:nvSpPr>
        <p:spPr>
          <a:xfrm xmlns:a="http://schemas.openxmlformats.org/drawingml/2006/main" rot="0">
            <a:off x="85725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0C61FBF6-A5A6-452C-9580-21D0552F254E}"/>
              </a:ext>
            </a:extLst>
          </p:cNvPr>
          <p:cNvSpPr>
            <a:spLocks xmlns:a="http://schemas.openxmlformats.org/drawingml/2006/main" noGrp="1"/>
          </p:cNvSpPr>
          <p:nvPr/>
        </p:nvSpPr>
        <p:spPr>
          <a:xfrm xmlns:a="http://schemas.openxmlformats.org/drawingml/2006/main">
            <a:off x="857250" y="2381250"/>
            <a:ext cx="2476500" cy="11430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7" name="">
            <a:extLst xmlns:a="http://schemas.openxmlformats.org/drawingml/2006/main">
              <a:ext uri="{FF2B5EF4-FFF2-40B4-BE49-F238E27FC236}">
                <a16:creationId xmlns:a16="http://schemas.microsoft.com/office/drawing/2014/main" id="{1CE67945-BB30-4AAD-AD87-C563B6A18A0E}"/>
              </a:ext>
            </a:extLst>
          </p:cNvPr>
          <p:cNvSpPr>
            <a:spLocks xmlns:a="http://schemas.openxmlformats.org/drawingml/2006/main" noGrp="1"/>
          </p:cNvSpPr>
          <p:nvPr/>
        </p:nvSpPr>
        <p:spPr>
          <a:xfrm xmlns:a="http://schemas.openxmlformats.org/drawingml/2006/main" rot="0">
            <a:off x="99060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現場データ収集</a:t>
            </a:r>
          </a:p>
        </p:txBody>
      </p:sp>
      <p:sp>
        <p:nvSpPr>
          <p:cNvPr id="8" name="">
            <a:extLst xmlns:a="http://schemas.openxmlformats.org/drawingml/2006/main">
              <a:ext uri="{FF2B5EF4-FFF2-40B4-BE49-F238E27FC236}">
                <a16:creationId xmlns:a16="http://schemas.microsoft.com/office/drawing/2014/main" id="{0A94C117-9ACE-4D65-9D30-94E6D0B94969}"/>
              </a:ext>
            </a:extLst>
          </p:cNvPr>
          <p:cNvSpPr>
            <a:spLocks xmlns:a="http://schemas.openxmlformats.org/drawingml/2006/main" noGrp="1"/>
          </p:cNvSpPr>
          <p:nvPr/>
        </p:nvSpPr>
        <p:spPr>
          <a:xfrm xmlns:a="http://schemas.openxmlformats.org/drawingml/2006/main" rot="0">
            <a:off x="857250" y="3762375"/>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人間のワークフローを</a:t>
            </a:r>
          </a:p>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先に把握する</a:t>
            </a:r>
          </a:p>
        </p:txBody>
      </p:sp>
      <p:sp>
        <p:nvSpPr>
          <p:cNvPr id="9" name="">
            <a:extLst xmlns:a="http://schemas.openxmlformats.org/drawingml/2006/main">
              <a:ext uri="{FF2B5EF4-FFF2-40B4-BE49-F238E27FC236}">
                <a16:creationId xmlns:a16="http://schemas.microsoft.com/office/drawing/2014/main" id="{689B9065-0789-44AC-A3E2-BAA960C0AFB6}"/>
              </a:ext>
            </a:extLst>
          </p:cNvPr>
          <p:cNvSpPr>
            <a:spLocks xmlns:a="http://schemas.openxmlformats.org/drawingml/2006/main" noGrp="1"/>
          </p:cNvSpPr>
          <p:nvPr/>
        </p:nvSpPr>
        <p:spPr>
          <a:xfrm xmlns:a="http://schemas.openxmlformats.org/drawingml/2006/main">
            <a:off x="352425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5D92D63-FA15-457D-A3D7-30C431DCC552}"/>
              </a:ext>
            </a:extLst>
          </p:cNvPr>
          <p:cNvSpPr>
            <a:spLocks xmlns:a="http://schemas.openxmlformats.org/drawingml/2006/main" noGrp="1"/>
          </p:cNvSpPr>
          <p:nvPr/>
        </p:nvSpPr>
        <p:spPr>
          <a:xfrm xmlns:a="http://schemas.openxmlformats.org/drawingml/2006/main" rot="5400000">
            <a:off x="492442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1" name="">
            <a:extLst xmlns:a="http://schemas.openxmlformats.org/drawingml/2006/main">
              <a:ext uri="{FF2B5EF4-FFF2-40B4-BE49-F238E27FC236}">
                <a16:creationId xmlns:a16="http://schemas.microsoft.com/office/drawing/2014/main" id="{72BF066E-6D62-4FF9-9BCF-0E279DA2844D}"/>
              </a:ext>
            </a:extLst>
          </p:cNvPr>
          <p:cNvSpPr>
            <a:spLocks xmlns:a="http://schemas.openxmlformats.org/drawingml/2006/main" noGrp="1"/>
          </p:cNvSpPr>
          <p:nvPr/>
        </p:nvSpPr>
        <p:spPr>
          <a:xfrm xmlns:a="http://schemas.openxmlformats.org/drawingml/2006/main" rot="0">
            <a:off x="395287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蓄積</a:t>
            </a:r>
          </a:p>
        </p:txBody>
      </p:sp>
      <p:sp>
        <p:nvSpPr>
          <p:cNvPr id="12" name="">
            <a:extLst xmlns:a="http://schemas.openxmlformats.org/drawingml/2006/main">
              <a:ext uri="{FF2B5EF4-FFF2-40B4-BE49-F238E27FC236}">
                <a16:creationId xmlns:a16="http://schemas.microsoft.com/office/drawing/2014/main" id="{CA8F4DCA-E961-455B-8704-1F0B05FCF14C}"/>
              </a:ext>
            </a:extLst>
          </p:cNvPr>
          <p:cNvSpPr>
            <a:spLocks xmlns:a="http://schemas.openxmlformats.org/drawingml/2006/main" noGrp="1"/>
          </p:cNvSpPr>
          <p:nvPr/>
        </p:nvSpPr>
        <p:spPr>
          <a:xfrm xmlns:a="http://schemas.openxmlformats.org/drawingml/2006/main">
            <a:off x="5238750" y="2190750"/>
            <a:ext cx="23812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AAB6BC"/>
            </a:solidFill>
          </a:ln>
        </p:spPr>
      </p:sp>
      <p:sp>
        <p:nvSpPr>
          <p:cNvPr id="13" name="">
            <a:extLst xmlns:a="http://schemas.openxmlformats.org/drawingml/2006/main">
              <a:ext uri="{FF2B5EF4-FFF2-40B4-BE49-F238E27FC236}">
                <a16:creationId xmlns:a16="http://schemas.microsoft.com/office/drawing/2014/main" id="{9400F330-9C1F-428A-B218-C6B67C8001B3}"/>
              </a:ext>
            </a:extLst>
          </p:cNvPr>
          <p:cNvSpPr>
            <a:spLocks xmlns:a="http://schemas.openxmlformats.org/drawingml/2006/main" noGrp="1"/>
          </p:cNvSpPr>
          <p:nvPr/>
        </p:nvSpPr>
        <p:spPr>
          <a:xfrm xmlns:a="http://schemas.openxmlformats.org/drawingml/2006/main" rot="0">
            <a:off x="5372100" y="2305050"/>
            <a:ext cx="21145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現場データ</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現場ネットワーク</a:t>
            </a:r>
          </a:p>
          <a:p xmlns:a="http://schemas.openxmlformats.org/drawingml/2006/main">
            <a:pPr algn="ctr">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現場の知見</a:t>
            </a:r>
          </a:p>
        </p:txBody>
      </p:sp>
      <p:sp>
        <p:nvSpPr>
          <p:cNvPr id="14" name="">
            <a:extLst xmlns:a="http://schemas.openxmlformats.org/drawingml/2006/main">
              <a:ext uri="{FF2B5EF4-FFF2-40B4-BE49-F238E27FC236}">
                <a16:creationId xmlns:a16="http://schemas.microsoft.com/office/drawing/2014/main" id="{A2D520EC-C0D9-41B0-B7DF-B60292A4DE66}"/>
              </a:ext>
            </a:extLst>
          </p:cNvPr>
          <p:cNvSpPr>
            <a:spLocks xmlns:a="http://schemas.openxmlformats.org/drawingml/2006/main" noGrp="1"/>
          </p:cNvSpPr>
          <p:nvPr/>
        </p:nvSpPr>
        <p:spPr>
          <a:xfrm xmlns:a="http://schemas.openxmlformats.org/drawingml/2006/main">
            <a:off x="7810500" y="2924175"/>
            <a:ext cx="1428750" cy="28575"/>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E909093-B2FE-4D9E-98B2-F87F62B6E5E2}"/>
              </a:ext>
            </a:extLst>
          </p:cNvPr>
          <p:cNvSpPr>
            <a:spLocks xmlns:a="http://schemas.openxmlformats.org/drawingml/2006/main" noGrp="1"/>
          </p:cNvSpPr>
          <p:nvPr/>
        </p:nvSpPr>
        <p:spPr>
          <a:xfrm xmlns:a="http://schemas.openxmlformats.org/drawingml/2006/main" rot="5400000">
            <a:off x="9210675" y="2857500"/>
            <a:ext cx="171450" cy="161925"/>
          </a:xfrm>
          <a:prstGeom xmlns:a="http://schemas.openxmlformats.org/drawingml/2006/main" prst="triangle">
            <a:avLst/>
          </a:prstGeom>
          <a:solidFill xmlns:a="http://schemas.openxmlformats.org/drawingml/2006/main">
            <a:srgbClr val="315C78"/>
          </a:solidFill>
          <a:ln xmlns:a="http://schemas.openxmlformats.org/drawingml/2006/main" w="0">
            <a:solidFill>
              <a:srgbClr val="315C78"/>
            </a:solidFill>
          </a:ln>
        </p:spPr>
      </p:sp>
      <p:sp>
        <p:nvSpPr>
          <p:cNvPr id="16" name="">
            <a:extLst xmlns:a="http://schemas.openxmlformats.org/drawingml/2006/main">
              <a:ext uri="{FF2B5EF4-FFF2-40B4-BE49-F238E27FC236}">
                <a16:creationId xmlns:a16="http://schemas.microsoft.com/office/drawing/2014/main" id="{0977E05C-A621-4FBF-95AC-928D989FB56C}"/>
              </a:ext>
            </a:extLst>
          </p:cNvPr>
          <p:cNvSpPr>
            <a:spLocks xmlns:a="http://schemas.openxmlformats.org/drawingml/2006/main" noGrp="1"/>
          </p:cNvSpPr>
          <p:nvPr/>
        </p:nvSpPr>
        <p:spPr>
          <a:xfrm xmlns:a="http://schemas.openxmlformats.org/drawingml/2006/main" rot="0">
            <a:off x="8239125" y="2524125"/>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活用</a:t>
            </a:r>
          </a:p>
        </p:txBody>
      </p:sp>
      <p:sp>
        <p:nvSpPr>
          <p:cNvPr id="17" name="">
            <a:extLst xmlns:a="http://schemas.openxmlformats.org/drawingml/2006/main">
              <a:ext uri="{FF2B5EF4-FFF2-40B4-BE49-F238E27FC236}">
                <a16:creationId xmlns:a16="http://schemas.microsoft.com/office/drawing/2014/main" id="{8AE91C86-4B7F-46D3-8D7F-62172D27BA01}"/>
              </a:ext>
            </a:extLst>
          </p:cNvPr>
          <p:cNvSpPr>
            <a:spLocks xmlns:a="http://schemas.openxmlformats.org/drawingml/2006/main" noGrp="1"/>
          </p:cNvSpPr>
          <p:nvPr/>
        </p:nvSpPr>
        <p:spPr>
          <a:xfrm xmlns:a="http://schemas.openxmlformats.org/drawingml/2006/main" rot="0">
            <a:off x="8953500" y="19526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第2段階</a:t>
            </a:r>
          </a:p>
        </p:txBody>
      </p:sp>
      <p:sp>
        <p:nvSpPr>
          <p:cNvPr id="18" name="">
            <a:extLst xmlns:a="http://schemas.openxmlformats.org/drawingml/2006/main">
              <a:ext uri="{FF2B5EF4-FFF2-40B4-BE49-F238E27FC236}">
                <a16:creationId xmlns:a16="http://schemas.microsoft.com/office/drawing/2014/main" id="{77C6DABA-BF3F-45F8-8786-C7DBB3772DF6}"/>
              </a:ext>
            </a:extLst>
          </p:cNvPr>
          <p:cNvSpPr>
            <a:spLocks xmlns:a="http://schemas.openxmlformats.org/drawingml/2006/main" noGrp="1"/>
          </p:cNvSpPr>
          <p:nvPr/>
        </p:nvSpPr>
        <p:spPr>
          <a:xfrm xmlns:a="http://schemas.openxmlformats.org/drawingml/2006/main">
            <a:off x="8953500" y="2381250"/>
            <a:ext cx="2476500" cy="1143000"/>
          </a:xfrm>
          <a:prstGeom xmlns:a="http://schemas.openxmlformats.org/drawingml/2006/main" prst="rect">
            <a:avLst/>
          </a:prstGeom>
          <a:solidFill xmlns:a="http://schemas.openxmlformats.org/drawingml/2006/main">
            <a:srgbClr val="25333A"/>
          </a:solidFill>
          <a:ln xmlns:a="http://schemas.openxmlformats.org/drawingml/2006/main" w="19050">
            <a:solidFill>
              <a:srgbClr val="25333A"/>
            </a:solidFill>
          </a:ln>
        </p:spPr>
      </p:sp>
      <p:sp>
        <p:nvSpPr>
          <p:cNvPr id="19" name="">
            <a:extLst xmlns:a="http://schemas.openxmlformats.org/drawingml/2006/main">
              <a:ext uri="{FF2B5EF4-FFF2-40B4-BE49-F238E27FC236}">
                <a16:creationId xmlns:a16="http://schemas.microsoft.com/office/drawing/2014/main" id="{1A8DA609-8A5A-456D-B092-81EEB9871A66}"/>
              </a:ext>
            </a:extLst>
          </p:cNvPr>
          <p:cNvSpPr>
            <a:spLocks xmlns:a="http://schemas.openxmlformats.org/drawingml/2006/main" noGrp="1"/>
          </p:cNvSpPr>
          <p:nvPr/>
        </p:nvSpPr>
        <p:spPr>
          <a:xfrm xmlns:a="http://schemas.openxmlformats.org/drawingml/2006/main" rot="0">
            <a:off x="9086850" y="2495550"/>
            <a:ext cx="2209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ロボットの</a:t>
            </a:r>
          </a:p>
          <a:p xmlns:a="http://schemas.openxmlformats.org/drawingml/2006/main">
            <a:pPr algn="ctr">
              <a:defRPr sz="1725" b="1">
                <a:solidFill>
                  <a:srgbClr val="FFFFFF"/>
                </a:solidFill>
                <a:latin typeface="Hiragino Sans"/>
                <a:ea typeface="Hiragino Sans"/>
                <a:cs typeface="Hiragino Sans"/>
              </a:defRPr>
            </a:pPr>
            <a:r>
              <a:rPr sz="1725" b="1">
                <a:solidFill>
                  <a:srgbClr val="FFFFFF"/>
                </a:solidFill>
                <a:latin typeface="Hiragino Sans"/>
                <a:ea typeface="Hiragino Sans"/>
                <a:cs typeface="Hiragino Sans"/>
              </a:rPr>
              <a:t>現場統合</a:t>
            </a:r>
          </a:p>
        </p:txBody>
      </p:sp>
      <p:sp>
        <p:nvSpPr>
          <p:cNvPr id="20" name="">
            <a:extLst xmlns:a="http://schemas.openxmlformats.org/drawingml/2006/main">
              <a:ext uri="{FF2B5EF4-FFF2-40B4-BE49-F238E27FC236}">
                <a16:creationId xmlns:a16="http://schemas.microsoft.com/office/drawing/2014/main" id="{6154A9E7-6D7A-408A-AF5B-63139E2FA416}"/>
              </a:ext>
            </a:extLst>
          </p:cNvPr>
          <p:cNvSpPr>
            <a:spLocks xmlns:a="http://schemas.openxmlformats.org/drawingml/2006/main" noGrp="1"/>
          </p:cNvSpPr>
          <p:nvPr/>
        </p:nvSpPr>
        <p:spPr>
          <a:xfrm xmlns:a="http://schemas.openxmlformats.org/drawingml/2006/main" rot="0">
            <a:off x="8953500" y="37623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導入判断と導入後の調整へ</a:t>
            </a:r>
          </a:p>
        </p:txBody>
      </p:sp>
      <p:sp>
        <p:nvSpPr>
          <p:cNvPr id="21" name="">
            <a:extLst xmlns:a="http://schemas.openxmlformats.org/drawingml/2006/main">
              <a:ext uri="{FF2B5EF4-FFF2-40B4-BE49-F238E27FC236}">
                <a16:creationId xmlns:a16="http://schemas.microsoft.com/office/drawing/2014/main" id="{8056BFE6-E8B2-441F-907D-7BA34312717A}"/>
              </a:ext>
            </a:extLst>
          </p:cNvPr>
          <p:cNvSpPr>
            <a:spLocks xmlns:a="http://schemas.openxmlformats.org/drawingml/2006/main" noGrp="1"/>
          </p:cNvSpPr>
          <p:nvPr/>
        </p:nvSpPr>
        <p:spPr>
          <a:xfrm xmlns:a="http://schemas.openxmlformats.org/drawingml/2006/main">
            <a:off x="857250" y="4762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4941123-31A8-4CFB-9B60-1E2DB973D2BD}"/>
              </a:ext>
            </a:extLst>
          </p:cNvPr>
          <p:cNvSpPr>
            <a:spLocks xmlns:a="http://schemas.openxmlformats.org/drawingml/2006/main" noGrp="1"/>
          </p:cNvSpPr>
          <p:nvPr/>
        </p:nvSpPr>
        <p:spPr>
          <a:xfrm xmlns:a="http://schemas.openxmlformats.org/drawingml/2006/main" rot="0">
            <a:off x="7239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ロボット企業との協業先になり、自ら現場統合へ進むこともできる</a:t>
            </a:r>
          </a:p>
        </p:txBody>
      </p:sp>
    </p:spTree>
    <p:extLst>
      <p:ext uri="{BB962C8B-B14F-4D97-AF65-F5344CB8AC3E}">
        <p14:creationId xmlns:p14="http://schemas.microsoft.com/office/powerpoint/2010/main" val="763052702"/>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F8E482-0E48-46CE-930F-F0D1342BE4E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C729B7-8F46-4E80-91EC-E17E2E7DA4D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EF13D8B1-2F8C-4400-B25C-80A725C378A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258B32-B231-42E2-8FC3-026E48DE12D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47B0A335-47FC-40E4-9000-B9711912ACCF}"/>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6CE781B3-EB8A-4C9F-9966-A25E263796AA}"/>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4FE9A266-9943-440E-8698-D7A7D7C378CD}"/>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9B5504F3-DD49-4631-8668-F1FEF02393D4}"/>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AF4FCFD-BC30-4E27-9408-C0B41757EB07}"/>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5917ED7D-482F-4CC2-92CE-E79E887DE795}"/>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F82141CD-8998-4768-9B3D-2B2B34E32C82}"/>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2B88037A-59A4-4BB0-84C7-A780C7CAD1B7}"/>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441493164"/>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72EE678-5E33-4448-AB0D-DB7777B029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A32CB5C-9DF8-4DAA-B55E-E9D9AB63A27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6068181F-853D-4147-BA09-1482B690950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13E97BB-346F-499E-9501-166A31C761C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92BFD8EB-0299-4D81-A2D9-742640C65877}"/>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E9DE36FB-6206-421E-9F0B-219E73E8F645}"/>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F1EC4C3E-E5FA-42C2-B0DA-504EF3D5078F}"/>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D0920FF9-AA9C-4529-BD00-8E5A177E568D}"/>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7604BE18-0F56-4B1F-AD8F-0F8368326C7B}"/>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BD532BF0-5F4D-4DD9-B877-E3ECAA871DE9}"/>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354722CC-B2C9-4EAE-99C0-E55B7F124B20}"/>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0D4F841-2E74-4A87-9EE6-BDADC01AFD73}"/>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A27C3C20-FDC1-4FA5-9139-4C3DFB280D5F}"/>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2AA0311F-C210-42A3-9ED6-D5364FA77D50}"/>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EE6C9B71-C779-4253-97C4-B734ECAB2BE5}"/>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1B567059-05E5-4888-B935-957B496E474B}"/>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AF2EB4AE-02EA-47B4-B98B-CAF63B2067F0}"/>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FDD8030-3D5D-4007-957C-A8CB851BA69E}"/>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55A13D-5D70-408F-8DE0-D6BBA900D9D4}"/>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73EA36DF-53CC-4937-8E8F-7E883A10DC8C}"/>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328ACC95-FB97-4D57-BA7E-095240992789}"/>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911B9CB-55C7-4563-936C-44F920577601}"/>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77540455"/>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55EAA88-B424-4649-A2AF-EAF1B81EC50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B128C6-8ABF-4BEF-A532-D9A0F1B1A889}"/>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AB038C64-63A4-4894-962F-03AD460A29D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CE855F-2D4C-4E79-8951-518A842045F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148D283E-93D0-4F18-8680-8361F963BF5B}"/>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現場への訪問</a:t>
            </a:r>
          </a:p>
        </p:txBody>
      </p:sp>
      <p:sp>
        <p:nvSpPr>
          <p:cNvPr id="6" name="">
            <a:extLst xmlns:a="http://schemas.openxmlformats.org/drawingml/2006/main">
              <a:ext uri="{FF2B5EF4-FFF2-40B4-BE49-F238E27FC236}">
                <a16:creationId xmlns:a16="http://schemas.microsoft.com/office/drawing/2014/main" id="{B1637543-A1B8-48B1-95B0-6470052D15E0}"/>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7DE21FAC-8C1F-4872-B12F-5158D86759D4}"/>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9C1FCF2-E273-4CDF-84FD-F184AC2C5D1C}"/>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ベーカリーでの収集</a:t>
            </a:r>
          </a:p>
        </p:txBody>
      </p:sp>
      <p:sp>
        <p:nvSpPr>
          <p:cNvPr id="9" name="">
            <a:extLst xmlns:a="http://schemas.openxmlformats.org/drawingml/2006/main">
              <a:ext uri="{FF2B5EF4-FFF2-40B4-BE49-F238E27FC236}">
                <a16:creationId xmlns:a16="http://schemas.microsoft.com/office/drawing/2014/main" id="{C7C20F3A-152D-4865-8B13-F36184BB9B69}"/>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B328BAFC-41CA-4CD7-AB0C-8DF5A4CC3B60}"/>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3427A39-8623-406E-A510-6289ED514D63}"/>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飲食店への打診</a:t>
            </a:r>
          </a:p>
        </p:txBody>
      </p:sp>
      <p:sp>
        <p:nvSpPr>
          <p:cNvPr id="12" name="">
            <a:extLst xmlns:a="http://schemas.openxmlformats.org/drawingml/2006/main">
              <a:ext uri="{FF2B5EF4-FFF2-40B4-BE49-F238E27FC236}">
                <a16:creationId xmlns:a16="http://schemas.microsoft.com/office/drawing/2014/main" id="{712CDC01-E3E1-4266-9E90-5F9AA9CA9E6D}"/>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89E4747E-8C87-4A64-9A3C-196B5B784783}"/>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3849CC1-3AAD-4AA6-A073-AF9B180726F1}"/>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小売店への打診</a:t>
            </a:r>
          </a:p>
        </p:txBody>
      </p:sp>
      <p:sp>
        <p:nvSpPr>
          <p:cNvPr id="15" name="">
            <a:extLst xmlns:a="http://schemas.openxmlformats.org/drawingml/2006/main">
              <a:ext uri="{FF2B5EF4-FFF2-40B4-BE49-F238E27FC236}">
                <a16:creationId xmlns:a16="http://schemas.microsoft.com/office/drawing/2014/main" id="{978CD29A-294F-40E0-92C1-6C41E894618B}"/>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09C4C2F8-9EEA-46A6-BD0C-2554D600A8D1}"/>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2831EE7-4CB3-4694-BC53-43B075644DDA}"/>
              </a:ext>
            </a:extLst>
          </p:cNvPr>
          <p:cNvSpPr>
            <a:spLocks xmlns:a="http://schemas.openxmlformats.org/drawingml/2006/main" noGrp="1"/>
          </p:cNvSpPr>
          <p:nvPr/>
        </p:nvSpPr>
        <p:spPr>
          <a:xfrm xmlns:a="http://schemas.openxmlformats.org/drawingml/2006/main" rot="0">
            <a:off x="723900" y="55721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ロボット企業への訪問</a:t>
            </a:r>
          </a:p>
        </p:txBody>
      </p:sp>
      <p:sp>
        <p:nvSpPr>
          <p:cNvPr id="18" name="">
            <a:extLst xmlns:a="http://schemas.openxmlformats.org/drawingml/2006/main">
              <a:ext uri="{FF2B5EF4-FFF2-40B4-BE49-F238E27FC236}">
                <a16:creationId xmlns:a16="http://schemas.microsoft.com/office/drawing/2014/main" id="{69DD92B6-9BD1-4747-B4E0-DC1F1E3F84D5}"/>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857071328"/>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5AA198-8EC5-4782-A08A-E39CC4057B7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5CC5D0-526C-442A-8686-5114759816F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0BBBC2DC-C7A6-40E2-B49D-194C86D6FD7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5547ABA-48F2-4F06-BBBC-8487E38A426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4C437186-48E8-41DC-A21E-55B49E055414}"/>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DD7C65C8-E3B2-47A1-A08E-3BB54A4C201C}"/>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D595FD04-85C8-45F5-B7AA-846F4F54A3A4}"/>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F9C7F6C-7FFF-4AFB-A4FD-E179F477AC68}"/>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0FDE83DD-41DC-4A10-99E2-A099174FBCDF}"/>
              </a:ext>
            </a:extLst>
          </p:cNvPr>
          <p:cNvSpPr>
            <a:spLocks xmlns:a="http://schemas.openxmlformats.org/drawingml/2006/main" noGrp="1"/>
          </p:cNvSpPr>
          <p:nvPr/>
        </p:nvSpPr>
        <p:spPr>
          <a:xfrm xmlns:a="http://schemas.openxmlformats.org/drawingml/2006/main" rot="0">
            <a:off x="723900" y="45720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Nextremerを通すことで、高度なアノテーション付きデータを求める販売先や、ロボット実装に近い下流の顧客へ接続でき、当社単独より高い単価を狙える。</a:t>
            </a:r>
          </a:p>
        </p:txBody>
      </p:sp>
      <p:sp>
        <p:nvSpPr>
          <p:cNvPr id="10" name="">
            <a:extLst xmlns:a="http://schemas.openxmlformats.org/drawingml/2006/main">
              <a:ext uri="{FF2B5EF4-FFF2-40B4-BE49-F238E27FC236}">
                <a16:creationId xmlns:a16="http://schemas.microsoft.com/office/drawing/2014/main" id="{A98B1320-2843-45C9-A474-A243597E8D6A}"/>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手数料なしのレベニューシェアで、当社は現場開拓とデータ収集に注力できる。</a:t>
            </a:r>
          </a:p>
        </p:txBody>
      </p:sp>
    </p:spTree>
    <p:extLst>
      <p:ext uri="{BB962C8B-B14F-4D97-AF65-F5344CB8AC3E}">
        <p14:creationId xmlns:p14="http://schemas.microsoft.com/office/powerpoint/2010/main" val="411990245"/>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27DA0E6-5DD2-48AF-88FF-A58A7A61384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CCF1B0-F108-486D-A081-47F9AFB9341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B4021765-D883-4F10-AF62-FA11414E708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170D53-AF29-438D-B81B-886F5C8F1F2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E8FE3D4B-4E51-4B26-BCD0-D28CAE11D876}"/>
              </a:ext>
            </a:extLst>
          </p:cNvPr>
          <p:cNvSpPr>
            <a:spLocks xmlns:a="http://schemas.openxmlformats.org/drawingml/2006/main" noGrp="1"/>
          </p:cNvSpPr>
          <p:nvPr/>
        </p:nvSpPr>
        <p:spPr>
          <a:xfrm xmlns:a="http://schemas.openxmlformats.org/drawingml/2006/main" rot="0">
            <a:off x="723900" y="1762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森雄大</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AEE185D9-547D-4E22-A668-2586E1E1EB1F}"/>
              </a:ext>
            </a:extLst>
          </p:cNvPr>
          <p:cNvSpPr>
            <a:spLocks xmlns:a="http://schemas.openxmlformats.org/drawingml/2006/main" noGrp="1"/>
          </p:cNvSpPr>
          <p:nvPr/>
        </p:nvSpPr>
        <p:spPr>
          <a:xfrm xmlns:a="http://schemas.openxmlformats.org/drawingml/2006/main" rot="0">
            <a:off x="3524250" y="1743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41522934-F9A7-4107-A8BF-D569413FB891}"/>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C06C309-7068-4A1F-9827-7EF825C77E3A}"/>
              </a:ext>
            </a:extLst>
          </p:cNvPr>
          <p:cNvSpPr>
            <a:spLocks xmlns:a="http://schemas.openxmlformats.org/drawingml/2006/main" noGrp="1"/>
          </p:cNvSpPr>
          <p:nvPr/>
        </p:nvSpPr>
        <p:spPr>
          <a:xfrm xmlns:a="http://schemas.openxmlformats.org/drawingml/2006/main" rot="0">
            <a:off x="723900" y="2714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河野瞭人</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共同創業者</a:t>
            </a:r>
          </a:p>
        </p:txBody>
      </p:sp>
      <p:sp>
        <p:nvSpPr>
          <p:cNvPr id="9" name="">
            <a:extLst xmlns:a="http://schemas.openxmlformats.org/drawingml/2006/main">
              <a:ext uri="{FF2B5EF4-FFF2-40B4-BE49-F238E27FC236}">
                <a16:creationId xmlns:a16="http://schemas.microsoft.com/office/drawing/2014/main" id="{82B4A785-CFEC-4787-B003-EF3125E10F99}"/>
              </a:ext>
            </a:extLst>
          </p:cNvPr>
          <p:cNvSpPr>
            <a:spLocks xmlns:a="http://schemas.openxmlformats.org/drawingml/2006/main" noGrp="1"/>
          </p:cNvSpPr>
          <p:nvPr/>
        </p:nvSpPr>
        <p:spPr>
          <a:xfrm xmlns:a="http://schemas.openxmlformats.org/drawingml/2006/main" rot="0">
            <a:off x="3524250" y="2695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神戸大学大学院システム情報学研究科で、二足歩行ロボットのlocomotionにおけるSim-to-Realを研究。RootLensではシミュレーション領域を担う。</a:t>
            </a:r>
          </a:p>
        </p:txBody>
      </p:sp>
      <p:sp>
        <p:nvSpPr>
          <p:cNvPr id="10" name="">
            <a:extLst xmlns:a="http://schemas.openxmlformats.org/drawingml/2006/main">
              <a:ext uri="{FF2B5EF4-FFF2-40B4-BE49-F238E27FC236}">
                <a16:creationId xmlns:a16="http://schemas.microsoft.com/office/drawing/2014/main" id="{9F4E8918-9D15-4870-BD42-2A1C03664F13}"/>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3C99BA6-1FA2-4DE7-8DC5-08E7D6644D52}"/>
              </a:ext>
            </a:extLst>
          </p:cNvPr>
          <p:cNvSpPr>
            <a:spLocks xmlns:a="http://schemas.openxmlformats.org/drawingml/2006/main" noGrp="1"/>
          </p:cNvSpPr>
          <p:nvPr/>
        </p:nvSpPr>
        <p:spPr>
          <a:xfrm xmlns:a="http://schemas.openxmlformats.org/drawingml/2006/main" rot="0">
            <a:off x="723900" y="36671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川島健二</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現場パートナー</a:t>
            </a:r>
          </a:p>
        </p:txBody>
      </p:sp>
      <p:sp>
        <p:nvSpPr>
          <p:cNvPr id="12" name="">
            <a:extLst xmlns:a="http://schemas.openxmlformats.org/drawingml/2006/main">
              <a:ext uri="{FF2B5EF4-FFF2-40B4-BE49-F238E27FC236}">
                <a16:creationId xmlns:a16="http://schemas.microsoft.com/office/drawing/2014/main" id="{4D048C5E-6719-43FA-8A1A-AD2E43CEF95F}"/>
              </a:ext>
            </a:extLst>
          </p:cNvPr>
          <p:cNvSpPr>
            <a:spLocks xmlns:a="http://schemas.openxmlformats.org/drawingml/2006/main" noGrp="1"/>
          </p:cNvSpPr>
          <p:nvPr/>
        </p:nvSpPr>
        <p:spPr>
          <a:xfrm xmlns:a="http://schemas.openxmlformats.org/drawingml/2006/main" rot="0">
            <a:off x="3524250" y="36480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箕面デニッシュ合同会社。ベーカリー店舗での撮影に協力し、スタッフからのフィードバックと継続収集を通じて、撮影機材と現場運用の改善を支える。</a:t>
            </a:r>
          </a:p>
        </p:txBody>
      </p:sp>
      <p:sp>
        <p:nvSpPr>
          <p:cNvPr id="13" name="">
            <a:extLst xmlns:a="http://schemas.openxmlformats.org/drawingml/2006/main">
              <a:ext uri="{FF2B5EF4-FFF2-40B4-BE49-F238E27FC236}">
                <a16:creationId xmlns:a16="http://schemas.microsoft.com/office/drawing/2014/main" id="{C8B484FC-45F6-4147-A41E-BC450F3D5563}"/>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6079EA4-CB17-45F5-870F-1E0040BFDCF5}"/>
              </a:ext>
            </a:extLst>
          </p:cNvPr>
          <p:cNvSpPr>
            <a:spLocks xmlns:a="http://schemas.openxmlformats.org/drawingml/2006/main" noGrp="1"/>
          </p:cNvSpPr>
          <p:nvPr/>
        </p:nvSpPr>
        <p:spPr>
          <a:xfrm xmlns:a="http://schemas.openxmlformats.org/drawingml/2006/main" rot="0">
            <a:off x="723900" y="461962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大崎操</a:t>
            </a:r>
          </a:p>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事業支援</a:t>
            </a:r>
          </a:p>
        </p:txBody>
      </p:sp>
      <p:sp>
        <p:nvSpPr>
          <p:cNvPr id="15" name="">
            <a:extLst xmlns:a="http://schemas.openxmlformats.org/drawingml/2006/main">
              <a:ext uri="{FF2B5EF4-FFF2-40B4-BE49-F238E27FC236}">
                <a16:creationId xmlns:a16="http://schemas.microsoft.com/office/drawing/2014/main" id="{97F61845-C32A-4CDD-97D5-67A456B44009}"/>
              </a:ext>
            </a:extLst>
          </p:cNvPr>
          <p:cNvSpPr>
            <a:spLocks xmlns:a="http://schemas.openxmlformats.org/drawingml/2006/main" noGrp="1"/>
          </p:cNvSpPr>
          <p:nvPr/>
        </p:nvSpPr>
        <p:spPr>
          <a:xfrm xmlns:a="http://schemas.openxmlformats.org/drawingml/2006/main" rot="0">
            <a:off x="3524250" y="4600575"/>
            <a:ext cx="776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三菱UFJ銀行を経て、関西スーパーマーケットで常務取締役・管理本部長を務めた。会社立ち上げ、契約・合意書、小売・製造のネットワークを使った現場開拓を支援。</a:t>
            </a:r>
          </a:p>
        </p:txBody>
      </p:sp>
    </p:spTree>
    <p:extLst>
      <p:ext uri="{BB962C8B-B14F-4D97-AF65-F5344CB8AC3E}">
        <p14:creationId xmlns:p14="http://schemas.microsoft.com/office/powerpoint/2010/main" val="1591128840"/>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6C73DE6-FFF3-4C18-A158-9195F372590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B6FB65-7A09-46B3-A073-B3FFB17A970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251907FB-24BC-436B-9B93-5F9B2E07994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44796B-FC95-4F9D-B0C3-F9D16E81198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17427152d614be9"/>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3A46A77-008B-46B6-8AED-16620A4A9CAD}"/>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6C522564-374B-4B5B-9EC3-83E5A5A31C9D}"/>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894AC2D7-C23A-4FE1-AFB0-D029375EC5E3}"/>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7c7378f61de4356"/>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03D033E-D827-4DE4-ADEC-C6126237A3B8}"/>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64360AB0-012E-4FFB-960A-AB97913BB32F}"/>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RootCap</a:t>
            </a:r>
          </a:p>
        </p:txBody>
      </p:sp>
      <p:sp>
        <p:nvSpPr>
          <p:cNvPr id="12" name="">
            <a:extLst xmlns:a="http://schemas.openxmlformats.org/drawingml/2006/main">
              <a:ext uri="{FF2B5EF4-FFF2-40B4-BE49-F238E27FC236}">
                <a16:creationId xmlns:a16="http://schemas.microsoft.com/office/drawing/2014/main" id="{AB088061-6E24-406B-8EDB-72694622F158}"/>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6cfadf093314896"/>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BB9D725-2B58-4642-A28F-22C8EF5772D2}"/>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91E04FD4-7EC0-4E3F-9562-7F76C6C7ACED}"/>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RootGlasss</a:t>
            </a:r>
          </a:p>
        </p:txBody>
      </p:sp>
      <p:sp>
        <p:nvSpPr>
          <p:cNvPr id="16" name="">
            <a:extLst xmlns:a="http://schemas.openxmlformats.org/drawingml/2006/main">
              <a:ext uri="{FF2B5EF4-FFF2-40B4-BE49-F238E27FC236}">
                <a16:creationId xmlns:a16="http://schemas.microsoft.com/office/drawing/2014/main" id="{50FAC6CE-DF75-4652-88A1-0218BD951439}"/>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0B94DA60-488E-4461-A8D3-8C5E995E7031}"/>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853524A-38BA-46D5-AD14-F9C45BBC2C74}"/>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622271127"/>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EF9787-1E03-4E80-8D06-039EFB158B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EE8D41-64B6-4EC5-A731-8C0A32A724F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9FFFC2BC-3BDD-467D-8972-20D4D8A0D6D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3F46FCE-812C-4967-B303-7FA4E8A1A5A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1" name=""/>
          <p:cNvGraphicFramePr/>
          <p:nvPr/>
        </p:nvGraphicFramePr>
        <p:xfrm>
          <a:off xmlns:a="http://schemas.openxmlformats.org/drawingml/2006/main" x="723900" y="1809750"/>
          <a:ext xmlns:a="http://schemas.openxmlformats.org/drawingml/2006/main" cx="10572750" cy="3667125"/>
        </p:xfrm>
        <a:graphic xmlns:a="http://schemas.openxmlformats.org/drawingml/2006/main">
          <a:graphicData uri="http://schemas.openxmlformats.org/drawingml/2006/table">
            <a:tbl>
              <a:tblPr/>
              <a:tblGrid>
                <a:gridCol w="3143250"/>
                <a:gridCol w="4286250"/>
                <a:gridCol w="3143250"/>
              </a:tblGrid>
              <a:tr h="523875">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数値</a:t>
                      </a:r>
                    </a:p>
                  </a:txBody>
                  <a:tcPr marL="91440" marR="91440" marT="45720" marB="45720">
                    <a:solidFill>
                      <a:srgbClr val="25333A"/>
                    </a:solidFill>
                  </a:tcPr>
                </a:tc>
              </a:tr>
              <a:tr h="523875">
                <a:tc>
                  <a:txBody>
                    <a:bodyPr/>
                    <a:lstStyle/>
                    <a:p>
                      <a:r>
                        <a:rPr sz="1275"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同一データを1回だけ販売</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平均1回（悲観シナリオ）</a:t>
                      </a:r>
                    </a:p>
                  </a:txBody>
                  <a:tcPr marL="91440" marR="91440" marT="45720" marB="45720">
                    <a:solidFill>
                      <a:srgbClr val="DCE8EF"/>
                    </a:solidFill>
                  </a:tcPr>
                </a:tc>
              </a:tr>
              <a:tr h="523875">
                <a:tc>
                  <a:txBody>
                    <a:bodyPr/>
                    <a:lstStyle/>
                    <a:p>
                      <a:r>
                        <a:rPr sz="1275"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800円</a:t>
                      </a:r>
                    </a:p>
                  </a:txBody>
                  <a:tcPr marL="91440" marR="91440" marT="45720" marB="45720">
                    <a:solidFill>
                      <a:srgbClr val="FFFFFF"/>
                    </a:solidFill>
                  </a:tcPr>
                </a:tc>
              </a:tr>
              <a:tr h="523875">
                <a:tc>
                  <a:txBody>
                    <a:bodyPr/>
                    <a:lstStyle/>
                    <a:p>
                      <a:r>
                        <a:rPr sz="1275"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約73円</a:t>
                      </a:r>
                    </a:p>
                  </a:txBody>
                  <a:tcPr marL="91440" marR="91440" marT="45720" marB="45720">
                    <a:solidFill>
                      <a:srgbClr val="FFFFFF"/>
                    </a:solidFill>
                  </a:tcPr>
                </a:tc>
              </a:tr>
              <a:tr h="523875">
                <a:tc>
                  <a:txBody>
                    <a:bodyPr/>
                    <a:lstStyle/>
                    <a:p>
                      <a:r>
                        <a:rPr sz="1275"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379C641D-0FC9-45D5-9B96-49C1D50B7D9C}"/>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110時間/月（中間シナリオ）</a:t>
            </a:r>
          </a:p>
        </p:txBody>
      </p:sp>
    </p:spTree>
    <p:extLst>
      <p:ext uri="{BB962C8B-B14F-4D97-AF65-F5344CB8AC3E}">
        <p14:creationId xmlns:p14="http://schemas.microsoft.com/office/powerpoint/2010/main" val="2075568639"/>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82D665-4578-487A-9563-B41EB3D8840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958A53-5A87-4ED5-A57F-31CA3CB0922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6CF91A31-A15C-49D7-B0A0-7B72850FE7A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FBC2AB-429D-493B-A612-EDB2D249EF6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714500"/>
          <a:ext xmlns:a="http://schemas.openxmlformats.org/drawingml/2006/main" cx="10572750" cy="3714750"/>
        </p:xfrm>
        <a:graphic xmlns:a="http://schemas.openxmlformats.org/drawingml/2006/main">
          <a:graphicData uri="http://schemas.openxmlformats.org/drawingml/2006/table">
            <a:tbl>
              <a:tblPr/>
              <a:tblGrid>
                <a:gridCol w="3238500"/>
                <a:gridCol w="2286000"/>
                <a:gridCol w="2286000"/>
                <a:gridCol w="2762250"/>
              </a:tblGrid>
              <a:tr h="464344">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64344">
                <a:tc>
                  <a:txBody>
                    <a:bodyPr/>
                    <a:lstStyle/>
                    <a:p>
                      <a:r>
                        <a:rPr sz="1200" b="1">
                          <a:solidFill>
                            <a:srgbClr val="15191B"/>
                          </a:solidFill>
                          <a:latin typeface="Hiragino Sans"/>
                          <a:ea typeface="Hiragino Sans"/>
                          <a:cs typeface="Hiragino Sans"/>
                        </a:rPr>
                        <a:t>平均販売回数</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1回</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91台</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1,600万円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800万円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r h="464344">
                <a:tc>
                  <a:txBody>
                    <a:bodyPr/>
                    <a:lstStyle/>
                    <a:p>
                      <a:r>
                        <a:rPr sz="1200"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00" b="1">
                          <a:solidFill>
                            <a:srgbClr val="15191B"/>
                          </a:solidFill>
                          <a:latin typeface="Hiragino Sans"/>
                          <a:ea typeface="Hiragino Sans"/>
                          <a:cs typeface="Hiragino Sans"/>
                        </a:rPr>
                        <a:t>727.2万円</a:t>
                      </a:r>
                    </a:p>
                  </a:txBody>
                  <a:tcPr marL="91440" marR="91440" marT="45720" marB="45720">
                    <a:solidFill>
                      <a:srgbClr val="DCE8EF"/>
                    </a:solidFill>
                  </a:tcPr>
                </a:tc>
              </a:tr>
              <a:tr h="464344">
                <a:tc>
                  <a:txBody>
                    <a:bodyPr/>
                    <a:lstStyle/>
                    <a:p>
                      <a:r>
                        <a:rPr sz="1200"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00"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8186DBA-6334-4E1A-8CAD-1E8B080D1A0F}"/>
              </a:ext>
            </a:extLst>
          </p:cNvPr>
          <p:cNvSpPr>
            <a:spLocks xmlns:a="http://schemas.openxmlformats.org/drawingml/2006/main" noGrp="1"/>
          </p:cNvSpPr>
          <p:nvPr/>
        </p:nvSpPr>
        <p:spPr>
          <a:xfrm xmlns:a="http://schemas.openxmlformats.org/drawingml/2006/main" rot="0">
            <a:off x="723900" y="5600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5191B"/>
                </a:solidFill>
                <a:latin typeface="Hiragino Sans"/>
                <a:ea typeface="Hiragino Sans"/>
                <a:cs typeface="Hiragino Sans"/>
              </a:defRPr>
            </a:pPr>
            <a:r>
              <a:rPr sz="1350" b="1">
                <a:solidFill>
                  <a:srgbClr val="15191B"/>
                </a:solidFill>
                <a:latin typeface="Hiragino Sans"/>
                <a:ea typeface="Hiragino Sans"/>
                <a:cs typeface="Hiragino Sans"/>
              </a:rPr>
              <a:t>月10,000時間を12か月継続：会社取り分9,600万円、デバイス償却後約8,726万円。</a:t>
            </a:r>
          </a:p>
        </p:txBody>
      </p:sp>
      <p:sp>
        <p:nvSpPr>
          <p:cNvPr id="7" name="">
            <a:extLst xmlns:a="http://schemas.openxmlformats.org/drawingml/2006/main">
              <a:ext uri="{FF2B5EF4-FFF2-40B4-BE49-F238E27FC236}">
                <a16:creationId xmlns:a16="http://schemas.microsoft.com/office/drawing/2014/main" id="{C47122FC-A5E8-4C47-B5B7-D58757C32E3F}"/>
              </a:ext>
            </a:extLst>
          </p:cNvPr>
          <p:cNvSpPr>
            <a:spLocks xmlns:a="http://schemas.openxmlformats.org/drawingml/2006/main" noGrp="1"/>
          </p:cNvSpPr>
          <p:nvPr/>
        </p:nvSpPr>
        <p:spPr>
          <a:xfrm xmlns:a="http://schemas.openxmlformats.org/drawingml/2006/main" rot="0">
            <a:off x="723900" y="59817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データは在庫として積み上がり、過去に収集した分も売り続けられる。平均2回販売なら会社取り分は月1,600万円、3回なら月2,400万円になる。</a:t>
            </a:r>
          </a:p>
        </p:txBody>
      </p:sp>
    </p:spTree>
    <p:extLst>
      <p:ext uri="{BB962C8B-B14F-4D97-AF65-F5344CB8AC3E}">
        <p14:creationId xmlns:p14="http://schemas.microsoft.com/office/powerpoint/2010/main" val="970757070"/>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8023AF-5F6F-44F6-A0A7-281A3EC37E9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74BA32-13BE-47BC-A5F8-D8FC2BF6A91C}"/>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F45CFA74-8C18-4A54-B39F-6B854762109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CBEBF6-E65A-46C3-98F9-C3DA4EF3494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EBBD9303-B3F1-4C22-B532-FC9B6E1AC7D7}"/>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F6749CB5-B940-45AA-9E9B-9268DD76160B}"/>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457DD71D-1F04-4729-8281-5ABC5C4E51AE}"/>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581C94-6BF8-4290-9347-0CD86A4F361A}"/>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0760FF2D-A211-4496-93AA-B51DC6E9A80F}"/>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9E83FE81-3183-44F0-8248-AE11D2ACDC1A}"/>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0928DCD-D640-4466-9C98-3D6B5F576C2D}"/>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5A44CA85-BCF1-48D0-BA7B-D9154DCED288}"/>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8FACDE24-482E-4DE2-863D-26B56C4D3D6C}"/>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5FB25D2-B3A5-4277-9548-3279F5C42F47}"/>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7CA92A11-5553-45C5-9134-604B060C6303}"/>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430335415"/>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501E6D-A5DB-43D4-BD4B-A3FF14197F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9CA28C-BC41-4806-846C-B3A58965FDD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3A056BE8-9328-41C0-A2A3-391939499E1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1308A6-E45B-4BFD-8C2C-9047D9FCB2D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DAA3A858-9217-46E3-9986-2152E0EDB1A9}"/>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8F16C202-1416-478E-9B7E-CC308DE9D0BB}"/>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6CCC25D7-534C-450F-8B0A-68865F2C0676}"/>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9C20EB-BD5D-4475-AEFD-0D05442660A6}"/>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417CED4C-F0CE-4AF4-9612-BE7B15201B6D}"/>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7E079B60-0ABB-4E79-9551-406319325029}"/>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F553DB-F301-4AA3-AE00-8A00449C382E}"/>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9C5389EF-820B-4035-B2C1-2314CBEF55CA}"/>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B2829C56-CE5F-4C79-97CC-C5482057B8C7}"/>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068395327"/>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F6AD582A-9216-41C7-8EE4-E2332A1CF0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B8908A-4D96-4948-A4BF-B448A715626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37FA173B-F08D-4B29-BC34-FE45DB50704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8F16F9D-0EC7-40A6-A205-17BF3D2E327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99B3975F-8854-49E3-A89E-1E10C7B1DBC5}"/>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7773150-754B-414B-9540-7B12D99736A0}"/>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2BBA8B0A-9F3B-4AD5-BCE9-325A70DF072F}"/>
              </a:ext>
            </a:extLst>
          </p:cNvPr>
          <p:cNvSpPr>
            <a:spLocks xmlns:a="http://schemas.openxmlformats.org/drawingml/2006/main" noGrp="1"/>
          </p:cNvSpPr>
          <p:nvPr/>
        </p:nvSpPr>
        <p:spPr>
          <a:xfrm xmlns:a="http://schemas.openxmlformats.org/drawingml/2006/main">
            <a:off x="305752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9287DFEA-B6E0-4B82-9E2E-F7CEB84C6F45}"/>
              </a:ext>
            </a:extLst>
          </p:cNvPr>
          <p:cNvSpPr>
            <a:spLocks xmlns:a="http://schemas.openxmlformats.org/drawingml/2006/main" noGrp="1"/>
          </p:cNvSpPr>
          <p:nvPr/>
        </p:nvSpPr>
        <p:spPr>
          <a:xfrm xmlns:a="http://schemas.openxmlformats.org/drawingml/2006/main" rot="0">
            <a:off x="305752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10月</a:t>
            </a:r>
          </a:p>
        </p:txBody>
      </p:sp>
      <p:sp>
        <p:nvSpPr>
          <p:cNvPr id="9" name="">
            <a:extLst xmlns:a="http://schemas.openxmlformats.org/drawingml/2006/main">
              <a:ext uri="{FF2B5EF4-FFF2-40B4-BE49-F238E27FC236}">
                <a16:creationId xmlns:a16="http://schemas.microsoft.com/office/drawing/2014/main" id="{7084DAB4-C45D-475E-B2D1-271BA3DA035C}"/>
              </a:ext>
            </a:extLst>
          </p:cNvPr>
          <p:cNvSpPr>
            <a:spLocks xmlns:a="http://schemas.openxmlformats.org/drawingml/2006/main" noGrp="1"/>
          </p:cNvSpPr>
          <p:nvPr/>
        </p:nvSpPr>
        <p:spPr>
          <a:xfrm xmlns:a="http://schemas.openxmlformats.org/drawingml/2006/main">
            <a:off x="5803900"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5BF6199D-6B6D-4523-8460-88DEAEB6BEB2}"/>
              </a:ext>
            </a:extLst>
          </p:cNvPr>
          <p:cNvSpPr>
            <a:spLocks xmlns:a="http://schemas.openxmlformats.org/drawingml/2006/main" noGrp="1"/>
          </p:cNvSpPr>
          <p:nvPr/>
        </p:nvSpPr>
        <p:spPr>
          <a:xfrm xmlns:a="http://schemas.openxmlformats.org/drawingml/2006/main" rot="0">
            <a:off x="5803900"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11月</a:t>
            </a:r>
          </a:p>
        </p:txBody>
      </p:sp>
      <p:sp>
        <p:nvSpPr>
          <p:cNvPr id="11" name="">
            <a:extLst xmlns:a="http://schemas.openxmlformats.org/drawingml/2006/main">
              <a:ext uri="{FF2B5EF4-FFF2-40B4-BE49-F238E27FC236}">
                <a16:creationId xmlns:a16="http://schemas.microsoft.com/office/drawing/2014/main" id="{28D5A41C-2BC2-4AEB-BF22-3230AA1E1E77}"/>
              </a:ext>
            </a:extLst>
          </p:cNvPr>
          <p:cNvSpPr>
            <a:spLocks xmlns:a="http://schemas.openxmlformats.org/drawingml/2006/main" noGrp="1"/>
          </p:cNvSpPr>
          <p:nvPr/>
        </p:nvSpPr>
        <p:spPr>
          <a:xfrm xmlns:a="http://schemas.openxmlformats.org/drawingml/2006/main">
            <a:off x="8550275" y="1809750"/>
            <a:ext cx="2746375"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AE94D73-8AC7-4491-AEBE-DEB9C3EA704A}"/>
              </a:ext>
            </a:extLst>
          </p:cNvPr>
          <p:cNvSpPr>
            <a:spLocks xmlns:a="http://schemas.openxmlformats.org/drawingml/2006/main" noGrp="1"/>
          </p:cNvSpPr>
          <p:nvPr/>
        </p:nvSpPr>
        <p:spPr>
          <a:xfrm xmlns:a="http://schemas.openxmlformats.org/drawingml/2006/main" rot="0">
            <a:off x="8550275" y="1933575"/>
            <a:ext cx="2746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12月</a:t>
            </a:r>
          </a:p>
        </p:txBody>
      </p:sp>
      <p:sp>
        <p:nvSpPr>
          <p:cNvPr id="13" name="">
            <a:extLst xmlns:a="http://schemas.openxmlformats.org/drawingml/2006/main">
              <a:ext uri="{FF2B5EF4-FFF2-40B4-BE49-F238E27FC236}">
                <a16:creationId xmlns:a16="http://schemas.microsoft.com/office/drawing/2014/main" id="{BAF1FB1E-B6E7-419C-AF89-ED6DA01E2403}"/>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0FD7B865-AA02-4476-8952-ECEDA18EBB7B}"/>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収集規模</a:t>
            </a:r>
          </a:p>
        </p:txBody>
      </p:sp>
      <p:sp>
        <p:nvSpPr>
          <p:cNvPr id="15" name="">
            <a:extLst xmlns:a="http://schemas.openxmlformats.org/drawingml/2006/main">
              <a:ext uri="{FF2B5EF4-FFF2-40B4-BE49-F238E27FC236}">
                <a16:creationId xmlns:a16="http://schemas.microsoft.com/office/drawing/2014/main" id="{E00D51A0-9BC8-4176-992E-9E00739380F3}"/>
              </a:ext>
            </a:extLst>
          </p:cNvPr>
          <p:cNvSpPr>
            <a:spLocks xmlns:a="http://schemas.openxmlformats.org/drawingml/2006/main" noGrp="1"/>
          </p:cNvSpPr>
          <p:nvPr/>
        </p:nvSpPr>
        <p:spPr>
          <a:xfrm xmlns:a="http://schemas.openxmlformats.org/drawingml/2006/main">
            <a:off x="305752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E4FD5474-223B-4B3F-B98E-FE8115753A9D}"/>
              </a:ext>
            </a:extLst>
          </p:cNvPr>
          <p:cNvSpPr>
            <a:spLocks xmlns:a="http://schemas.openxmlformats.org/drawingml/2006/main" noGrp="1"/>
          </p:cNvSpPr>
          <p:nvPr/>
        </p:nvSpPr>
        <p:spPr>
          <a:xfrm xmlns:a="http://schemas.openxmlformats.org/drawingml/2006/main">
            <a:off x="5803900"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7" name="">
            <a:extLst xmlns:a="http://schemas.openxmlformats.org/drawingml/2006/main">
              <a:ext uri="{FF2B5EF4-FFF2-40B4-BE49-F238E27FC236}">
                <a16:creationId xmlns:a16="http://schemas.microsoft.com/office/drawing/2014/main" id="{BDE50A0E-FC76-4D19-BC20-DC5C502D8F1E}"/>
              </a:ext>
            </a:extLst>
          </p:cNvPr>
          <p:cNvSpPr>
            <a:spLocks xmlns:a="http://schemas.openxmlformats.org/drawingml/2006/main" noGrp="1"/>
          </p:cNvSpPr>
          <p:nvPr/>
        </p:nvSpPr>
        <p:spPr>
          <a:xfrm xmlns:a="http://schemas.openxmlformats.org/drawingml/2006/main">
            <a:off x="8550275" y="22860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A1FF34D9-ED01-4019-97AE-6F09014FE3C6}"/>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19" name="">
            <a:extLst xmlns:a="http://schemas.openxmlformats.org/drawingml/2006/main">
              <a:ext uri="{FF2B5EF4-FFF2-40B4-BE49-F238E27FC236}">
                <a16:creationId xmlns:a16="http://schemas.microsoft.com/office/drawing/2014/main" id="{3F32580C-7302-46AA-BA55-102EFF9F0845}"/>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10月 500時間　　11月 維持　　12月 1,000時間</a:t>
            </a:r>
          </a:p>
        </p:txBody>
      </p:sp>
      <p:sp>
        <p:nvSpPr>
          <p:cNvPr id="20" name="">
            <a:extLst xmlns:a="http://schemas.openxmlformats.org/drawingml/2006/main">
              <a:ext uri="{FF2B5EF4-FFF2-40B4-BE49-F238E27FC236}">
                <a16:creationId xmlns:a16="http://schemas.microsoft.com/office/drawing/2014/main" id="{FDD18CEB-A563-4C40-A11B-BD45A7F0B6F7}"/>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AF4AC3B2-236A-4E7C-8707-9318BC6165BB}"/>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a:t>
            </a:r>
          </a:p>
        </p:txBody>
      </p:sp>
      <p:sp>
        <p:nvSpPr>
          <p:cNvPr id="22" name="">
            <a:extLst xmlns:a="http://schemas.openxmlformats.org/drawingml/2006/main">
              <a:ext uri="{FF2B5EF4-FFF2-40B4-BE49-F238E27FC236}">
                <a16:creationId xmlns:a16="http://schemas.microsoft.com/office/drawing/2014/main" id="{E07ECE1C-B04F-47A7-ADE6-B6CAD6448A3E}"/>
              </a:ext>
            </a:extLst>
          </p:cNvPr>
          <p:cNvSpPr>
            <a:spLocks xmlns:a="http://schemas.openxmlformats.org/drawingml/2006/main" noGrp="1"/>
          </p:cNvSpPr>
          <p:nvPr/>
        </p:nvSpPr>
        <p:spPr>
          <a:xfrm xmlns:a="http://schemas.openxmlformats.org/drawingml/2006/main">
            <a:off x="305752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3" name="">
            <a:extLst xmlns:a="http://schemas.openxmlformats.org/drawingml/2006/main">
              <a:ext uri="{FF2B5EF4-FFF2-40B4-BE49-F238E27FC236}">
                <a16:creationId xmlns:a16="http://schemas.microsoft.com/office/drawing/2014/main" id="{0E81F1E3-EF3F-43A7-B2B9-26EBADEE1CCA}"/>
              </a:ext>
            </a:extLst>
          </p:cNvPr>
          <p:cNvSpPr>
            <a:spLocks xmlns:a="http://schemas.openxmlformats.org/drawingml/2006/main" noGrp="1"/>
          </p:cNvSpPr>
          <p:nvPr/>
        </p:nvSpPr>
        <p:spPr>
          <a:xfrm xmlns:a="http://schemas.openxmlformats.org/drawingml/2006/main">
            <a:off x="5803900"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D77D7ED0-673A-46D9-BA6C-6487BF9BA46E}"/>
              </a:ext>
            </a:extLst>
          </p:cNvPr>
          <p:cNvSpPr>
            <a:spLocks xmlns:a="http://schemas.openxmlformats.org/drawingml/2006/main" noGrp="1"/>
          </p:cNvSpPr>
          <p:nvPr/>
        </p:nvSpPr>
        <p:spPr>
          <a:xfrm xmlns:a="http://schemas.openxmlformats.org/drawingml/2006/main">
            <a:off x="8550275" y="29718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5" name="">
            <a:extLst xmlns:a="http://schemas.openxmlformats.org/drawingml/2006/main">
              <a:ext uri="{FF2B5EF4-FFF2-40B4-BE49-F238E27FC236}">
                <a16:creationId xmlns:a16="http://schemas.microsoft.com/office/drawing/2014/main" id="{2D0014B3-F919-4FA0-AA81-8885E1C2A5DC}"/>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6" name="">
            <a:extLst xmlns:a="http://schemas.openxmlformats.org/drawingml/2006/main">
              <a:ext uri="{FF2B5EF4-FFF2-40B4-BE49-F238E27FC236}">
                <a16:creationId xmlns:a16="http://schemas.microsoft.com/office/drawing/2014/main" id="{1C056DB3-C0BE-4332-97F6-7B2C851DC4CE}"/>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飲食・小売へ拡大</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現場訪問で運用上の懸念を確認</a:t>
            </a:r>
          </a:p>
        </p:txBody>
      </p:sp>
      <p:sp>
        <p:nvSpPr>
          <p:cNvPr id="27" name="">
            <a:extLst xmlns:a="http://schemas.openxmlformats.org/drawingml/2006/main">
              <a:ext uri="{FF2B5EF4-FFF2-40B4-BE49-F238E27FC236}">
                <a16:creationId xmlns:a16="http://schemas.microsoft.com/office/drawing/2014/main" id="{BB77FAA2-A8E4-4680-A6CD-956F33124B47}"/>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A194411B-79F5-439C-B1B8-2E24245E703E}"/>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販売先</a:t>
            </a:r>
          </a:p>
        </p:txBody>
      </p:sp>
      <p:sp>
        <p:nvSpPr>
          <p:cNvPr id="29" name="">
            <a:extLst xmlns:a="http://schemas.openxmlformats.org/drawingml/2006/main">
              <a:ext uri="{FF2B5EF4-FFF2-40B4-BE49-F238E27FC236}">
                <a16:creationId xmlns:a16="http://schemas.microsoft.com/office/drawing/2014/main" id="{1B0B5208-17D3-424D-93A6-E12AE5AA416F}"/>
              </a:ext>
            </a:extLst>
          </p:cNvPr>
          <p:cNvSpPr>
            <a:spLocks xmlns:a="http://schemas.openxmlformats.org/drawingml/2006/main" noGrp="1"/>
          </p:cNvSpPr>
          <p:nvPr/>
        </p:nvSpPr>
        <p:spPr>
          <a:xfrm xmlns:a="http://schemas.openxmlformats.org/drawingml/2006/main">
            <a:off x="305752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0" name="">
            <a:extLst xmlns:a="http://schemas.openxmlformats.org/drawingml/2006/main">
              <a:ext uri="{FF2B5EF4-FFF2-40B4-BE49-F238E27FC236}">
                <a16:creationId xmlns:a16="http://schemas.microsoft.com/office/drawing/2014/main" id="{8107D64E-4719-42EE-A23C-4746288EEBC4}"/>
              </a:ext>
            </a:extLst>
          </p:cNvPr>
          <p:cNvSpPr>
            <a:spLocks xmlns:a="http://schemas.openxmlformats.org/drawingml/2006/main" noGrp="1"/>
          </p:cNvSpPr>
          <p:nvPr/>
        </p:nvSpPr>
        <p:spPr>
          <a:xfrm xmlns:a="http://schemas.openxmlformats.org/drawingml/2006/main">
            <a:off x="5803900"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1" name="">
            <a:extLst xmlns:a="http://schemas.openxmlformats.org/drawingml/2006/main">
              <a:ext uri="{FF2B5EF4-FFF2-40B4-BE49-F238E27FC236}">
                <a16:creationId xmlns:a16="http://schemas.microsoft.com/office/drawing/2014/main" id="{F7DC19F0-A276-45F6-9F7B-DB9BF9645B90}"/>
              </a:ext>
            </a:extLst>
          </p:cNvPr>
          <p:cNvSpPr>
            <a:spLocks xmlns:a="http://schemas.openxmlformats.org/drawingml/2006/main" noGrp="1"/>
          </p:cNvSpPr>
          <p:nvPr/>
        </p:nvSpPr>
        <p:spPr>
          <a:xfrm xmlns:a="http://schemas.openxmlformats.org/drawingml/2006/main">
            <a:off x="8550275" y="36576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AAEEBA14-24E9-43D1-B706-9A0FBC1391CC}"/>
              </a:ext>
            </a:extLst>
          </p:cNvPr>
          <p:cNvSpPr>
            <a:spLocks xmlns:a="http://schemas.openxmlformats.org/drawingml/2006/main" noGrp="1"/>
          </p:cNvSpPr>
          <p:nvPr/>
        </p:nvSpPr>
        <p:spPr>
          <a:xfrm xmlns:a="http://schemas.openxmlformats.org/drawingml/2006/main">
            <a:off x="3152775" y="38195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3" name="">
            <a:extLst xmlns:a="http://schemas.openxmlformats.org/drawingml/2006/main">
              <a:ext uri="{FF2B5EF4-FFF2-40B4-BE49-F238E27FC236}">
                <a16:creationId xmlns:a16="http://schemas.microsoft.com/office/drawing/2014/main" id="{33A8537C-BBC0-421B-8BD8-7925CBB542E8}"/>
              </a:ext>
            </a:extLst>
          </p:cNvPr>
          <p:cNvSpPr>
            <a:spLocks xmlns:a="http://schemas.openxmlformats.org/drawingml/2006/main" noGrp="1"/>
          </p:cNvSpPr>
          <p:nvPr/>
        </p:nvSpPr>
        <p:spPr>
          <a:xfrm xmlns:a="http://schemas.openxmlformats.org/drawingml/2006/main" rot="0">
            <a:off x="3248025" y="37338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Nextremerとの合意・格納</a:t>
            </a:r>
          </a:p>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海外販売先へ再度打診</a:t>
            </a:r>
          </a:p>
        </p:txBody>
      </p:sp>
      <p:sp>
        <p:nvSpPr>
          <p:cNvPr id="34" name="">
            <a:extLst xmlns:a="http://schemas.openxmlformats.org/drawingml/2006/main">
              <a:ext uri="{FF2B5EF4-FFF2-40B4-BE49-F238E27FC236}">
                <a16:creationId xmlns:a16="http://schemas.microsoft.com/office/drawing/2014/main" id="{AB19DE9C-1A9B-49D6-B35F-874A751F4444}"/>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86DCA6C9-CD50-4768-ABCE-A3FFB6A9D01B}"/>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デバイス協働</a:t>
            </a:r>
          </a:p>
        </p:txBody>
      </p:sp>
      <p:sp>
        <p:nvSpPr>
          <p:cNvPr id="36" name="">
            <a:extLst xmlns:a="http://schemas.openxmlformats.org/drawingml/2006/main">
              <a:ext uri="{FF2B5EF4-FFF2-40B4-BE49-F238E27FC236}">
                <a16:creationId xmlns:a16="http://schemas.microsoft.com/office/drawing/2014/main" id="{4ACA5B6D-CCCD-4409-A81F-453FBFD88D8B}"/>
              </a:ext>
            </a:extLst>
          </p:cNvPr>
          <p:cNvSpPr>
            <a:spLocks xmlns:a="http://schemas.openxmlformats.org/drawingml/2006/main" noGrp="1"/>
          </p:cNvSpPr>
          <p:nvPr/>
        </p:nvSpPr>
        <p:spPr>
          <a:xfrm xmlns:a="http://schemas.openxmlformats.org/drawingml/2006/main">
            <a:off x="305752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967C9972-6947-406D-A988-B6C42EE6EBB9}"/>
              </a:ext>
            </a:extLst>
          </p:cNvPr>
          <p:cNvSpPr>
            <a:spLocks xmlns:a="http://schemas.openxmlformats.org/drawingml/2006/main" noGrp="1"/>
          </p:cNvSpPr>
          <p:nvPr/>
        </p:nvSpPr>
        <p:spPr>
          <a:xfrm xmlns:a="http://schemas.openxmlformats.org/drawingml/2006/main">
            <a:off x="5803900"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8" name="">
            <a:extLst xmlns:a="http://schemas.openxmlformats.org/drawingml/2006/main">
              <a:ext uri="{FF2B5EF4-FFF2-40B4-BE49-F238E27FC236}">
                <a16:creationId xmlns:a16="http://schemas.microsoft.com/office/drawing/2014/main" id="{272144E0-27FB-4E1A-83A7-DE4FB448F4A2}"/>
              </a:ext>
            </a:extLst>
          </p:cNvPr>
          <p:cNvSpPr>
            <a:spLocks xmlns:a="http://schemas.openxmlformats.org/drawingml/2006/main" noGrp="1"/>
          </p:cNvSpPr>
          <p:nvPr/>
        </p:nvSpPr>
        <p:spPr>
          <a:xfrm xmlns:a="http://schemas.openxmlformats.org/drawingml/2006/main">
            <a:off x="8550275" y="4343400"/>
            <a:ext cx="274637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9" name="">
            <a:extLst xmlns:a="http://schemas.openxmlformats.org/drawingml/2006/main">
              <a:ext uri="{FF2B5EF4-FFF2-40B4-BE49-F238E27FC236}">
                <a16:creationId xmlns:a16="http://schemas.microsoft.com/office/drawing/2014/main" id="{A6113083-F660-466A-B7BB-F42E1DC545FC}"/>
              </a:ext>
            </a:extLst>
          </p:cNvPr>
          <p:cNvSpPr>
            <a:spLocks xmlns:a="http://schemas.openxmlformats.org/drawingml/2006/main" noGrp="1"/>
          </p:cNvSpPr>
          <p:nvPr/>
        </p:nvSpPr>
        <p:spPr>
          <a:xfrm xmlns:a="http://schemas.openxmlformats.org/drawingml/2006/main">
            <a:off x="3152775" y="45053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0" name="">
            <a:extLst xmlns:a="http://schemas.openxmlformats.org/drawingml/2006/main">
              <a:ext uri="{FF2B5EF4-FFF2-40B4-BE49-F238E27FC236}">
                <a16:creationId xmlns:a16="http://schemas.microsoft.com/office/drawing/2014/main" id="{52BB08BD-50E0-41DF-A837-27E9DAA9F5CD}"/>
              </a:ext>
            </a:extLst>
          </p:cNvPr>
          <p:cNvSpPr>
            <a:spLocks xmlns:a="http://schemas.openxmlformats.org/drawingml/2006/main" noGrp="1"/>
          </p:cNvSpPr>
          <p:nvPr/>
        </p:nvSpPr>
        <p:spPr>
          <a:xfrm xmlns:a="http://schemas.openxmlformats.org/drawingml/2006/main" rot="0">
            <a:off x="3248025" y="44196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撮影デバイス設計で協働できる企業へアプローチ</a:t>
            </a:r>
          </a:p>
        </p:txBody>
      </p:sp>
      <p:sp>
        <p:nvSpPr>
          <p:cNvPr id="41" name="">
            <a:extLst xmlns:a="http://schemas.openxmlformats.org/drawingml/2006/main">
              <a:ext uri="{FF2B5EF4-FFF2-40B4-BE49-F238E27FC236}">
                <a16:creationId xmlns:a16="http://schemas.microsoft.com/office/drawing/2014/main" id="{E01B5A86-5D04-4733-9ACE-DE19AA000A7C}"/>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合意フローとデータ取扱いを法務チェック</a:t>
            </a:r>
          </a:p>
        </p:txBody>
      </p:sp>
    </p:spTree>
    <p:extLst>
      <p:ext uri="{BB962C8B-B14F-4D97-AF65-F5344CB8AC3E}">
        <p14:creationId xmlns:p14="http://schemas.microsoft.com/office/powerpoint/2010/main" val="823975981"/>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03FE26E-6AA9-42F9-B072-F725E395B66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0E263C-E608-47A5-A20A-61BF1C2262E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BE35C6CB-058A-43D7-A8C3-B9A72F54BE7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3113893-DEEE-4A74-82A6-DC90B6EFF38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D3CC2E42-CA35-4E37-9E86-74F0E723A1A0}"/>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30312B-6859-4230-9231-C7BD946AA505}"/>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659D3995-BACF-4376-A882-9189082A5252}"/>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811B29AA-FB23-473F-A8C8-7111750385A2}"/>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9D3E948B-0BE9-4FB8-AA7F-D48CA6EBC3FD}"/>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C7B64795-19AA-46F2-ABA1-7F9FEBBFCE33}"/>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958FBBFF-50AC-489B-AD31-859990CC68DA}"/>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2EFA543D-E2E1-42CF-9537-1474E80997B5}"/>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2289A9F8-C7B3-4238-8089-28F091B64BE0}"/>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FF871F04-899D-40E7-A35A-BA408D224E16}"/>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C51407C5-B309-47A8-90DE-82691D174640}"/>
              </a:ext>
            </a:extLst>
          </p:cNvPr>
          <p:cNvSpPr>
            <a:spLocks xmlns:a="http://schemas.openxmlformats.org/drawingml/2006/main" noGrp="1"/>
          </p:cNvSpPr>
          <p:nvPr/>
        </p:nvSpPr>
        <p:spPr>
          <a:xfrm xmlns:a="http://schemas.openxmlformats.org/drawingml/2006/main">
            <a:off x="723900" y="22860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1ADE3485-2B49-43D9-8FC5-CA6B97AE5406}"/>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06EF52D8-0FF8-4650-B36F-5759AF9F8928}"/>
              </a:ext>
            </a:extLst>
          </p:cNvPr>
          <p:cNvSpPr>
            <a:spLocks xmlns:a="http://schemas.openxmlformats.org/drawingml/2006/main" noGrp="1"/>
          </p:cNvSpPr>
          <p:nvPr/>
        </p:nvSpPr>
        <p:spPr>
          <a:xfrm xmlns:a="http://schemas.openxmlformats.org/drawingml/2006/main">
            <a:off x="3057525"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DB3A3338-4E33-43F1-B6CA-006C48FF7970}"/>
              </a:ext>
            </a:extLst>
          </p:cNvPr>
          <p:cNvSpPr>
            <a:spLocks xmlns:a="http://schemas.openxmlformats.org/drawingml/2006/main" noGrp="1"/>
          </p:cNvSpPr>
          <p:nvPr/>
        </p:nvSpPr>
        <p:spPr>
          <a:xfrm xmlns:a="http://schemas.openxmlformats.org/drawingml/2006/main">
            <a:off x="5117306"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F5DA4F10-C7F7-466C-9515-CC7B3E025E43}"/>
              </a:ext>
            </a:extLst>
          </p:cNvPr>
          <p:cNvSpPr>
            <a:spLocks xmlns:a="http://schemas.openxmlformats.org/drawingml/2006/main" noGrp="1"/>
          </p:cNvSpPr>
          <p:nvPr/>
        </p:nvSpPr>
        <p:spPr>
          <a:xfrm xmlns:a="http://schemas.openxmlformats.org/drawingml/2006/main">
            <a:off x="7177088"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A3B78170-D81C-4CEC-AF29-6E8F1FCAA3C6}"/>
              </a:ext>
            </a:extLst>
          </p:cNvPr>
          <p:cNvSpPr>
            <a:spLocks xmlns:a="http://schemas.openxmlformats.org/drawingml/2006/main" noGrp="1"/>
          </p:cNvSpPr>
          <p:nvPr/>
        </p:nvSpPr>
        <p:spPr>
          <a:xfrm xmlns:a="http://schemas.openxmlformats.org/drawingml/2006/main">
            <a:off x="9236869" y="22860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05806C65-8E8C-4B1F-8604-E536E1FA0A96}"/>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7E3197CC-8CF2-4F32-852C-3BDB6DE48E79}"/>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Q1 宿泊・リフォーム・清掃　　Q2以降 介護・医療へ拡大</a:t>
            </a:r>
          </a:p>
        </p:txBody>
      </p:sp>
      <p:sp>
        <p:nvSpPr>
          <p:cNvPr id="23" name="">
            <a:extLst xmlns:a="http://schemas.openxmlformats.org/drawingml/2006/main">
              <a:ext uri="{FF2B5EF4-FFF2-40B4-BE49-F238E27FC236}">
                <a16:creationId xmlns:a16="http://schemas.microsoft.com/office/drawing/2014/main" id="{F62E254D-3C56-4894-945A-62C888F1B18B}"/>
              </a:ext>
            </a:extLst>
          </p:cNvPr>
          <p:cNvSpPr>
            <a:spLocks xmlns:a="http://schemas.openxmlformats.org/drawingml/2006/main" noGrp="1"/>
          </p:cNvSpPr>
          <p:nvPr/>
        </p:nvSpPr>
        <p:spPr>
          <a:xfrm xmlns:a="http://schemas.openxmlformats.org/drawingml/2006/main">
            <a:off x="723900" y="30670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96358167-4CCA-4500-A78B-AC8E96CAB9E6}"/>
              </a:ext>
            </a:extLst>
          </p:cNvPr>
          <p:cNvSpPr>
            <a:spLocks xmlns:a="http://schemas.openxmlformats.org/drawingml/2006/main" noGrp="1"/>
          </p:cNvSpPr>
          <p:nvPr/>
        </p:nvSpPr>
        <p:spPr>
          <a:xfrm xmlns:a="http://schemas.openxmlformats.org/drawingml/2006/main" rot="0">
            <a:off x="857250" y="32766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デバイス・知財</a:t>
            </a:r>
          </a:p>
        </p:txBody>
      </p:sp>
      <p:sp>
        <p:nvSpPr>
          <p:cNvPr id="25" name="">
            <a:extLst xmlns:a="http://schemas.openxmlformats.org/drawingml/2006/main">
              <a:ext uri="{FF2B5EF4-FFF2-40B4-BE49-F238E27FC236}">
                <a16:creationId xmlns:a16="http://schemas.microsoft.com/office/drawing/2014/main" id="{5212B18F-F88F-4408-A9DA-FFF411DBFC33}"/>
              </a:ext>
            </a:extLst>
          </p:cNvPr>
          <p:cNvSpPr>
            <a:spLocks xmlns:a="http://schemas.openxmlformats.org/drawingml/2006/main" noGrp="1"/>
          </p:cNvSpPr>
          <p:nvPr/>
        </p:nvSpPr>
        <p:spPr>
          <a:xfrm xmlns:a="http://schemas.openxmlformats.org/drawingml/2006/main">
            <a:off x="3057525"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D6805DFE-A01F-41C0-9811-97CA28E87F0A}"/>
              </a:ext>
            </a:extLst>
          </p:cNvPr>
          <p:cNvSpPr>
            <a:spLocks xmlns:a="http://schemas.openxmlformats.org/drawingml/2006/main" noGrp="1"/>
          </p:cNvSpPr>
          <p:nvPr/>
        </p:nvSpPr>
        <p:spPr>
          <a:xfrm xmlns:a="http://schemas.openxmlformats.org/drawingml/2006/main">
            <a:off x="5117306"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6284146C-0CFD-4ADD-98B0-3F24A05D1DAA}"/>
              </a:ext>
            </a:extLst>
          </p:cNvPr>
          <p:cNvSpPr>
            <a:spLocks xmlns:a="http://schemas.openxmlformats.org/drawingml/2006/main" noGrp="1"/>
          </p:cNvSpPr>
          <p:nvPr/>
        </p:nvSpPr>
        <p:spPr>
          <a:xfrm xmlns:a="http://schemas.openxmlformats.org/drawingml/2006/main">
            <a:off x="7177088"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DE239916-84EA-4D7E-A9E1-36F9D1AE1555}"/>
              </a:ext>
            </a:extLst>
          </p:cNvPr>
          <p:cNvSpPr>
            <a:spLocks xmlns:a="http://schemas.openxmlformats.org/drawingml/2006/main" noGrp="1"/>
          </p:cNvSpPr>
          <p:nvPr/>
        </p:nvSpPr>
        <p:spPr>
          <a:xfrm xmlns:a="http://schemas.openxmlformats.org/drawingml/2006/main">
            <a:off x="9236869" y="30670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71FC59DE-B8B1-4DFC-A160-6F7F1DE1532E}"/>
              </a:ext>
            </a:extLst>
          </p:cNvPr>
          <p:cNvSpPr>
            <a:spLocks xmlns:a="http://schemas.openxmlformats.org/drawingml/2006/main" noGrp="1"/>
          </p:cNvSpPr>
          <p:nvPr/>
        </p:nvSpPr>
        <p:spPr>
          <a:xfrm xmlns:a="http://schemas.openxmlformats.org/drawingml/2006/main">
            <a:off x="3152775" y="322897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D51FD754-752C-4496-8737-5E17BC9595C4}"/>
              </a:ext>
            </a:extLst>
          </p:cNvPr>
          <p:cNvSpPr>
            <a:spLocks xmlns:a="http://schemas.openxmlformats.org/drawingml/2006/main" noGrp="1"/>
          </p:cNvSpPr>
          <p:nvPr/>
        </p:nvSpPr>
        <p:spPr>
          <a:xfrm xmlns:a="http://schemas.openxmlformats.org/drawingml/2006/main" rot="0">
            <a:off x="3248025" y="314325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開発、意匠・特許の準備・出願</a:t>
            </a:r>
          </a:p>
        </p:txBody>
      </p:sp>
      <p:sp>
        <p:nvSpPr>
          <p:cNvPr id="31" name="">
            <a:extLst xmlns:a="http://schemas.openxmlformats.org/drawingml/2006/main">
              <a:ext uri="{FF2B5EF4-FFF2-40B4-BE49-F238E27FC236}">
                <a16:creationId xmlns:a16="http://schemas.microsoft.com/office/drawing/2014/main" id="{97CE548C-42AC-4979-9353-875414CADC6A}"/>
              </a:ext>
            </a:extLst>
          </p:cNvPr>
          <p:cNvSpPr>
            <a:spLocks xmlns:a="http://schemas.openxmlformats.org/drawingml/2006/main" noGrp="1"/>
          </p:cNvSpPr>
          <p:nvPr/>
        </p:nvSpPr>
        <p:spPr>
          <a:xfrm xmlns:a="http://schemas.openxmlformats.org/drawingml/2006/main">
            <a:off x="723900" y="384810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B5255A08-6B4D-466D-B653-8E0A9296234E}"/>
              </a:ext>
            </a:extLst>
          </p:cNvPr>
          <p:cNvSpPr>
            <a:spLocks xmlns:a="http://schemas.openxmlformats.org/drawingml/2006/main" noGrp="1"/>
          </p:cNvSpPr>
          <p:nvPr/>
        </p:nvSpPr>
        <p:spPr>
          <a:xfrm xmlns:a="http://schemas.openxmlformats.org/drawingml/2006/main" rot="0">
            <a:off x="857250" y="40576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ロボット企業・政府</a:t>
            </a:r>
          </a:p>
        </p:txBody>
      </p:sp>
      <p:sp>
        <p:nvSpPr>
          <p:cNvPr id="33" name="">
            <a:extLst xmlns:a="http://schemas.openxmlformats.org/drawingml/2006/main">
              <a:ext uri="{FF2B5EF4-FFF2-40B4-BE49-F238E27FC236}">
                <a16:creationId xmlns:a16="http://schemas.microsoft.com/office/drawing/2014/main" id="{F1412CA0-4E69-4C21-8EAE-C0DA3A101E2F}"/>
              </a:ext>
            </a:extLst>
          </p:cNvPr>
          <p:cNvSpPr>
            <a:spLocks xmlns:a="http://schemas.openxmlformats.org/drawingml/2006/main" noGrp="1"/>
          </p:cNvSpPr>
          <p:nvPr/>
        </p:nvSpPr>
        <p:spPr>
          <a:xfrm xmlns:a="http://schemas.openxmlformats.org/drawingml/2006/main">
            <a:off x="3057525"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C5388393-9A86-4274-BC2B-67ED9AB46558}"/>
              </a:ext>
            </a:extLst>
          </p:cNvPr>
          <p:cNvSpPr>
            <a:spLocks xmlns:a="http://schemas.openxmlformats.org/drawingml/2006/main" noGrp="1"/>
          </p:cNvSpPr>
          <p:nvPr/>
        </p:nvSpPr>
        <p:spPr>
          <a:xfrm xmlns:a="http://schemas.openxmlformats.org/drawingml/2006/main">
            <a:off x="5117306"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2033F5C0-EB83-4456-A456-41E38871F6C8}"/>
              </a:ext>
            </a:extLst>
          </p:cNvPr>
          <p:cNvSpPr>
            <a:spLocks xmlns:a="http://schemas.openxmlformats.org/drawingml/2006/main" noGrp="1"/>
          </p:cNvSpPr>
          <p:nvPr/>
        </p:nvSpPr>
        <p:spPr>
          <a:xfrm xmlns:a="http://schemas.openxmlformats.org/drawingml/2006/main">
            <a:off x="7177088"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14508D17-C752-40A0-A7D6-96030A2727F5}"/>
              </a:ext>
            </a:extLst>
          </p:cNvPr>
          <p:cNvSpPr>
            <a:spLocks xmlns:a="http://schemas.openxmlformats.org/drawingml/2006/main" noGrp="1"/>
          </p:cNvSpPr>
          <p:nvPr/>
        </p:nvSpPr>
        <p:spPr>
          <a:xfrm xmlns:a="http://schemas.openxmlformats.org/drawingml/2006/main">
            <a:off x="9236869" y="384810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5AAB31DC-B17F-4C92-BED2-D9F964E9FBA1}"/>
              </a:ext>
            </a:extLst>
          </p:cNvPr>
          <p:cNvSpPr>
            <a:spLocks xmlns:a="http://schemas.openxmlformats.org/drawingml/2006/main" noGrp="1"/>
          </p:cNvSpPr>
          <p:nvPr/>
        </p:nvSpPr>
        <p:spPr>
          <a:xfrm xmlns:a="http://schemas.openxmlformats.org/drawingml/2006/main">
            <a:off x="5212556" y="40100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BB0B6E04-963B-4561-9F51-0D8E074600DF}"/>
              </a:ext>
            </a:extLst>
          </p:cNvPr>
          <p:cNvSpPr>
            <a:spLocks xmlns:a="http://schemas.openxmlformats.org/drawingml/2006/main" noGrp="1"/>
          </p:cNvSpPr>
          <p:nvPr/>
        </p:nvSpPr>
        <p:spPr>
          <a:xfrm xmlns:a="http://schemas.openxmlformats.org/drawingml/2006/main" rot="0">
            <a:off x="5307806" y="39243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高プライバシーデータの活用設計</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現場データ収集を打診</a:t>
            </a:r>
          </a:p>
        </p:txBody>
      </p:sp>
      <p:sp>
        <p:nvSpPr>
          <p:cNvPr id="39" name="">
            <a:extLst xmlns:a="http://schemas.openxmlformats.org/drawingml/2006/main">
              <a:ext uri="{FF2B5EF4-FFF2-40B4-BE49-F238E27FC236}">
                <a16:creationId xmlns:a16="http://schemas.microsoft.com/office/drawing/2014/main" id="{C5BA85A5-3FCA-4286-953A-3C4DF2DF7AB1}"/>
              </a:ext>
            </a:extLst>
          </p:cNvPr>
          <p:cNvSpPr>
            <a:spLocks xmlns:a="http://schemas.openxmlformats.org/drawingml/2006/main" noGrp="1"/>
          </p:cNvSpPr>
          <p:nvPr/>
        </p:nvSpPr>
        <p:spPr>
          <a:xfrm xmlns:a="http://schemas.openxmlformats.org/drawingml/2006/main">
            <a:off x="723900" y="4629150"/>
            <a:ext cx="233362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25733C27-3DF3-423D-B24C-11276F46C062}"/>
              </a:ext>
            </a:extLst>
          </p:cNvPr>
          <p:cNvSpPr>
            <a:spLocks xmlns:a="http://schemas.openxmlformats.org/drawingml/2006/main" noGrp="1"/>
          </p:cNvSpPr>
          <p:nvPr/>
        </p:nvSpPr>
        <p:spPr>
          <a:xfrm xmlns:a="http://schemas.openxmlformats.org/drawingml/2006/main" rot="0">
            <a:off x="857250" y="483870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大学・研究</a:t>
            </a:r>
          </a:p>
        </p:txBody>
      </p:sp>
      <p:sp>
        <p:nvSpPr>
          <p:cNvPr id="41" name="">
            <a:extLst xmlns:a="http://schemas.openxmlformats.org/drawingml/2006/main">
              <a:ext uri="{FF2B5EF4-FFF2-40B4-BE49-F238E27FC236}">
                <a16:creationId xmlns:a16="http://schemas.microsoft.com/office/drawing/2014/main" id="{D7568D38-273A-41DB-AB3E-CC585EE3FFC3}"/>
              </a:ext>
            </a:extLst>
          </p:cNvPr>
          <p:cNvSpPr>
            <a:spLocks xmlns:a="http://schemas.openxmlformats.org/drawingml/2006/main" noGrp="1"/>
          </p:cNvSpPr>
          <p:nvPr/>
        </p:nvSpPr>
        <p:spPr>
          <a:xfrm xmlns:a="http://schemas.openxmlformats.org/drawingml/2006/main">
            <a:off x="3057525"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D28D0587-AE2D-44A1-A8EF-0194DB07D5A2}"/>
              </a:ext>
            </a:extLst>
          </p:cNvPr>
          <p:cNvSpPr>
            <a:spLocks xmlns:a="http://schemas.openxmlformats.org/drawingml/2006/main" noGrp="1"/>
          </p:cNvSpPr>
          <p:nvPr/>
        </p:nvSpPr>
        <p:spPr>
          <a:xfrm xmlns:a="http://schemas.openxmlformats.org/drawingml/2006/main">
            <a:off x="5117306"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A08F38A9-9F9C-4158-93AD-CDB99A01AE8C}"/>
              </a:ext>
            </a:extLst>
          </p:cNvPr>
          <p:cNvSpPr>
            <a:spLocks xmlns:a="http://schemas.openxmlformats.org/drawingml/2006/main" noGrp="1"/>
          </p:cNvSpPr>
          <p:nvPr/>
        </p:nvSpPr>
        <p:spPr>
          <a:xfrm xmlns:a="http://schemas.openxmlformats.org/drawingml/2006/main">
            <a:off x="7177088"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8A3D9D62-E285-4202-ABE5-AF9AF66BD092}"/>
              </a:ext>
            </a:extLst>
          </p:cNvPr>
          <p:cNvSpPr>
            <a:spLocks xmlns:a="http://schemas.openxmlformats.org/drawingml/2006/main" noGrp="1"/>
          </p:cNvSpPr>
          <p:nvPr/>
        </p:nvSpPr>
        <p:spPr>
          <a:xfrm xmlns:a="http://schemas.openxmlformats.org/drawingml/2006/main">
            <a:off x="9236869" y="4629150"/>
            <a:ext cx="2059781"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17CEB570-D87B-4E86-AD46-5994722FAE1C}"/>
              </a:ext>
            </a:extLst>
          </p:cNvPr>
          <p:cNvSpPr>
            <a:spLocks xmlns:a="http://schemas.openxmlformats.org/drawingml/2006/main" noGrp="1"/>
          </p:cNvSpPr>
          <p:nvPr/>
        </p:nvSpPr>
        <p:spPr>
          <a:xfrm xmlns:a="http://schemas.openxmlformats.org/drawingml/2006/main">
            <a:off x="9332119" y="4791075"/>
            <a:ext cx="1869281"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E7571A1C-6026-4124-BB13-5E967CC9741B}"/>
              </a:ext>
            </a:extLst>
          </p:cNvPr>
          <p:cNvSpPr>
            <a:spLocks xmlns:a="http://schemas.openxmlformats.org/drawingml/2006/main" noGrp="1"/>
          </p:cNvSpPr>
          <p:nvPr/>
        </p:nvSpPr>
        <p:spPr>
          <a:xfrm xmlns:a="http://schemas.openxmlformats.org/drawingml/2006/main" rot="0">
            <a:off x="9427369" y="4705350"/>
            <a:ext cx="1678781"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AIモデル開発</a:t>
            </a:r>
          </a:p>
          <a:p xmlns:a="http://schemas.openxmlformats.org/drawingml/2006/main">
            <a:pPr algn="ctr">
              <a:defRPr sz="975" b="1">
                <a:solidFill>
                  <a:srgbClr val="15191B"/>
                </a:solidFill>
                <a:latin typeface="Hiragino Sans"/>
                <a:ea typeface="Hiragino Sans"/>
                <a:cs typeface="Hiragino Sans"/>
              </a:defRPr>
            </a:pPr>
            <a:r>
              <a:rPr sz="975" b="1">
                <a:solidFill>
                  <a:srgbClr val="15191B"/>
                </a:solidFill>
                <a:latin typeface="Hiragino Sans"/>
                <a:ea typeface="Hiragino Sans"/>
                <a:cs typeface="Hiragino Sans"/>
              </a:rPr>
              <a:t>Real2Sim開始</a:t>
            </a:r>
          </a:p>
        </p:txBody>
      </p:sp>
    </p:spTree>
    <p:extLst>
      <p:ext uri="{BB962C8B-B14F-4D97-AF65-F5344CB8AC3E}">
        <p14:creationId xmlns:p14="http://schemas.microsoft.com/office/powerpoint/2010/main" val="1446613424"/>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4D278DDC-534A-4EDD-93B4-778B3840BE9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C86F3C-B2B4-4E8D-AC7D-8764B6D5540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A2AA13F9-1C5F-40E3-BCCC-B65DAE6FABB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97D79D-C366-42B4-A570-819EEFD0AAD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209676E3-79B0-4F4E-9BD7-2276A5E5312C}"/>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3C9A7B7-443A-4F80-B0D2-356886406E8A}"/>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580CB547-B161-4049-9DA5-3748B089C85B}"/>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5680A72D-D17B-4456-B296-CBAA06ECA395}"/>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8024724D-CF18-4279-8CFE-ABBB63319D66}"/>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06DD6127-30B9-421E-A189-177171771F72}"/>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8F157D2A-B44A-4D84-8BB1-A9D295AAAC98}"/>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D96CFA80-613C-4E12-A3B2-A964990C60D8}"/>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C11BB3C4-D812-49E2-84C0-FA984CD426AF}"/>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3A5C05ED-5D26-4427-B4B7-1B3ADAF859FE}"/>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B9A3D7A4-B53C-48A3-9AF7-3D9BF9A4DB86}"/>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CEC42AC8-386B-4E83-96FD-1D96709BAC7A}"/>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撮影先</a:t>
            </a:r>
          </a:p>
        </p:txBody>
      </p:sp>
      <p:sp>
        <p:nvSpPr>
          <p:cNvPr id="17" name="">
            <a:extLst xmlns:a="http://schemas.openxmlformats.org/drawingml/2006/main">
              <a:ext uri="{FF2B5EF4-FFF2-40B4-BE49-F238E27FC236}">
                <a16:creationId xmlns:a16="http://schemas.microsoft.com/office/drawing/2014/main" id="{92E9EA37-AC75-4F9F-B458-C87079644077}"/>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5270AB06-8787-435C-A67B-89CDE663C9FB}"/>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842E03BB-DFF1-49B7-854C-2165A239A661}"/>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184B55F0-47C2-4236-AD0F-4E215FEF463D}"/>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41C8B7B7-3C30-4730-A31D-172AA898DF9D}"/>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C8EAA36D-ACAE-43BD-A5E4-D9AB79F327C2}"/>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撮影先と現場実装先を拡大</a:t>
            </a:r>
          </a:p>
        </p:txBody>
      </p:sp>
      <p:sp>
        <p:nvSpPr>
          <p:cNvPr id="23" name="">
            <a:extLst xmlns:a="http://schemas.openxmlformats.org/drawingml/2006/main">
              <a:ext uri="{FF2B5EF4-FFF2-40B4-BE49-F238E27FC236}">
                <a16:creationId xmlns:a16="http://schemas.microsoft.com/office/drawing/2014/main" id="{12169F37-8446-4D72-949C-CDCE9CAF67C5}"/>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902D035E-C731-40C5-96F7-0F6794E1D5D0}"/>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実証実験</a:t>
            </a:r>
          </a:p>
        </p:txBody>
      </p:sp>
      <p:sp>
        <p:nvSpPr>
          <p:cNvPr id="25" name="">
            <a:extLst xmlns:a="http://schemas.openxmlformats.org/drawingml/2006/main">
              <a:ext uri="{FF2B5EF4-FFF2-40B4-BE49-F238E27FC236}">
                <a16:creationId xmlns:a16="http://schemas.microsoft.com/office/drawing/2014/main" id="{F9D8F4CD-F739-4C0D-8342-476B9C942DD7}"/>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D5EF35B4-9556-4B85-BB03-604005093FB1}"/>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DC423EBE-1EC4-420C-AF83-5A36B4E2B7CD}"/>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22F27562-0877-4050-BF73-BDA9BB78A29F}"/>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0C7DFF82-4B4C-4DA5-B59C-42AC3025E5B0}"/>
              </a:ext>
            </a:extLst>
          </p:cNvPr>
          <p:cNvSpPr>
            <a:spLocks xmlns:a="http://schemas.openxmlformats.org/drawingml/2006/main" noGrp="1"/>
          </p:cNvSpPr>
          <p:nvPr/>
        </p:nvSpPr>
        <p:spPr>
          <a:xfrm xmlns:a="http://schemas.openxmlformats.org/drawingml/2006/main">
            <a:off x="3152775" y="31337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4B6FBFCF-3C2B-4783-AB8D-914FAA2097D7}"/>
              </a:ext>
            </a:extLst>
          </p:cNvPr>
          <p:cNvSpPr>
            <a:spLocks xmlns:a="http://schemas.openxmlformats.org/drawingml/2006/main" noGrp="1"/>
          </p:cNvSpPr>
          <p:nvPr/>
        </p:nvSpPr>
        <p:spPr>
          <a:xfrm xmlns:a="http://schemas.openxmlformats.org/drawingml/2006/main" rot="0">
            <a:off x="3248025" y="30480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ロボット企業と実証現場をマッチング</a:t>
            </a:r>
          </a:p>
        </p:txBody>
      </p:sp>
      <p:sp>
        <p:nvSpPr>
          <p:cNvPr id="31" name="">
            <a:extLst xmlns:a="http://schemas.openxmlformats.org/drawingml/2006/main">
              <a:ext uri="{FF2B5EF4-FFF2-40B4-BE49-F238E27FC236}">
                <a16:creationId xmlns:a16="http://schemas.microsoft.com/office/drawing/2014/main" id="{400B0E00-E21F-4EE5-B3B7-A5300B5087E5}"/>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C899E546-8C3E-4025-9923-863B6306C616}"/>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大学との研究</a:t>
            </a:r>
          </a:p>
        </p:txBody>
      </p:sp>
      <p:sp>
        <p:nvSpPr>
          <p:cNvPr id="33" name="">
            <a:extLst xmlns:a="http://schemas.openxmlformats.org/drawingml/2006/main">
              <a:ext uri="{FF2B5EF4-FFF2-40B4-BE49-F238E27FC236}">
                <a16:creationId xmlns:a16="http://schemas.microsoft.com/office/drawing/2014/main" id="{3B4B2547-9390-464E-93AC-CF7E4311A99B}"/>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8AB519E6-BFB3-4603-858B-7A157865EE12}"/>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0F0FD40A-2956-4DE9-95B4-67AD19908FF7}"/>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7ED09470-21DB-469B-B417-48A0C2E9344D}"/>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4B7D959B-0083-48A7-8A14-ADBFCA554D3C}"/>
              </a:ext>
            </a:extLst>
          </p:cNvPr>
          <p:cNvSpPr>
            <a:spLocks xmlns:a="http://schemas.openxmlformats.org/drawingml/2006/main" noGrp="1"/>
          </p:cNvSpPr>
          <p:nvPr/>
        </p:nvSpPr>
        <p:spPr>
          <a:xfrm xmlns:a="http://schemas.openxmlformats.org/drawingml/2006/main">
            <a:off x="3152775" y="38195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A84E6523-3862-4E01-BEA8-9C6C7E47CA54}"/>
              </a:ext>
            </a:extLst>
          </p:cNvPr>
          <p:cNvSpPr>
            <a:spLocks xmlns:a="http://schemas.openxmlformats.org/drawingml/2006/main" noGrp="1"/>
          </p:cNvSpPr>
          <p:nvPr/>
        </p:nvSpPr>
        <p:spPr>
          <a:xfrm xmlns:a="http://schemas.openxmlformats.org/drawingml/2006/main" rot="0">
            <a:off x="3248025" y="37338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研究に必要な現場をマッチング</a:t>
            </a:r>
          </a:p>
        </p:txBody>
      </p:sp>
      <p:sp>
        <p:nvSpPr>
          <p:cNvPr id="39" name="">
            <a:extLst xmlns:a="http://schemas.openxmlformats.org/drawingml/2006/main">
              <a:ext uri="{FF2B5EF4-FFF2-40B4-BE49-F238E27FC236}">
                <a16:creationId xmlns:a16="http://schemas.microsoft.com/office/drawing/2014/main" id="{06B20DEE-B28E-407D-A060-B28366A242BB}"/>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7F0D75A5-5405-4A89-A342-F2772CBD23EC}"/>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導入先の選定</a:t>
            </a:r>
          </a:p>
        </p:txBody>
      </p:sp>
      <p:sp>
        <p:nvSpPr>
          <p:cNvPr id="41" name="">
            <a:extLst xmlns:a="http://schemas.openxmlformats.org/drawingml/2006/main">
              <a:ext uri="{FF2B5EF4-FFF2-40B4-BE49-F238E27FC236}">
                <a16:creationId xmlns:a16="http://schemas.microsoft.com/office/drawing/2014/main" id="{373884E0-9D77-427B-A5F4-2B659AEDE8D8}"/>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A333C02C-7270-4B81-87DE-47CB446C3F11}"/>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0964BF3C-A912-4281-8DCC-4EC977D1BDBF}"/>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94504007-A10F-44E2-8C2A-0F8BC058EF10}"/>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5A985669-6359-4F23-ABA7-CBC66820171C}"/>
              </a:ext>
            </a:extLst>
          </p:cNvPr>
          <p:cNvSpPr>
            <a:spLocks xmlns:a="http://schemas.openxmlformats.org/drawingml/2006/main" noGrp="1"/>
          </p:cNvSpPr>
          <p:nvPr/>
        </p:nvSpPr>
        <p:spPr>
          <a:xfrm xmlns:a="http://schemas.openxmlformats.org/drawingml/2006/main">
            <a:off x="7272338" y="45053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3585F0BE-6AE8-4844-9723-2BE2E88B18F6}"/>
              </a:ext>
            </a:extLst>
          </p:cNvPr>
          <p:cNvSpPr>
            <a:spLocks xmlns:a="http://schemas.openxmlformats.org/drawingml/2006/main" noGrp="1"/>
          </p:cNvSpPr>
          <p:nvPr/>
        </p:nvSpPr>
        <p:spPr>
          <a:xfrm xmlns:a="http://schemas.openxmlformats.org/drawingml/2006/main" rot="0">
            <a:off x="7367588" y="44196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データと経験から導入適性を判断</a:t>
            </a:r>
          </a:p>
        </p:txBody>
      </p:sp>
      <p:sp>
        <p:nvSpPr>
          <p:cNvPr id="47" name="">
            <a:extLst xmlns:a="http://schemas.openxmlformats.org/drawingml/2006/main">
              <a:ext uri="{FF2B5EF4-FFF2-40B4-BE49-F238E27FC236}">
                <a16:creationId xmlns:a16="http://schemas.microsoft.com/office/drawing/2014/main" id="{EEAE5924-3687-419B-8DF3-B68610698F48}"/>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D2DAA54C-94FD-491B-878B-EA52AA5DDA78}"/>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F019BAC2-D1B4-4944-B9B6-686C28FCAC3A}"/>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A355CFB8-E107-4364-8E30-17F5333D3A56}"/>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A9C96ABF-0377-48CF-B201-4911B7C9BEEC}"/>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2D914258-41F1-413F-98F2-F64ACE718E47}"/>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11B2F278-9EDC-4D6D-A095-177F7E1EB49F}"/>
              </a:ext>
            </a:extLst>
          </p:cNvPr>
          <p:cNvSpPr>
            <a:spLocks xmlns:a="http://schemas.openxmlformats.org/drawingml/2006/main" noGrp="1"/>
          </p:cNvSpPr>
          <p:nvPr/>
        </p:nvSpPr>
        <p:spPr>
          <a:xfrm xmlns:a="http://schemas.openxmlformats.org/drawingml/2006/main">
            <a:off x="7272338" y="5191125"/>
            <a:ext cx="3929063"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12733E81-F408-4265-94B3-D7CACC6D95A7}"/>
              </a:ext>
            </a:extLst>
          </p:cNvPr>
          <p:cNvSpPr>
            <a:spLocks xmlns:a="http://schemas.openxmlformats.org/drawingml/2006/main" noGrp="1"/>
          </p:cNvSpPr>
          <p:nvPr/>
        </p:nvSpPr>
        <p:spPr>
          <a:xfrm xmlns:a="http://schemas.openxmlformats.org/drawingml/2006/main" rot="0">
            <a:off x="7367588" y="5105400"/>
            <a:ext cx="3738563"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業種を絞り、現場統合を開始</a:t>
            </a:r>
          </a:p>
        </p:txBody>
      </p:sp>
      <p:sp>
        <p:nvSpPr>
          <p:cNvPr id="55" name="">
            <a:extLst xmlns:a="http://schemas.openxmlformats.org/drawingml/2006/main">
              <a:ext uri="{FF2B5EF4-FFF2-40B4-BE49-F238E27FC236}">
                <a16:creationId xmlns:a16="http://schemas.microsoft.com/office/drawing/2014/main" id="{97AD0F77-F197-4801-A204-DEEFC4B154FF}"/>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578907249"/>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DE91E416-5D8F-4C22-9C41-E9B82664466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C37F46-8F14-4665-9DEE-7F528718D9E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1BEB26FA-3E3E-4AF9-A346-987D554B4B5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DE313F-CA18-47A6-B651-B48221208C1D}"/>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8342B021-D944-4608-A8BA-EC6D68C24F71}"/>
              </a:ext>
            </a:extLst>
          </p:cNvPr>
          <p:cNvSpPr>
            <a:spLocks xmlns:a="http://schemas.openxmlformats.org/drawingml/2006/main" noGrp="1"/>
          </p:cNvSpPr>
          <p:nvPr/>
        </p:nvSpPr>
        <p:spPr>
          <a:xfrm xmlns:a="http://schemas.openxmlformats.org/drawingml/2006/main">
            <a:off x="723900" y="1809750"/>
            <a:ext cx="2333625" cy="4762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F53CC6-5F6C-464D-816B-C82BA209958B}"/>
              </a:ext>
            </a:extLst>
          </p:cNvPr>
          <p:cNvSpPr>
            <a:spLocks xmlns:a="http://schemas.openxmlformats.org/drawingml/2006/main" noGrp="1"/>
          </p:cNvSpPr>
          <p:nvPr/>
        </p:nvSpPr>
        <p:spPr>
          <a:xfrm xmlns:a="http://schemas.openxmlformats.org/drawingml/2006/main" rot="0">
            <a:off x="857250" y="1933575"/>
            <a:ext cx="2066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領域</a:t>
            </a:r>
          </a:p>
        </p:txBody>
      </p:sp>
      <p:sp>
        <p:nvSpPr>
          <p:cNvPr id="7" name="">
            <a:extLst xmlns:a="http://schemas.openxmlformats.org/drawingml/2006/main">
              <a:ext uri="{FF2B5EF4-FFF2-40B4-BE49-F238E27FC236}">
                <a16:creationId xmlns:a16="http://schemas.microsoft.com/office/drawing/2014/main" id="{55D5C95A-6938-4423-A425-FF6C79D76918}"/>
              </a:ext>
            </a:extLst>
          </p:cNvPr>
          <p:cNvSpPr>
            <a:spLocks xmlns:a="http://schemas.openxmlformats.org/drawingml/2006/main" noGrp="1"/>
          </p:cNvSpPr>
          <p:nvPr/>
        </p:nvSpPr>
        <p:spPr>
          <a:xfrm xmlns:a="http://schemas.openxmlformats.org/drawingml/2006/main">
            <a:off x="3057525"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8" name="">
            <a:extLst xmlns:a="http://schemas.openxmlformats.org/drawingml/2006/main">
              <a:ext uri="{FF2B5EF4-FFF2-40B4-BE49-F238E27FC236}">
                <a16:creationId xmlns:a16="http://schemas.microsoft.com/office/drawing/2014/main" id="{A5DB3256-392E-4E4E-96EB-778178C4B1F6}"/>
              </a:ext>
            </a:extLst>
          </p:cNvPr>
          <p:cNvSpPr>
            <a:spLocks xmlns:a="http://schemas.openxmlformats.org/drawingml/2006/main" noGrp="1"/>
          </p:cNvSpPr>
          <p:nvPr/>
        </p:nvSpPr>
        <p:spPr>
          <a:xfrm xmlns:a="http://schemas.openxmlformats.org/drawingml/2006/main" rot="0">
            <a:off x="3057525"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Q1</a:t>
            </a:r>
          </a:p>
        </p:txBody>
      </p:sp>
      <p:sp>
        <p:nvSpPr>
          <p:cNvPr id="9" name="">
            <a:extLst xmlns:a="http://schemas.openxmlformats.org/drawingml/2006/main">
              <a:ext uri="{FF2B5EF4-FFF2-40B4-BE49-F238E27FC236}">
                <a16:creationId xmlns:a16="http://schemas.microsoft.com/office/drawing/2014/main" id="{A4EB944B-BDE2-434E-890E-2A31C9E42B85}"/>
              </a:ext>
            </a:extLst>
          </p:cNvPr>
          <p:cNvSpPr>
            <a:spLocks xmlns:a="http://schemas.openxmlformats.org/drawingml/2006/main" noGrp="1"/>
          </p:cNvSpPr>
          <p:nvPr/>
        </p:nvSpPr>
        <p:spPr>
          <a:xfrm xmlns:a="http://schemas.openxmlformats.org/drawingml/2006/main">
            <a:off x="5117306"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0" name="">
            <a:extLst xmlns:a="http://schemas.openxmlformats.org/drawingml/2006/main">
              <a:ext uri="{FF2B5EF4-FFF2-40B4-BE49-F238E27FC236}">
                <a16:creationId xmlns:a16="http://schemas.microsoft.com/office/drawing/2014/main" id="{3F35C253-32EA-45A3-B5B7-4E3FBD5F1021}"/>
              </a:ext>
            </a:extLst>
          </p:cNvPr>
          <p:cNvSpPr>
            <a:spLocks xmlns:a="http://schemas.openxmlformats.org/drawingml/2006/main" noGrp="1"/>
          </p:cNvSpPr>
          <p:nvPr/>
        </p:nvSpPr>
        <p:spPr>
          <a:xfrm xmlns:a="http://schemas.openxmlformats.org/drawingml/2006/main" rot="0">
            <a:off x="5117306"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Q2</a:t>
            </a:r>
          </a:p>
        </p:txBody>
      </p:sp>
      <p:sp>
        <p:nvSpPr>
          <p:cNvPr id="11" name="">
            <a:extLst xmlns:a="http://schemas.openxmlformats.org/drawingml/2006/main">
              <a:ext uri="{FF2B5EF4-FFF2-40B4-BE49-F238E27FC236}">
                <a16:creationId xmlns:a16="http://schemas.microsoft.com/office/drawing/2014/main" id="{D647C3CE-704C-4074-ACD8-72802DD6D3FA}"/>
              </a:ext>
            </a:extLst>
          </p:cNvPr>
          <p:cNvSpPr>
            <a:spLocks xmlns:a="http://schemas.openxmlformats.org/drawingml/2006/main" noGrp="1"/>
          </p:cNvSpPr>
          <p:nvPr/>
        </p:nvSpPr>
        <p:spPr>
          <a:xfrm xmlns:a="http://schemas.openxmlformats.org/drawingml/2006/main">
            <a:off x="7177088"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2" name="">
            <a:extLst xmlns:a="http://schemas.openxmlformats.org/drawingml/2006/main">
              <a:ext uri="{FF2B5EF4-FFF2-40B4-BE49-F238E27FC236}">
                <a16:creationId xmlns:a16="http://schemas.microsoft.com/office/drawing/2014/main" id="{A8683A63-1D07-43AA-BC61-09E4BB11E69A}"/>
              </a:ext>
            </a:extLst>
          </p:cNvPr>
          <p:cNvSpPr>
            <a:spLocks xmlns:a="http://schemas.openxmlformats.org/drawingml/2006/main" noGrp="1"/>
          </p:cNvSpPr>
          <p:nvPr/>
        </p:nvSpPr>
        <p:spPr>
          <a:xfrm xmlns:a="http://schemas.openxmlformats.org/drawingml/2006/main" rot="0">
            <a:off x="7177088"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AAC4D3DD-D439-4C28-A0E6-AC790AEBAAD7}"/>
              </a:ext>
            </a:extLst>
          </p:cNvPr>
          <p:cNvSpPr>
            <a:spLocks xmlns:a="http://schemas.openxmlformats.org/drawingml/2006/main" noGrp="1"/>
          </p:cNvSpPr>
          <p:nvPr/>
        </p:nvSpPr>
        <p:spPr>
          <a:xfrm xmlns:a="http://schemas.openxmlformats.org/drawingml/2006/main">
            <a:off x="9236869" y="1809750"/>
            <a:ext cx="2059781" cy="476250"/>
          </a:xfrm>
          <a:prstGeom xmlns:a="http://schemas.openxmlformats.org/drawingml/2006/main" prst="rect">
            <a:avLst/>
          </a:prstGeom>
          <a:solidFill xmlns:a="http://schemas.openxmlformats.org/drawingml/2006/main">
            <a:srgbClr val="25333A"/>
          </a:solidFill>
          <a:ln xmlns:a="http://schemas.openxmlformats.org/drawingml/2006/main" w="9525">
            <a:solidFill>
              <a:srgbClr val="F4F6F7"/>
            </a:solidFill>
          </a:ln>
        </p:spPr>
      </p:sp>
      <p:sp>
        <p:nvSpPr>
          <p:cNvPr id="14" name="">
            <a:extLst xmlns:a="http://schemas.openxmlformats.org/drawingml/2006/main">
              <a:ext uri="{FF2B5EF4-FFF2-40B4-BE49-F238E27FC236}">
                <a16:creationId xmlns:a16="http://schemas.microsoft.com/office/drawing/2014/main" id="{4B7E9FD7-BB7B-4920-ABB9-10958A9C4A7A}"/>
              </a:ext>
            </a:extLst>
          </p:cNvPr>
          <p:cNvSpPr>
            <a:spLocks xmlns:a="http://schemas.openxmlformats.org/drawingml/2006/main" noGrp="1"/>
          </p:cNvSpPr>
          <p:nvPr/>
        </p:nvSpPr>
        <p:spPr>
          <a:xfrm xmlns:a="http://schemas.openxmlformats.org/drawingml/2006/main" rot="0">
            <a:off x="9236869" y="1933575"/>
            <a:ext cx="205978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60AC9538-322D-42A2-9096-2387E5AC23B4}"/>
              </a:ext>
            </a:extLst>
          </p:cNvPr>
          <p:cNvSpPr>
            <a:spLocks xmlns:a="http://schemas.openxmlformats.org/drawingml/2006/main" noGrp="1"/>
          </p:cNvSpPr>
          <p:nvPr/>
        </p:nvSpPr>
        <p:spPr>
          <a:xfrm xmlns:a="http://schemas.openxmlformats.org/drawingml/2006/main">
            <a:off x="723900" y="22860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ADA12A2A-CC3D-4FC3-ABC3-823FAF77D291}"/>
              </a:ext>
            </a:extLst>
          </p:cNvPr>
          <p:cNvSpPr>
            <a:spLocks xmlns:a="http://schemas.openxmlformats.org/drawingml/2006/main" noGrp="1"/>
          </p:cNvSpPr>
          <p:nvPr/>
        </p:nvSpPr>
        <p:spPr>
          <a:xfrm xmlns:a="http://schemas.openxmlformats.org/drawingml/2006/main" rot="0">
            <a:off x="857250" y="24955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現場実装先</a:t>
            </a:r>
          </a:p>
        </p:txBody>
      </p:sp>
      <p:sp>
        <p:nvSpPr>
          <p:cNvPr id="17" name="">
            <a:extLst xmlns:a="http://schemas.openxmlformats.org/drawingml/2006/main">
              <a:ext uri="{FF2B5EF4-FFF2-40B4-BE49-F238E27FC236}">
                <a16:creationId xmlns:a16="http://schemas.microsoft.com/office/drawing/2014/main" id="{714163BB-EAF5-4205-81B0-1579BCB445EF}"/>
              </a:ext>
            </a:extLst>
          </p:cNvPr>
          <p:cNvSpPr>
            <a:spLocks xmlns:a="http://schemas.openxmlformats.org/drawingml/2006/main" noGrp="1"/>
          </p:cNvSpPr>
          <p:nvPr/>
        </p:nvSpPr>
        <p:spPr>
          <a:xfrm xmlns:a="http://schemas.openxmlformats.org/drawingml/2006/main">
            <a:off x="3057525"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8" name="">
            <a:extLst xmlns:a="http://schemas.openxmlformats.org/drawingml/2006/main">
              <a:ext uri="{FF2B5EF4-FFF2-40B4-BE49-F238E27FC236}">
                <a16:creationId xmlns:a16="http://schemas.microsoft.com/office/drawing/2014/main" id="{912C7799-60D9-499A-8762-ED979BD87095}"/>
              </a:ext>
            </a:extLst>
          </p:cNvPr>
          <p:cNvSpPr>
            <a:spLocks xmlns:a="http://schemas.openxmlformats.org/drawingml/2006/main" noGrp="1"/>
          </p:cNvSpPr>
          <p:nvPr/>
        </p:nvSpPr>
        <p:spPr>
          <a:xfrm xmlns:a="http://schemas.openxmlformats.org/drawingml/2006/main">
            <a:off x="5117306"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9" name="">
            <a:extLst xmlns:a="http://schemas.openxmlformats.org/drawingml/2006/main">
              <a:ext uri="{FF2B5EF4-FFF2-40B4-BE49-F238E27FC236}">
                <a16:creationId xmlns:a16="http://schemas.microsoft.com/office/drawing/2014/main" id="{F8B44C7D-0A48-41CD-80A0-1C283FCAF985}"/>
              </a:ext>
            </a:extLst>
          </p:cNvPr>
          <p:cNvSpPr>
            <a:spLocks xmlns:a="http://schemas.openxmlformats.org/drawingml/2006/main" noGrp="1"/>
          </p:cNvSpPr>
          <p:nvPr/>
        </p:nvSpPr>
        <p:spPr>
          <a:xfrm xmlns:a="http://schemas.openxmlformats.org/drawingml/2006/main">
            <a:off x="7177088"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0" name="">
            <a:extLst xmlns:a="http://schemas.openxmlformats.org/drawingml/2006/main">
              <a:ext uri="{FF2B5EF4-FFF2-40B4-BE49-F238E27FC236}">
                <a16:creationId xmlns:a16="http://schemas.microsoft.com/office/drawing/2014/main" id="{2C40A3C7-DEFB-4BB1-ABF0-07EC32DB56A2}"/>
              </a:ext>
            </a:extLst>
          </p:cNvPr>
          <p:cNvSpPr>
            <a:spLocks xmlns:a="http://schemas.openxmlformats.org/drawingml/2006/main" noGrp="1"/>
          </p:cNvSpPr>
          <p:nvPr/>
        </p:nvSpPr>
        <p:spPr>
          <a:xfrm xmlns:a="http://schemas.openxmlformats.org/drawingml/2006/main">
            <a:off x="9236869" y="22860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1" name="">
            <a:extLst xmlns:a="http://schemas.openxmlformats.org/drawingml/2006/main">
              <a:ext uri="{FF2B5EF4-FFF2-40B4-BE49-F238E27FC236}">
                <a16:creationId xmlns:a16="http://schemas.microsoft.com/office/drawing/2014/main" id="{E14BBB1B-9F77-4932-BE6F-204E27092706}"/>
              </a:ext>
            </a:extLst>
          </p:cNvPr>
          <p:cNvSpPr>
            <a:spLocks xmlns:a="http://schemas.openxmlformats.org/drawingml/2006/main" noGrp="1"/>
          </p:cNvSpPr>
          <p:nvPr/>
        </p:nvSpPr>
        <p:spPr>
          <a:xfrm xmlns:a="http://schemas.openxmlformats.org/drawingml/2006/main">
            <a:off x="3152775" y="24479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2" name="">
            <a:extLst xmlns:a="http://schemas.openxmlformats.org/drawingml/2006/main">
              <a:ext uri="{FF2B5EF4-FFF2-40B4-BE49-F238E27FC236}">
                <a16:creationId xmlns:a16="http://schemas.microsoft.com/office/drawing/2014/main" id="{F95C0452-F4F2-4807-A521-778811C7C43D}"/>
              </a:ext>
            </a:extLst>
          </p:cNvPr>
          <p:cNvSpPr>
            <a:spLocks xmlns:a="http://schemas.openxmlformats.org/drawingml/2006/main" noGrp="1"/>
          </p:cNvSpPr>
          <p:nvPr/>
        </p:nvSpPr>
        <p:spPr>
          <a:xfrm xmlns:a="http://schemas.openxmlformats.org/drawingml/2006/main" rot="0">
            <a:off x="3248025" y="23622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現場実装先を拡大</a:t>
            </a:r>
          </a:p>
        </p:txBody>
      </p:sp>
      <p:sp>
        <p:nvSpPr>
          <p:cNvPr id="23" name="">
            <a:extLst xmlns:a="http://schemas.openxmlformats.org/drawingml/2006/main">
              <a:ext uri="{FF2B5EF4-FFF2-40B4-BE49-F238E27FC236}">
                <a16:creationId xmlns:a16="http://schemas.microsoft.com/office/drawing/2014/main" id="{B3EF04A7-CBAD-4193-838D-46A076FACE99}"/>
              </a:ext>
            </a:extLst>
          </p:cNvPr>
          <p:cNvSpPr>
            <a:spLocks xmlns:a="http://schemas.openxmlformats.org/drawingml/2006/main" noGrp="1"/>
          </p:cNvSpPr>
          <p:nvPr/>
        </p:nvSpPr>
        <p:spPr>
          <a:xfrm xmlns:a="http://schemas.openxmlformats.org/drawingml/2006/main">
            <a:off x="723900" y="29718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4" name="">
            <a:extLst xmlns:a="http://schemas.openxmlformats.org/drawingml/2006/main">
              <a:ext uri="{FF2B5EF4-FFF2-40B4-BE49-F238E27FC236}">
                <a16:creationId xmlns:a16="http://schemas.microsoft.com/office/drawing/2014/main" id="{CDDF50DA-8720-40C9-9958-EC5113813A14}"/>
              </a:ext>
            </a:extLst>
          </p:cNvPr>
          <p:cNvSpPr>
            <a:spLocks xmlns:a="http://schemas.openxmlformats.org/drawingml/2006/main" noGrp="1"/>
          </p:cNvSpPr>
          <p:nvPr/>
        </p:nvSpPr>
        <p:spPr>
          <a:xfrm xmlns:a="http://schemas.openxmlformats.org/drawingml/2006/main" rot="0">
            <a:off x="857250" y="31813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作業データ</a:t>
            </a:r>
          </a:p>
        </p:txBody>
      </p:sp>
      <p:sp>
        <p:nvSpPr>
          <p:cNvPr id="25" name="">
            <a:extLst xmlns:a="http://schemas.openxmlformats.org/drawingml/2006/main">
              <a:ext uri="{FF2B5EF4-FFF2-40B4-BE49-F238E27FC236}">
                <a16:creationId xmlns:a16="http://schemas.microsoft.com/office/drawing/2014/main" id="{DD44F51D-EF2F-4841-AC0C-47EA375A838F}"/>
              </a:ext>
            </a:extLst>
          </p:cNvPr>
          <p:cNvSpPr>
            <a:spLocks xmlns:a="http://schemas.openxmlformats.org/drawingml/2006/main" noGrp="1"/>
          </p:cNvSpPr>
          <p:nvPr/>
        </p:nvSpPr>
        <p:spPr>
          <a:xfrm xmlns:a="http://schemas.openxmlformats.org/drawingml/2006/main">
            <a:off x="3057525"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6" name="">
            <a:extLst xmlns:a="http://schemas.openxmlformats.org/drawingml/2006/main">
              <a:ext uri="{FF2B5EF4-FFF2-40B4-BE49-F238E27FC236}">
                <a16:creationId xmlns:a16="http://schemas.microsoft.com/office/drawing/2014/main" id="{835C1364-F982-42F2-92A1-7B56EEBB49EE}"/>
              </a:ext>
            </a:extLst>
          </p:cNvPr>
          <p:cNvSpPr>
            <a:spLocks xmlns:a="http://schemas.openxmlformats.org/drawingml/2006/main" noGrp="1"/>
          </p:cNvSpPr>
          <p:nvPr/>
        </p:nvSpPr>
        <p:spPr>
          <a:xfrm xmlns:a="http://schemas.openxmlformats.org/drawingml/2006/main">
            <a:off x="5117306"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7" name="">
            <a:extLst xmlns:a="http://schemas.openxmlformats.org/drawingml/2006/main">
              <a:ext uri="{FF2B5EF4-FFF2-40B4-BE49-F238E27FC236}">
                <a16:creationId xmlns:a16="http://schemas.microsoft.com/office/drawing/2014/main" id="{A232E11E-5D2B-4EEE-B7BF-A1B00809186B}"/>
              </a:ext>
            </a:extLst>
          </p:cNvPr>
          <p:cNvSpPr>
            <a:spLocks xmlns:a="http://schemas.openxmlformats.org/drawingml/2006/main" noGrp="1"/>
          </p:cNvSpPr>
          <p:nvPr/>
        </p:nvSpPr>
        <p:spPr>
          <a:xfrm xmlns:a="http://schemas.openxmlformats.org/drawingml/2006/main">
            <a:off x="7177088"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8" name="">
            <a:extLst xmlns:a="http://schemas.openxmlformats.org/drawingml/2006/main">
              <a:ext uri="{FF2B5EF4-FFF2-40B4-BE49-F238E27FC236}">
                <a16:creationId xmlns:a16="http://schemas.microsoft.com/office/drawing/2014/main" id="{BAE73FB1-C006-4FCE-BA1F-C1359301D996}"/>
              </a:ext>
            </a:extLst>
          </p:cNvPr>
          <p:cNvSpPr>
            <a:spLocks xmlns:a="http://schemas.openxmlformats.org/drawingml/2006/main" noGrp="1"/>
          </p:cNvSpPr>
          <p:nvPr/>
        </p:nvSpPr>
        <p:spPr>
          <a:xfrm xmlns:a="http://schemas.openxmlformats.org/drawingml/2006/main">
            <a:off x="9236869" y="29718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29" name="">
            <a:extLst xmlns:a="http://schemas.openxmlformats.org/drawingml/2006/main">
              <a:ext uri="{FF2B5EF4-FFF2-40B4-BE49-F238E27FC236}">
                <a16:creationId xmlns:a16="http://schemas.microsoft.com/office/drawing/2014/main" id="{1B4A6FF4-BFEB-4389-A098-7DEF08D68307}"/>
              </a:ext>
            </a:extLst>
          </p:cNvPr>
          <p:cNvSpPr>
            <a:spLocks xmlns:a="http://schemas.openxmlformats.org/drawingml/2006/main" noGrp="1"/>
          </p:cNvSpPr>
          <p:nvPr/>
        </p:nvSpPr>
        <p:spPr>
          <a:xfrm xmlns:a="http://schemas.openxmlformats.org/drawingml/2006/main">
            <a:off x="3152775" y="31337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718AA810-DB49-408A-AF76-2AD9B39587FA}"/>
              </a:ext>
            </a:extLst>
          </p:cNvPr>
          <p:cNvSpPr>
            <a:spLocks xmlns:a="http://schemas.openxmlformats.org/drawingml/2006/main" noGrp="1"/>
          </p:cNvSpPr>
          <p:nvPr/>
        </p:nvSpPr>
        <p:spPr>
          <a:xfrm xmlns:a="http://schemas.openxmlformats.org/drawingml/2006/main" rot="0">
            <a:off x="3248025" y="30480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各現場の作業データを蓄積</a:t>
            </a:r>
          </a:p>
        </p:txBody>
      </p:sp>
      <p:sp>
        <p:nvSpPr>
          <p:cNvPr id="31" name="">
            <a:extLst xmlns:a="http://schemas.openxmlformats.org/drawingml/2006/main">
              <a:ext uri="{FF2B5EF4-FFF2-40B4-BE49-F238E27FC236}">
                <a16:creationId xmlns:a16="http://schemas.microsoft.com/office/drawing/2014/main" id="{AC39BDE0-8ECA-4AEA-8F7D-564BE376F812}"/>
              </a:ext>
            </a:extLst>
          </p:cNvPr>
          <p:cNvSpPr>
            <a:spLocks xmlns:a="http://schemas.openxmlformats.org/drawingml/2006/main" noGrp="1"/>
          </p:cNvSpPr>
          <p:nvPr/>
        </p:nvSpPr>
        <p:spPr>
          <a:xfrm xmlns:a="http://schemas.openxmlformats.org/drawingml/2006/main">
            <a:off x="723900" y="36576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2" name="">
            <a:extLst xmlns:a="http://schemas.openxmlformats.org/drawingml/2006/main">
              <a:ext uri="{FF2B5EF4-FFF2-40B4-BE49-F238E27FC236}">
                <a16:creationId xmlns:a16="http://schemas.microsoft.com/office/drawing/2014/main" id="{72559C8D-ED5B-40D0-B9C6-574B8143350D}"/>
              </a:ext>
            </a:extLst>
          </p:cNvPr>
          <p:cNvSpPr>
            <a:spLocks xmlns:a="http://schemas.openxmlformats.org/drawingml/2006/main" noGrp="1"/>
          </p:cNvSpPr>
          <p:nvPr/>
        </p:nvSpPr>
        <p:spPr>
          <a:xfrm xmlns:a="http://schemas.openxmlformats.org/drawingml/2006/main" rot="0">
            <a:off x="857250" y="38671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33" name="">
            <a:extLst xmlns:a="http://schemas.openxmlformats.org/drawingml/2006/main">
              <a:ext uri="{FF2B5EF4-FFF2-40B4-BE49-F238E27FC236}">
                <a16:creationId xmlns:a16="http://schemas.microsoft.com/office/drawing/2014/main" id="{9107E870-72C5-4BBD-A9E8-1BDD8F5877A4}"/>
              </a:ext>
            </a:extLst>
          </p:cNvPr>
          <p:cNvSpPr>
            <a:spLocks xmlns:a="http://schemas.openxmlformats.org/drawingml/2006/main" noGrp="1"/>
          </p:cNvSpPr>
          <p:nvPr/>
        </p:nvSpPr>
        <p:spPr>
          <a:xfrm xmlns:a="http://schemas.openxmlformats.org/drawingml/2006/main">
            <a:off x="3057525"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4" name="">
            <a:extLst xmlns:a="http://schemas.openxmlformats.org/drawingml/2006/main">
              <a:ext uri="{FF2B5EF4-FFF2-40B4-BE49-F238E27FC236}">
                <a16:creationId xmlns:a16="http://schemas.microsoft.com/office/drawing/2014/main" id="{24B4222D-DEAA-4265-9F29-F3660E680B67}"/>
              </a:ext>
            </a:extLst>
          </p:cNvPr>
          <p:cNvSpPr>
            <a:spLocks xmlns:a="http://schemas.openxmlformats.org/drawingml/2006/main" noGrp="1"/>
          </p:cNvSpPr>
          <p:nvPr/>
        </p:nvSpPr>
        <p:spPr>
          <a:xfrm xmlns:a="http://schemas.openxmlformats.org/drawingml/2006/main">
            <a:off x="5117306"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5" name="">
            <a:extLst xmlns:a="http://schemas.openxmlformats.org/drawingml/2006/main">
              <a:ext uri="{FF2B5EF4-FFF2-40B4-BE49-F238E27FC236}">
                <a16:creationId xmlns:a16="http://schemas.microsoft.com/office/drawing/2014/main" id="{A11F0ACA-01C9-4357-8CC2-99542B8A0A8E}"/>
              </a:ext>
            </a:extLst>
          </p:cNvPr>
          <p:cNvSpPr>
            <a:spLocks xmlns:a="http://schemas.openxmlformats.org/drawingml/2006/main" noGrp="1"/>
          </p:cNvSpPr>
          <p:nvPr/>
        </p:nvSpPr>
        <p:spPr>
          <a:xfrm xmlns:a="http://schemas.openxmlformats.org/drawingml/2006/main">
            <a:off x="7177088"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6" name="">
            <a:extLst xmlns:a="http://schemas.openxmlformats.org/drawingml/2006/main">
              <a:ext uri="{FF2B5EF4-FFF2-40B4-BE49-F238E27FC236}">
                <a16:creationId xmlns:a16="http://schemas.microsoft.com/office/drawing/2014/main" id="{8C68B3A8-5C48-454C-A1EB-11C8C46DBEA8}"/>
              </a:ext>
            </a:extLst>
          </p:cNvPr>
          <p:cNvSpPr>
            <a:spLocks xmlns:a="http://schemas.openxmlformats.org/drawingml/2006/main" noGrp="1"/>
          </p:cNvSpPr>
          <p:nvPr/>
        </p:nvSpPr>
        <p:spPr>
          <a:xfrm xmlns:a="http://schemas.openxmlformats.org/drawingml/2006/main">
            <a:off x="9236869" y="36576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37" name="">
            <a:extLst xmlns:a="http://schemas.openxmlformats.org/drawingml/2006/main">
              <a:ext uri="{FF2B5EF4-FFF2-40B4-BE49-F238E27FC236}">
                <a16:creationId xmlns:a16="http://schemas.microsoft.com/office/drawing/2014/main" id="{3D4F53D0-2A6D-47A4-A4CF-7B26A1F49285}"/>
              </a:ext>
            </a:extLst>
          </p:cNvPr>
          <p:cNvSpPr>
            <a:spLocks xmlns:a="http://schemas.openxmlformats.org/drawingml/2006/main" noGrp="1"/>
          </p:cNvSpPr>
          <p:nvPr/>
        </p:nvSpPr>
        <p:spPr>
          <a:xfrm xmlns:a="http://schemas.openxmlformats.org/drawingml/2006/main">
            <a:off x="5212556" y="38195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8" name="">
            <a:extLst xmlns:a="http://schemas.openxmlformats.org/drawingml/2006/main">
              <a:ext uri="{FF2B5EF4-FFF2-40B4-BE49-F238E27FC236}">
                <a16:creationId xmlns:a16="http://schemas.microsoft.com/office/drawing/2014/main" id="{82982067-25AC-4B42-82A4-B0FA3FE38482}"/>
              </a:ext>
            </a:extLst>
          </p:cNvPr>
          <p:cNvSpPr>
            <a:spLocks xmlns:a="http://schemas.openxmlformats.org/drawingml/2006/main" noGrp="1"/>
          </p:cNvSpPr>
          <p:nvPr/>
        </p:nvSpPr>
        <p:spPr>
          <a:xfrm xmlns:a="http://schemas.openxmlformats.org/drawingml/2006/main" rot="0">
            <a:off x="5307806" y="37338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現場データをモデル改善へ接続</a:t>
            </a:r>
          </a:p>
        </p:txBody>
      </p:sp>
      <p:sp>
        <p:nvSpPr>
          <p:cNvPr id="39" name="">
            <a:extLst xmlns:a="http://schemas.openxmlformats.org/drawingml/2006/main">
              <a:ext uri="{FF2B5EF4-FFF2-40B4-BE49-F238E27FC236}">
                <a16:creationId xmlns:a16="http://schemas.microsoft.com/office/drawing/2014/main" id="{36D56320-2166-4321-BE11-3BF82D888020}"/>
              </a:ext>
            </a:extLst>
          </p:cNvPr>
          <p:cNvSpPr>
            <a:spLocks xmlns:a="http://schemas.openxmlformats.org/drawingml/2006/main" noGrp="1"/>
          </p:cNvSpPr>
          <p:nvPr/>
        </p:nvSpPr>
        <p:spPr>
          <a:xfrm xmlns:a="http://schemas.openxmlformats.org/drawingml/2006/main">
            <a:off x="723900" y="43434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0" name="">
            <a:extLst xmlns:a="http://schemas.openxmlformats.org/drawingml/2006/main">
              <a:ext uri="{FF2B5EF4-FFF2-40B4-BE49-F238E27FC236}">
                <a16:creationId xmlns:a16="http://schemas.microsoft.com/office/drawing/2014/main" id="{84BE2FA6-C38E-4E7C-8BD8-175B2AD31093}"/>
              </a:ext>
            </a:extLst>
          </p:cNvPr>
          <p:cNvSpPr>
            <a:spLocks xmlns:a="http://schemas.openxmlformats.org/drawingml/2006/main" noGrp="1"/>
          </p:cNvSpPr>
          <p:nvPr/>
        </p:nvSpPr>
        <p:spPr>
          <a:xfrm xmlns:a="http://schemas.openxmlformats.org/drawingml/2006/main" rot="0">
            <a:off x="857250" y="45529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41" name="">
            <a:extLst xmlns:a="http://schemas.openxmlformats.org/drawingml/2006/main">
              <a:ext uri="{FF2B5EF4-FFF2-40B4-BE49-F238E27FC236}">
                <a16:creationId xmlns:a16="http://schemas.microsoft.com/office/drawing/2014/main" id="{C21613AC-0B26-4D5E-A810-149F829F5024}"/>
              </a:ext>
            </a:extLst>
          </p:cNvPr>
          <p:cNvSpPr>
            <a:spLocks xmlns:a="http://schemas.openxmlformats.org/drawingml/2006/main" noGrp="1"/>
          </p:cNvSpPr>
          <p:nvPr/>
        </p:nvSpPr>
        <p:spPr>
          <a:xfrm xmlns:a="http://schemas.openxmlformats.org/drawingml/2006/main">
            <a:off x="3057525"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2" name="">
            <a:extLst xmlns:a="http://schemas.openxmlformats.org/drawingml/2006/main">
              <a:ext uri="{FF2B5EF4-FFF2-40B4-BE49-F238E27FC236}">
                <a16:creationId xmlns:a16="http://schemas.microsoft.com/office/drawing/2014/main" id="{FAC9CCA4-0050-42F6-AE57-FD5C068B90DB}"/>
              </a:ext>
            </a:extLst>
          </p:cNvPr>
          <p:cNvSpPr>
            <a:spLocks xmlns:a="http://schemas.openxmlformats.org/drawingml/2006/main" noGrp="1"/>
          </p:cNvSpPr>
          <p:nvPr/>
        </p:nvSpPr>
        <p:spPr>
          <a:xfrm xmlns:a="http://schemas.openxmlformats.org/drawingml/2006/main">
            <a:off x="5117306"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3" name="">
            <a:extLst xmlns:a="http://schemas.openxmlformats.org/drawingml/2006/main">
              <a:ext uri="{FF2B5EF4-FFF2-40B4-BE49-F238E27FC236}">
                <a16:creationId xmlns:a16="http://schemas.microsoft.com/office/drawing/2014/main" id="{27E16EEC-F604-4B4E-BF6E-854FF04731B0}"/>
              </a:ext>
            </a:extLst>
          </p:cNvPr>
          <p:cNvSpPr>
            <a:spLocks xmlns:a="http://schemas.openxmlformats.org/drawingml/2006/main" noGrp="1"/>
          </p:cNvSpPr>
          <p:nvPr/>
        </p:nvSpPr>
        <p:spPr>
          <a:xfrm xmlns:a="http://schemas.openxmlformats.org/drawingml/2006/main">
            <a:off x="7177088"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4" name="">
            <a:extLst xmlns:a="http://schemas.openxmlformats.org/drawingml/2006/main">
              <a:ext uri="{FF2B5EF4-FFF2-40B4-BE49-F238E27FC236}">
                <a16:creationId xmlns:a16="http://schemas.microsoft.com/office/drawing/2014/main" id="{3E9F3F8F-74EE-4913-9324-B04C0C379DB6}"/>
              </a:ext>
            </a:extLst>
          </p:cNvPr>
          <p:cNvSpPr>
            <a:spLocks xmlns:a="http://schemas.openxmlformats.org/drawingml/2006/main" noGrp="1"/>
          </p:cNvSpPr>
          <p:nvPr/>
        </p:nvSpPr>
        <p:spPr>
          <a:xfrm xmlns:a="http://schemas.openxmlformats.org/drawingml/2006/main">
            <a:off x="9236869" y="43434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5" name="">
            <a:extLst xmlns:a="http://schemas.openxmlformats.org/drawingml/2006/main">
              <a:ext uri="{FF2B5EF4-FFF2-40B4-BE49-F238E27FC236}">
                <a16:creationId xmlns:a16="http://schemas.microsoft.com/office/drawing/2014/main" id="{2819F540-24C4-4E36-AB90-4753F224E48A}"/>
              </a:ext>
            </a:extLst>
          </p:cNvPr>
          <p:cNvSpPr>
            <a:spLocks xmlns:a="http://schemas.openxmlformats.org/drawingml/2006/main" noGrp="1"/>
          </p:cNvSpPr>
          <p:nvPr/>
        </p:nvSpPr>
        <p:spPr>
          <a:xfrm xmlns:a="http://schemas.openxmlformats.org/drawingml/2006/main">
            <a:off x="5212556" y="4505325"/>
            <a:ext cx="5988844"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46" name="">
            <a:extLst xmlns:a="http://schemas.openxmlformats.org/drawingml/2006/main">
              <a:ext uri="{FF2B5EF4-FFF2-40B4-BE49-F238E27FC236}">
                <a16:creationId xmlns:a16="http://schemas.microsoft.com/office/drawing/2014/main" id="{3437D4B2-76D3-4CF8-82EE-5E76FC55514F}"/>
              </a:ext>
            </a:extLst>
          </p:cNvPr>
          <p:cNvSpPr>
            <a:spLocks xmlns:a="http://schemas.openxmlformats.org/drawingml/2006/main" noGrp="1"/>
          </p:cNvSpPr>
          <p:nvPr/>
        </p:nvSpPr>
        <p:spPr>
          <a:xfrm xmlns:a="http://schemas.openxmlformats.org/drawingml/2006/main" rot="0">
            <a:off x="5307806" y="4419600"/>
            <a:ext cx="5798344"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実機の改善をループへ接続</a:t>
            </a:r>
          </a:p>
        </p:txBody>
      </p:sp>
      <p:sp>
        <p:nvSpPr>
          <p:cNvPr id="47" name="">
            <a:extLst xmlns:a="http://schemas.openxmlformats.org/drawingml/2006/main">
              <a:ext uri="{FF2B5EF4-FFF2-40B4-BE49-F238E27FC236}">
                <a16:creationId xmlns:a16="http://schemas.microsoft.com/office/drawing/2014/main" id="{72EC9088-516C-4594-8A31-6899B2C8D804}"/>
              </a:ext>
            </a:extLst>
          </p:cNvPr>
          <p:cNvSpPr>
            <a:spLocks xmlns:a="http://schemas.openxmlformats.org/drawingml/2006/main" noGrp="1"/>
          </p:cNvSpPr>
          <p:nvPr/>
        </p:nvSpPr>
        <p:spPr>
          <a:xfrm xmlns:a="http://schemas.openxmlformats.org/drawingml/2006/main">
            <a:off x="723900" y="5029200"/>
            <a:ext cx="23336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48" name="">
            <a:extLst xmlns:a="http://schemas.openxmlformats.org/drawingml/2006/main">
              <a:ext uri="{FF2B5EF4-FFF2-40B4-BE49-F238E27FC236}">
                <a16:creationId xmlns:a16="http://schemas.microsoft.com/office/drawing/2014/main" id="{8ACFF309-0929-4486-BC9F-A2CB04B8DAC2}"/>
              </a:ext>
            </a:extLst>
          </p:cNvPr>
          <p:cNvSpPr>
            <a:spLocks xmlns:a="http://schemas.openxmlformats.org/drawingml/2006/main" noGrp="1"/>
          </p:cNvSpPr>
          <p:nvPr/>
        </p:nvSpPr>
        <p:spPr>
          <a:xfrm xmlns:a="http://schemas.openxmlformats.org/drawingml/2006/main" rot="0">
            <a:off x="857250" y="5238750"/>
            <a:ext cx="2066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49" name="">
            <a:extLst xmlns:a="http://schemas.openxmlformats.org/drawingml/2006/main">
              <a:ext uri="{FF2B5EF4-FFF2-40B4-BE49-F238E27FC236}">
                <a16:creationId xmlns:a16="http://schemas.microsoft.com/office/drawing/2014/main" id="{6ADFB47A-0936-4FB7-9DC1-95C846DC4879}"/>
              </a:ext>
            </a:extLst>
          </p:cNvPr>
          <p:cNvSpPr>
            <a:spLocks xmlns:a="http://schemas.openxmlformats.org/drawingml/2006/main" noGrp="1"/>
          </p:cNvSpPr>
          <p:nvPr/>
        </p:nvSpPr>
        <p:spPr>
          <a:xfrm xmlns:a="http://schemas.openxmlformats.org/drawingml/2006/main">
            <a:off x="3057525"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0" name="">
            <a:extLst xmlns:a="http://schemas.openxmlformats.org/drawingml/2006/main">
              <a:ext uri="{FF2B5EF4-FFF2-40B4-BE49-F238E27FC236}">
                <a16:creationId xmlns:a16="http://schemas.microsoft.com/office/drawing/2014/main" id="{8152F5C8-6EF8-49E9-9F2B-ED44A1BF767D}"/>
              </a:ext>
            </a:extLst>
          </p:cNvPr>
          <p:cNvSpPr>
            <a:spLocks xmlns:a="http://schemas.openxmlformats.org/drawingml/2006/main" noGrp="1"/>
          </p:cNvSpPr>
          <p:nvPr/>
        </p:nvSpPr>
        <p:spPr>
          <a:xfrm xmlns:a="http://schemas.openxmlformats.org/drawingml/2006/main">
            <a:off x="5117306"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1" name="">
            <a:extLst xmlns:a="http://schemas.openxmlformats.org/drawingml/2006/main">
              <a:ext uri="{FF2B5EF4-FFF2-40B4-BE49-F238E27FC236}">
                <a16:creationId xmlns:a16="http://schemas.microsoft.com/office/drawing/2014/main" id="{7BE8626E-2554-4746-940E-AA1E020AE0D7}"/>
              </a:ext>
            </a:extLst>
          </p:cNvPr>
          <p:cNvSpPr>
            <a:spLocks xmlns:a="http://schemas.openxmlformats.org/drawingml/2006/main" noGrp="1"/>
          </p:cNvSpPr>
          <p:nvPr/>
        </p:nvSpPr>
        <p:spPr>
          <a:xfrm xmlns:a="http://schemas.openxmlformats.org/drawingml/2006/main">
            <a:off x="7177088"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2" name="">
            <a:extLst xmlns:a="http://schemas.openxmlformats.org/drawingml/2006/main">
              <a:ext uri="{FF2B5EF4-FFF2-40B4-BE49-F238E27FC236}">
                <a16:creationId xmlns:a16="http://schemas.microsoft.com/office/drawing/2014/main" id="{B0509A2A-702E-40C1-BD96-CC12F9F3F945}"/>
              </a:ext>
            </a:extLst>
          </p:cNvPr>
          <p:cNvSpPr>
            <a:spLocks xmlns:a="http://schemas.openxmlformats.org/drawingml/2006/main" noGrp="1"/>
          </p:cNvSpPr>
          <p:nvPr/>
        </p:nvSpPr>
        <p:spPr>
          <a:xfrm xmlns:a="http://schemas.openxmlformats.org/drawingml/2006/main">
            <a:off x="9236869" y="5029200"/>
            <a:ext cx="2059781"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53" name="">
            <a:extLst xmlns:a="http://schemas.openxmlformats.org/drawingml/2006/main">
              <a:ext uri="{FF2B5EF4-FFF2-40B4-BE49-F238E27FC236}">
                <a16:creationId xmlns:a16="http://schemas.microsoft.com/office/drawing/2014/main" id="{7FD2AFCE-989C-4423-B99B-3A6A2515E492}"/>
              </a:ext>
            </a:extLst>
          </p:cNvPr>
          <p:cNvSpPr>
            <a:spLocks xmlns:a="http://schemas.openxmlformats.org/drawingml/2006/main" noGrp="1"/>
          </p:cNvSpPr>
          <p:nvPr/>
        </p:nvSpPr>
        <p:spPr>
          <a:xfrm xmlns:a="http://schemas.openxmlformats.org/drawingml/2006/main">
            <a:off x="3152775" y="5191125"/>
            <a:ext cx="8048625" cy="45720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4" name="">
            <a:extLst xmlns:a="http://schemas.openxmlformats.org/drawingml/2006/main">
              <a:ext uri="{FF2B5EF4-FFF2-40B4-BE49-F238E27FC236}">
                <a16:creationId xmlns:a16="http://schemas.microsoft.com/office/drawing/2014/main" id="{54815C35-57DC-4D4E-A948-EB4C72B33967}"/>
              </a:ext>
            </a:extLst>
          </p:cNvPr>
          <p:cNvSpPr>
            <a:spLocks xmlns:a="http://schemas.openxmlformats.org/drawingml/2006/main" noGrp="1"/>
          </p:cNvSpPr>
          <p:nvPr/>
        </p:nvSpPr>
        <p:spPr>
          <a:xfrm xmlns:a="http://schemas.openxmlformats.org/drawingml/2006/main" rot="0">
            <a:off x="3248025" y="5105400"/>
            <a:ext cx="7858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15191B"/>
                </a:solidFill>
                <a:latin typeface="Hiragino Sans"/>
                <a:ea typeface="Hiragino Sans"/>
                <a:cs typeface="Hiragino Sans"/>
              </a:defRPr>
            </a:pPr>
            <a:r>
              <a:rPr sz="1050" b="1">
                <a:solidFill>
                  <a:srgbClr val="15191B"/>
                </a:solidFill>
                <a:latin typeface="Hiragino Sans"/>
                <a:ea typeface="Hiragino Sans"/>
                <a:cs typeface="Hiragino Sans"/>
              </a:rPr>
              <a:t>現場を含むフィードバックループを自社で回す</a:t>
            </a:r>
          </a:p>
        </p:txBody>
      </p:sp>
      <p:sp>
        <p:nvSpPr>
          <p:cNvPr id="55" name="">
            <a:extLst xmlns:a="http://schemas.openxmlformats.org/drawingml/2006/main">
              <a:ext uri="{FF2B5EF4-FFF2-40B4-BE49-F238E27FC236}">
                <a16:creationId xmlns:a16="http://schemas.microsoft.com/office/drawing/2014/main" id="{3840AEAA-652E-498F-8CD8-B4A9AD704170}"/>
              </a:ext>
            </a:extLst>
          </p:cNvPr>
          <p:cNvSpPr>
            <a:spLocks xmlns:a="http://schemas.openxmlformats.org/drawingml/2006/main" noGrp="1"/>
          </p:cNvSpPr>
          <p:nvPr/>
        </p:nvSpPr>
        <p:spPr>
          <a:xfrm xmlns:a="http://schemas.openxmlformats.org/drawingml/2006/main" rot="0">
            <a:off x="723900" y="5953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第2段階へ移行し、フィジカルAI企業へ転身する</a:t>
            </a:r>
          </a:p>
        </p:txBody>
      </p:sp>
    </p:spTree>
    <p:extLst>
      <p:ext uri="{BB962C8B-B14F-4D97-AF65-F5344CB8AC3E}">
        <p14:creationId xmlns:p14="http://schemas.microsoft.com/office/powerpoint/2010/main" val="948298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2026-09-15T04:06:59.8540000Z</dcterms:created>
  <dcterms:modified xsi:type="dcterms:W3CDTF">2026-09-15T04:06:59.8540000Z</dcterms:modified>
</coreProperties>
</file>