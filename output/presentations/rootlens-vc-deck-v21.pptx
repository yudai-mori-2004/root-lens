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1ae6ce2387411c" /><Relationship Type="http://schemas.openxmlformats.org/officeDocument/2006/relationships/extended-properties" Target="/docProps/app.xml" Id="Re1de27b27aae4ccf" /><Relationship Type="http://schemas.openxmlformats.org/officeDocument/2006/relationships/officeDocument" Target="/ppt/presentation.xml" Id="R4d8e1994038e4aa6" /></Relationships>
</file>

<file path=ppt/presentation.xml><?xml version="1.0" encoding="utf-8"?>
<p:presentation xmlns:p="http://schemas.openxmlformats.org/presentationml/2006/main">
  <p:sldMasterIdLst>
    <p:sldMasterId xmlns:r="http://schemas.openxmlformats.org/officeDocument/2006/relationships" id="2147483648" r:id="R0268a30a4feb4cc8"/>
  </p:sldMasterIdLst>
  <p:notesMasterIdLst>
    <p:notesMasterId xmlns:r="http://schemas.openxmlformats.org/officeDocument/2006/relationships" r:id="R4f9d38aabddb404d"/>
  </p:notesMasterIdLst>
  <p:sldIdLst>
    <p:sldId xmlns:r="http://schemas.openxmlformats.org/officeDocument/2006/relationships" id="256" r:id="Rab367d74a4c347dc"/>
    <p:sldId xmlns:r="http://schemas.openxmlformats.org/officeDocument/2006/relationships" id="257" r:id="Rd229261521b646cf"/>
    <p:sldId xmlns:r="http://schemas.openxmlformats.org/officeDocument/2006/relationships" id="258" r:id="Rdb077868f7ee4671"/>
    <p:sldId xmlns:r="http://schemas.openxmlformats.org/officeDocument/2006/relationships" id="259" r:id="R8ba0b717debb4530"/>
    <p:sldId xmlns:r="http://schemas.openxmlformats.org/officeDocument/2006/relationships" id="260" r:id="R043595ee0c8248ca"/>
    <p:sldId xmlns:r="http://schemas.openxmlformats.org/officeDocument/2006/relationships" id="261" r:id="R73af30377bc440c2"/>
    <p:sldId xmlns:r="http://schemas.openxmlformats.org/officeDocument/2006/relationships" id="262" r:id="R5363c31015244101"/>
    <p:sldId xmlns:r="http://schemas.openxmlformats.org/officeDocument/2006/relationships" id="263" r:id="R6bb34f75bb0340ab"/>
    <p:sldId xmlns:r="http://schemas.openxmlformats.org/officeDocument/2006/relationships" id="264" r:id="Rd5e6a49d35b4402f"/>
    <p:sldId xmlns:r="http://schemas.openxmlformats.org/officeDocument/2006/relationships" id="265" r:id="R2258fa34f87144ee"/>
    <p:sldId xmlns:r="http://schemas.openxmlformats.org/officeDocument/2006/relationships" id="266" r:id="Rf7845ad2543545ae"/>
    <p:sldId xmlns:r="http://schemas.openxmlformats.org/officeDocument/2006/relationships" id="267" r:id="Rda8f752656f0457b"/>
    <p:sldId xmlns:r="http://schemas.openxmlformats.org/officeDocument/2006/relationships" id="268" r:id="Rb7aacf6be1744156"/>
    <p:sldId xmlns:r="http://schemas.openxmlformats.org/officeDocument/2006/relationships" id="269" r:id="R1484f642a4214df4"/>
    <p:sldId xmlns:r="http://schemas.openxmlformats.org/officeDocument/2006/relationships" id="270" r:id="Rccbf53e1754342e7"/>
    <p:sldId xmlns:r="http://schemas.openxmlformats.org/officeDocument/2006/relationships" id="271" r:id="R4d3f858675a94f40"/>
    <p:sldId xmlns:r="http://schemas.openxmlformats.org/officeDocument/2006/relationships" id="272" r:id="R31f4cfdc63104d16"/>
    <p:sldId xmlns:r="http://schemas.openxmlformats.org/officeDocument/2006/relationships" id="273" r:id="R249e3b3dc3e34da8"/>
    <p:sldId xmlns:r="http://schemas.openxmlformats.org/officeDocument/2006/relationships" id="274" r:id="R430e1185215343e8"/>
    <p:sldId xmlns:r="http://schemas.openxmlformats.org/officeDocument/2006/relationships" id="275" r:id="R93f74774cc0048a8"/>
    <p:sldId xmlns:r="http://schemas.openxmlformats.org/officeDocument/2006/relationships" id="276" r:id="Rc8a96514acac4e14"/>
    <p:sldId xmlns:r="http://schemas.openxmlformats.org/officeDocument/2006/relationships" id="277" r:id="R5047d7dfccdb467c"/>
    <p:sldId xmlns:r="http://schemas.openxmlformats.org/officeDocument/2006/relationships" id="278" r:id="R68eea32df1a842f7"/>
    <p:sldId xmlns:r="http://schemas.openxmlformats.org/officeDocument/2006/relationships" id="279" r:id="R38866ef7e64f4a24"/>
    <p:sldId xmlns:r="http://schemas.openxmlformats.org/officeDocument/2006/relationships" id="280" r:id="Rd6c416bf23dd40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f0064a84994721" /><Relationship Type="http://schemas.openxmlformats.org/officeDocument/2006/relationships/slideMaster" Target="/ppt/slideMasters/slideMaster1.xml" Id="R0268a30a4feb4cc8" /><Relationship Type="http://schemas.openxmlformats.org/officeDocument/2006/relationships/notesMaster" Target="/ppt/notesMasters/notesMaster1.xml" Id="R4f9d38aabddb404d" /><Relationship Type="http://schemas.openxmlformats.org/officeDocument/2006/relationships/presProps" Target="/ppt/presProps.xml" Id="R833d5e900db74b51" /><Relationship Type="http://schemas.openxmlformats.org/officeDocument/2006/relationships/tableStyles" Target="/ppt/tableStyles.xml" Id="R10685f02ee2d4884" /><Relationship Type="http://schemas.openxmlformats.org/officeDocument/2006/relationships/slide" Target="/ppt/slides/slide1.xml" Id="Rab367d74a4c347dc" /><Relationship Type="http://schemas.openxmlformats.org/officeDocument/2006/relationships/slide" Target="/ppt/slides/slide2.xml" Id="Rd229261521b646cf" /><Relationship Type="http://schemas.openxmlformats.org/officeDocument/2006/relationships/slide" Target="/ppt/slides/slide3.xml" Id="Rdb077868f7ee4671" /><Relationship Type="http://schemas.openxmlformats.org/officeDocument/2006/relationships/slide" Target="/ppt/slides/slide4.xml" Id="R8ba0b717debb4530" /><Relationship Type="http://schemas.openxmlformats.org/officeDocument/2006/relationships/slide" Target="/ppt/slides/slide5.xml" Id="R043595ee0c8248ca" /><Relationship Type="http://schemas.openxmlformats.org/officeDocument/2006/relationships/slide" Target="/ppt/slides/slide6.xml" Id="R73af30377bc440c2" /><Relationship Type="http://schemas.openxmlformats.org/officeDocument/2006/relationships/slide" Target="/ppt/slides/slide7.xml" Id="R5363c31015244101" /><Relationship Type="http://schemas.openxmlformats.org/officeDocument/2006/relationships/slide" Target="/ppt/slides/slide8.xml" Id="R6bb34f75bb0340ab" /><Relationship Type="http://schemas.openxmlformats.org/officeDocument/2006/relationships/slide" Target="/ppt/slides/slide9.xml" Id="Rd5e6a49d35b4402f" /><Relationship Type="http://schemas.openxmlformats.org/officeDocument/2006/relationships/slide" Target="/ppt/slides/slide10.xml" Id="R2258fa34f87144ee" /><Relationship Type="http://schemas.openxmlformats.org/officeDocument/2006/relationships/slide" Target="/ppt/slides/slide11.xml" Id="Rf7845ad2543545ae" /><Relationship Type="http://schemas.openxmlformats.org/officeDocument/2006/relationships/slide" Target="/ppt/slides/slide12.xml" Id="Rda8f752656f0457b" /><Relationship Type="http://schemas.openxmlformats.org/officeDocument/2006/relationships/slide" Target="/ppt/slides/slide13.xml" Id="Rb7aacf6be1744156" /><Relationship Type="http://schemas.openxmlformats.org/officeDocument/2006/relationships/slide" Target="/ppt/slides/slide14.xml" Id="R1484f642a4214df4" /><Relationship Type="http://schemas.openxmlformats.org/officeDocument/2006/relationships/slide" Target="/ppt/slides/slide15.xml" Id="Rccbf53e1754342e7" /><Relationship Type="http://schemas.openxmlformats.org/officeDocument/2006/relationships/slide" Target="/ppt/slides/slide16.xml" Id="R4d3f858675a94f40" /><Relationship Type="http://schemas.openxmlformats.org/officeDocument/2006/relationships/slide" Target="/ppt/slides/slide17.xml" Id="R31f4cfdc63104d16" /><Relationship Type="http://schemas.openxmlformats.org/officeDocument/2006/relationships/slide" Target="/ppt/slides/slide18.xml" Id="R249e3b3dc3e34da8" /><Relationship Type="http://schemas.openxmlformats.org/officeDocument/2006/relationships/slide" Target="/ppt/slides/slide19.xml" Id="R430e1185215343e8" /><Relationship Type="http://schemas.openxmlformats.org/officeDocument/2006/relationships/slide" Target="/ppt/slides/slide20.xml" Id="R93f74774cc0048a8" /><Relationship Type="http://schemas.openxmlformats.org/officeDocument/2006/relationships/slide" Target="/ppt/slides/slide21.xml" Id="Rc8a96514acac4e14" /><Relationship Type="http://schemas.openxmlformats.org/officeDocument/2006/relationships/slide" Target="/ppt/slides/slide22.xml" Id="R5047d7dfccdb467c" /><Relationship Type="http://schemas.openxmlformats.org/officeDocument/2006/relationships/slide" Target="/ppt/slides/slide23.xml" Id="R68eea32df1a842f7" /><Relationship Type="http://schemas.openxmlformats.org/officeDocument/2006/relationships/slide" Target="/ppt/slides/slide24.xml" Id="R38866ef7e64f4a24" /><Relationship Type="http://schemas.openxmlformats.org/officeDocument/2006/relationships/slide" Target="/ppt/slides/slide25.xml" Id="Rd6c416bf23dd40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00e1ec790e4e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d4a148c28e42bc" /><Relationship Type="http://schemas.openxmlformats.org/officeDocument/2006/relationships/notesMaster" Target="/ppt/notesMasters/notesMaster1.xml" Id="Rda67856c806c46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0efd508c1f4e99" /><Relationship Type="http://schemas.openxmlformats.org/officeDocument/2006/relationships/notesMaster" Target="/ppt/notesMasters/notesMaster1.xml" Id="R899f8332f9a24d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52938fdd484191" /><Relationship Type="http://schemas.openxmlformats.org/officeDocument/2006/relationships/notesMaster" Target="/ppt/notesMasters/notesMaster1.xml" Id="R3660682bfab640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cb0a92c7264264" /><Relationship Type="http://schemas.openxmlformats.org/officeDocument/2006/relationships/notesMaster" Target="/ppt/notesMasters/notesMaster1.xml" Id="R07e52eb79ebf42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91bf79024a456a" /><Relationship Type="http://schemas.openxmlformats.org/officeDocument/2006/relationships/notesMaster" Target="/ppt/notesMasters/notesMaster1.xml" Id="Rf36fd63ed18443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862ba31d4c4896" /><Relationship Type="http://schemas.openxmlformats.org/officeDocument/2006/relationships/notesMaster" Target="/ppt/notesMasters/notesMaster1.xml" Id="Rb8696ef70a294f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22ac23dfc04a19" /><Relationship Type="http://schemas.openxmlformats.org/officeDocument/2006/relationships/notesMaster" Target="/ppt/notesMasters/notesMaster1.xml" Id="Rb0a2ed65a1464a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bbf813bc934889" /><Relationship Type="http://schemas.openxmlformats.org/officeDocument/2006/relationships/notesMaster" Target="/ppt/notesMasters/notesMaster1.xml" Id="Rc30e81c1f16748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d261b6ada848fc" /><Relationship Type="http://schemas.openxmlformats.org/officeDocument/2006/relationships/notesMaster" Target="/ppt/notesMasters/notesMaster1.xml" Id="Rbd86d504bd7145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afaddb61854b95" /><Relationship Type="http://schemas.openxmlformats.org/officeDocument/2006/relationships/notesMaster" Target="/ppt/notesMasters/notesMaster1.xml" Id="R4efd96457e4340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db8ae92aaf47ad" /><Relationship Type="http://schemas.openxmlformats.org/officeDocument/2006/relationships/notesMaster" Target="/ppt/notesMasters/notesMaster1.xml" Id="R1f3ed202803f40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f1ecccebf84623" /><Relationship Type="http://schemas.openxmlformats.org/officeDocument/2006/relationships/notesMaster" Target="/ppt/notesMasters/notesMaster1.xml" Id="Rc13678be4ce34c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a9250e78a146b3" /><Relationship Type="http://schemas.openxmlformats.org/officeDocument/2006/relationships/notesMaster" Target="/ppt/notesMasters/notesMaster1.xml" Id="R4d78c1d0f4a84e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3b8d056fbc4137" /><Relationship Type="http://schemas.openxmlformats.org/officeDocument/2006/relationships/notesMaster" Target="/ppt/notesMasters/notesMaster1.xml" Id="Rb400f5f02ef141b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952455675d48c5" /><Relationship Type="http://schemas.openxmlformats.org/officeDocument/2006/relationships/notesMaster" Target="/ppt/notesMasters/notesMaster1.xml" Id="Rb91f91978e0940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3437d143d64bf8" /><Relationship Type="http://schemas.openxmlformats.org/officeDocument/2006/relationships/notesMaster" Target="/ppt/notesMasters/notesMaster1.xml" Id="Rc38a3f850e524d3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6643f403c048b3" /><Relationship Type="http://schemas.openxmlformats.org/officeDocument/2006/relationships/notesMaster" Target="/ppt/notesMasters/notesMaster1.xml" Id="R3e81a0f9038a42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201c8347354035" /><Relationship Type="http://schemas.openxmlformats.org/officeDocument/2006/relationships/notesMaster" Target="/ppt/notesMasters/notesMaster1.xml" Id="Rac874cdaa19c42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eec5ef25e364ea7" /><Relationship Type="http://schemas.openxmlformats.org/officeDocument/2006/relationships/notesMaster" Target="/ppt/notesMasters/notesMaster1.xml" Id="Rba71c437384046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80e297584247eb" /><Relationship Type="http://schemas.openxmlformats.org/officeDocument/2006/relationships/notesMaster" Target="/ppt/notesMasters/notesMaster1.xml" Id="R3260f0145560476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754f93ff11347d6" /><Relationship Type="http://schemas.openxmlformats.org/officeDocument/2006/relationships/notesMaster" Target="/ppt/notesMasters/notesMaster1.xml" Id="R330bcc4dc78c4b8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71c380a3f2f48d7" /><Relationship Type="http://schemas.openxmlformats.org/officeDocument/2006/relationships/notesMaster" Target="/ppt/notesMasters/notesMaster1.xml" Id="R875c1991b51b442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818fab0e3d4488f" /><Relationship Type="http://schemas.openxmlformats.org/officeDocument/2006/relationships/notesMaster" Target="/ppt/notesMasters/notesMaster1.xml" Id="R26ef62e33b724ac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14d325252844ed0" /><Relationship Type="http://schemas.openxmlformats.org/officeDocument/2006/relationships/notesMaster" Target="/ppt/notesMasters/notesMaster1.xml" Id="R2a3a192f64984cf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5f0825e691e480f" /><Relationship Type="http://schemas.openxmlformats.org/officeDocument/2006/relationships/notesMaster" Target="/ppt/notesMasters/notesMaster1.xml" Id="Rb0b35f7b940649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を含む運用フローを擦り合わせています。Nextremerは私たちよりロボット実装に近い下流へアプローチできるため、高度なアノテーション付きデータを求める販売先へ届き、より高い単価を狙えます。手数料なしのレベニューシェアなので、私たちは現場開拓とデータ収集に注力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503fe4d64544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4e270744e54222" /><Relationship Type="http://schemas.openxmlformats.org/officeDocument/2006/relationships/slideLayout" Target="/ppt/slideLayouts/slideLayout1.xml" Id="Rea1b58550ce043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1b58550ce043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d866a7d5f24f07" /><Relationship Type="http://schemas.openxmlformats.org/officeDocument/2006/relationships/notesSlide" Target="/ppt/notesSlides/notesSlide1.xml" Id="Rd7d9bbf2715541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b07510a2614d3a" /><Relationship Type="http://schemas.openxmlformats.org/officeDocument/2006/relationships/notesSlide" Target="/ppt/notesSlides/notesSlide2.xml" Id="R3432a1e1d1a941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89ea75a21b41ad" /><Relationship Type="http://schemas.openxmlformats.org/officeDocument/2006/relationships/notesSlide" Target="/ppt/notesSlides/notesSlide3.xml" Id="R6cbee0dabab344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29050617324aa8" /><Relationship Type="http://schemas.openxmlformats.org/officeDocument/2006/relationships/notesSlide" Target="/ppt/notesSlides/notesSlide4.xml" Id="Rac8c663be72f40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2fdba0d8a84ede" /><Relationship Type="http://schemas.openxmlformats.org/officeDocument/2006/relationships/notesSlide" Target="/ppt/notesSlides/notesSlide5.xml" Id="Rbcbe2bb854924b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cc6f3f83944163" /><Relationship Type="http://schemas.openxmlformats.org/officeDocument/2006/relationships/notesSlide" Target="/ppt/notesSlides/notesSlide6.xml" Id="R8d0834c8970b46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ef2048bc9b449e" /><Relationship Type="http://schemas.openxmlformats.org/officeDocument/2006/relationships/notesSlide" Target="/ppt/notesSlides/notesSlide7.xml" Id="Rdaacc457ca7b4d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9cb25dc92c4add" /><Relationship Type="http://schemas.openxmlformats.org/officeDocument/2006/relationships/notesSlide" Target="/ppt/notesSlides/notesSlide8.xml" Id="Rd8114b769eca42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54f5b2ac6546a1" /><Relationship Type="http://schemas.openxmlformats.org/officeDocument/2006/relationships/notesSlide" Target="/ppt/notesSlides/notesSlide9.xml" Id="R1e81fd68a99546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93508ae2ac4b97" /><Relationship Type="http://schemas.openxmlformats.org/officeDocument/2006/relationships/notesSlide" Target="/ppt/notesSlides/notesSlide10.xml" Id="R69c47286a0344d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bf91fbcc38649b9" /><Relationship Type="http://schemas.openxmlformats.org/officeDocument/2006/relationships/notesSlide" Target="/ppt/notesSlides/notesSlide11.xml" Id="Ra3470828677e4c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ce6dcaf3b924364" /><Relationship Type="http://schemas.openxmlformats.org/officeDocument/2006/relationships/notesSlide" Target="/ppt/notesSlides/notesSlide12.xml" Id="R0ba70ae15b6c40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2cc94dc0e5a4286" /><Relationship Type="http://schemas.openxmlformats.org/officeDocument/2006/relationships/notesSlide" Target="/ppt/notesSlides/notesSlide13.xml" Id="Rac1f27749fdc4b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7616b0a0914984" /><Relationship Type="http://schemas.openxmlformats.org/officeDocument/2006/relationships/notesSlide" Target="/ppt/notesSlides/notesSlide14.xml" Id="Rf69662b81f78424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736aa64efe644ee" /><Relationship Type="http://schemas.openxmlformats.org/officeDocument/2006/relationships/notesSlide" Target="/ppt/notesSlides/notesSlide15.xml" Id="R911b33a7243f4e7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09a37977f514212" /><Relationship Type="http://schemas.openxmlformats.org/officeDocument/2006/relationships/notesSlide" Target="/ppt/notesSlides/notesSlide16.xml" Id="Raa48ec8d330d4e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0ddb2e03ab24fac" /><Relationship Type="http://schemas.openxmlformats.org/officeDocument/2006/relationships/image" Target="/ppt/media/image.jpeg" Id="R0bc4c93957ed43e2" /><Relationship Type="http://schemas.openxmlformats.org/officeDocument/2006/relationships/image" Target="/ppt/media/image2.jpeg" Id="R4779a358cae043c0" /><Relationship Type="http://schemas.openxmlformats.org/officeDocument/2006/relationships/image" Target="/ppt/media/image3.jpeg" Id="R9e2354e50ace43a8" /><Relationship Type="http://schemas.openxmlformats.org/officeDocument/2006/relationships/notesSlide" Target="/ppt/notesSlides/notesSlide17.xml" Id="Ra51764d8f6594ed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30b24df1dd045c7" /><Relationship Type="http://schemas.openxmlformats.org/officeDocument/2006/relationships/notesSlide" Target="/ppt/notesSlides/notesSlide18.xml" Id="R2aeb2c3038e746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24d7288305548c2" /><Relationship Type="http://schemas.openxmlformats.org/officeDocument/2006/relationships/notesSlide" Target="/ppt/notesSlides/notesSlide19.xml" Id="R53956be9bddf4a3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165eec9b8c44a55" /><Relationship Type="http://schemas.openxmlformats.org/officeDocument/2006/relationships/notesSlide" Target="/ppt/notesSlides/notesSlide20.xml" Id="Red0e59fd8bea4e2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5d4443fbf324635" /><Relationship Type="http://schemas.openxmlformats.org/officeDocument/2006/relationships/notesSlide" Target="/ppt/notesSlides/notesSlide21.xml" Id="Ra9e1d46bb007457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34ba9818f344777" /><Relationship Type="http://schemas.openxmlformats.org/officeDocument/2006/relationships/notesSlide" Target="/ppt/notesSlides/notesSlide22.xml" Id="Rdbedfea49255421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2dcedd4c8e244ac" /><Relationship Type="http://schemas.openxmlformats.org/officeDocument/2006/relationships/notesSlide" Target="/ppt/notesSlides/notesSlide23.xml" Id="Rf02d7483fffd4c9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2d3d81ecaae4747" /><Relationship Type="http://schemas.openxmlformats.org/officeDocument/2006/relationships/notesSlide" Target="/ppt/notesSlides/notesSlide24.xml" Id="Ra84ad92afbc4429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376d593f2df4d53" /><Relationship Type="http://schemas.openxmlformats.org/officeDocument/2006/relationships/notesSlide" Target="/ppt/notesSlides/notesSlide25.xml" Id="R37bed89bc9914f8c"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E463A2-56DA-43DE-96CB-407AEA247F5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80D334-0237-4D57-B77C-F1FEE65F5E26}"/>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C22E4320-1C6F-4552-BA63-3117EAFFC544}"/>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878FF592-38D5-4F5C-A326-240697AFAF06}"/>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B04CD3-E744-4A43-A7DA-590241B0CD75}"/>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CFEBF2B8-4CC7-4829-BEAB-68ECB6F752FC}"/>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239340651"/>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772220C-1DE4-4D3C-B88C-F28A25095E9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F1DB93-AC19-4304-BE9D-024E0B2C1C2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AEAB4E7C-2459-40FC-A386-C44BD723123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B2CCC7-AFCD-41C5-AAE8-66F45E83EE4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BF6B5232-AF41-49D0-90B0-61FEE83BBE29}"/>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65EAFF29-B680-458F-A892-D907A4704CBA}"/>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0BA5CC-B824-4D36-B35E-51ED381874EE}"/>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E0B26CA-4359-47BB-995A-5E3AEDF0E513}"/>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E28CA7F-F0EF-49A8-8E8B-F14C768C5EAD}"/>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E8E3564F-71A5-465E-A11B-F41B4B84BC6C}"/>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764ED1CD-25C7-4D79-9A29-7034E815EA33}"/>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311FA9BA-45B8-4407-90E6-65804AA250E8}"/>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D5970594-F096-4285-B8FD-0E18263F2CB0}"/>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3F51E1A1-F53D-403C-ACF3-70C74D863808}"/>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8F79007E-7868-49B9-9124-0FD7AF325C2A}"/>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C4BAD7FE-0B48-49FE-A182-5868A3C0388D}"/>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C87A3C7C-A371-452C-A5C5-AEB48FE2E25F}"/>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0D8BD07-B72C-45E1-8A58-09C75A062C04}"/>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D50995C-CDBD-41BD-9333-86395F71FEA0}"/>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3C8558E-3D23-4915-8B66-8E6B2242FE8E}"/>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FE3745F7-2ABE-43A3-925A-5333E5D9C6F0}"/>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2A403367-E738-4A12-9A4A-46A242AAB0E5}"/>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BAB56DA-C7C7-49F6-8A9A-B9504364AC02}"/>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14E5FAD0-151C-48F2-8258-26DFB95BE56B}"/>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5FAE8BB9-C060-42E8-8703-FABD1D2FD2B6}"/>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21C240EF-DBAB-4F77-A532-6C8C6565FD7D}"/>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2EA72BAB-4A32-41E7-A7A8-61DC75D04590}"/>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7725187B-28C2-4ED5-821C-13905A17FFEB}"/>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B31F714A-086B-436F-98E6-C1F92DC4606D}"/>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CC795F4C-C468-4089-9D38-C46A011573DD}"/>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ACAE8D95-F192-45BA-9840-5296E8FED181}"/>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65EEC8A0-E68A-4182-93DD-D24E860E9C89}"/>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A3A0C3E0-8DA2-492D-B2AB-75A0F11E6D04}"/>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60EDA474-C2E3-4F1B-BF58-1DFEAAC8EBD7}"/>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D181E98E-1110-4EBB-BF54-D084ACCF8C81}"/>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F2FA1E69-235F-4763-B06E-7B2349AC08FA}"/>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787383198"/>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24F4B3-69D6-4E36-BF26-CFA45EF772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94A9AA-E075-43DD-AF6A-B44063CBCE2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EF9D9C30-0091-40D2-84A1-C9ABDDC165B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A6D58D-ACF3-45E1-B2AE-8CA85EA1CB3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2EB3D32B-B12C-4CED-9267-794131DB37E8}"/>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DCBE91C2-9422-4A50-A260-3752DE4F5281}"/>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DFCDACDE-41D9-4D39-AA3D-78F3ABD14273}"/>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4858CB5F-F033-4D89-B0A4-3F35C2CC0160}"/>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77ED6852-A654-42C5-BEF1-3C662960644E}"/>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72CEDA6-C3C9-4E67-85F6-EEE3065D88EE}"/>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67AC3150-A946-44A3-BDD2-C52B26F0F624}"/>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08806D9F-AD7F-4093-993D-6444CC1CAF40}"/>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364784746"/>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5651F33-4EEE-462A-8FDA-994469ADA06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773F70-C70D-4164-B625-8ED82981452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1F76E53B-06F3-41B8-8F5B-F459E4EA893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468347-E209-4E51-8ACA-4F66ED0FD7F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2DA0CCC8-0770-4838-8B01-800B527E18B4}"/>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64CCD65F-4D63-4C68-BA9D-451C822DEE38}"/>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842B1B14-A12D-4E2E-8A36-84CD2C83E48E}"/>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E6FF100-68C4-41A6-B33E-A1F86B54FE54}"/>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C0951B52-1A6B-4B16-8D59-0A574D16C3D8}"/>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C221B3CF-AFF4-4718-A42E-64B3FD6E5A8E}"/>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1699B93-4615-4CBB-B853-82AB526B51B4}"/>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9FA4C50B-C744-450D-BE7B-DA18A0F47C86}"/>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D4DDDF70-52A9-4B51-BE93-B7EDC31ECFDF}"/>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7C937AD-0310-4C24-8927-D7F4099CE04C}"/>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947B19D0-1D93-46B3-BFC9-8E3F3E5C5F5B}"/>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452571865"/>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3BCEF63E-2D62-4AD7-B5C8-31927F68256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21D43F-D307-4D9F-A33E-11C8522D2E9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9496182C-1489-4510-86A3-804B7211510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70A65F-6DEA-49FF-B4DA-DEBD055741E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DBEBC8CD-0052-4AB6-9F77-0E42E6FD7BA5}"/>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08330EDF-14AD-4261-B354-56BB145E20A7}"/>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866625-A7BA-4F04-89F6-9D8D74E6CBCB}"/>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DCD6EAC-27C4-4F49-9F3D-FF4B1F961E5A}"/>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B256139-8217-4974-A076-3799F4B746A3}"/>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FACCADFE-246C-4090-A2A8-49DE3D3311C4}"/>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D0BC3EBB-49F3-4293-B3A1-20F0609428ED}"/>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6A9E63E8-E0D7-4A73-A591-CF9B41B0A098}"/>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AC0F0D56-327F-4BFD-A3CA-CBBB5C8387CC}"/>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E0D33EFD-187B-49D2-BBE4-71DD815BE999}"/>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471D8994-B5CF-439B-A85F-C156FF9D081F}"/>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454CCECF-8B59-40C9-90BA-8855FB8258A2}"/>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67186C8F-0D8B-4438-AB4A-F32B067071A9}"/>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3AD5CB7-6456-47F4-B477-F8BDF3C3CB87}"/>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B975E68-4EF3-448C-9054-4DFF78D5557A}"/>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7AA532A-61E9-4147-B2D0-31ACEBAFC853}"/>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B52C407C-0AB2-4234-AF48-E8C29A9C95E6}"/>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CBBC42F8-D08F-4F1F-A2A1-E32A5F2D60D3}"/>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DA52B9C-434E-4405-8D53-36EC1C2237BD}"/>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67FB9AFF-A683-4822-8986-1132E1CBF586}"/>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DE3DDFD-F641-4A52-AAD6-DC0745C52910}"/>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BA1548C-E63A-4560-9F57-42F26CB431B1}"/>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CDA3B0A-133C-4F18-B804-7DFCA77E08BD}"/>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67EF2DF-4BF2-42E7-A0BA-F31EA025EDF5}"/>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E23BC5E-9DB6-45BA-9650-E80F966F8203}"/>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C682266-C217-44BD-957C-DF4CBC8BEEAA}"/>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2225D0F-6357-4E87-88EB-F0010C58EE48}"/>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42D46CB-6F74-4B26-BBA6-29676310A786}"/>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F886E8F-B624-4ECC-9396-C1CD087B9C25}"/>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4398DB3-C82B-48C2-A68B-5EC227DFBE5D}"/>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F2AFD34-FE99-464F-BB6C-91387D77D332}"/>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6CB8FAA-E2AC-438E-8D91-C2764D93C25F}"/>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C3951AA-7482-4DC5-BF15-514AAE50C982}"/>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2AD2A77-51D0-4836-A4FC-23FB1905D37A}"/>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2FB043A-6821-44C2-A8A6-ED8240E49FFD}"/>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7B36EBF-0CF2-4D9C-AE5F-2D8800FB5D7C}"/>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0550D10-9201-4267-AD8F-27B75F1F35A0}"/>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FBBDE7B-90EB-4BA6-95A9-1AF0C5A44653}"/>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ECF37B3-794B-46F0-A3BE-8D3F93E19E38}"/>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5834076-44FB-4CFB-BF2C-421364ABF8AF}"/>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ED449F19-1977-4C64-8F08-BBEAED48D9B7}"/>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DA654C83-F6DC-4A78-B80E-D8DFFC7BAA52}"/>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6011F67-5A63-4D72-8CE6-88056C2E9E4C}"/>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3E0FBBE-7E5F-465B-9D19-2D349AEE714B}"/>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4A71610-8BAB-49C0-9D36-65E1D88AF97A}"/>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FDE52232-0852-4CE3-9C63-2FC70B706DA9}"/>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4E42F1E9-4559-45F9-B61A-8A15E86CFB2A}"/>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8EECD6D8-26FE-4A4B-AC75-B5ABE138D105}"/>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75BD0B4E-EB31-4F28-917C-2C0FAB7F0E97}"/>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C3D26E1C-9B68-41BC-A8BF-A9136344E5FF}"/>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573B179B-E8DC-4F56-8295-B1666EEA703E}"/>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974E7552-F40C-4D83-9A58-767F6CDD6807}"/>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90C0DB3E-BC5C-48F8-BEFC-2C30E6080441}"/>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AFF4326B-4DDE-4283-9023-1C038A4F381E}"/>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2B371473-350C-4FD2-BE96-AD38F849646B}"/>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A2DA406D-F25E-4DED-9983-54729A6B8C33}"/>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C154FD0-32FE-4781-96EF-A48A00B2DB78}"/>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5055306A-56F7-4512-A875-3D11450D838C}"/>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3F70E3A8-5318-4D71-8644-1571E555AFF3}"/>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3FD83FAB-623A-4817-A229-F8CAD4818EF4}"/>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946399614"/>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B7CDBB54-4C12-4774-AE2A-63785B5EF6C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BAF024-C258-4205-89F3-FF2F8E085A1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F8067C72-6DA8-43E9-B4EA-9094A5135C2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5E8835-E239-4658-BD2B-47EEF98B30A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11209BBE-A787-4525-84E2-13FA67FD4FF0}"/>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AF0B43ED-B3EA-4F23-80F3-257A7339CF3D}"/>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C9ECE6C8-BC61-4AF7-A716-5EE440805518}"/>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502CE65F-DC85-427B-96B6-6783CAB48529}"/>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35574FCE-3D7B-49EA-86ED-09F15456171E}"/>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AC6C5DDB-6E42-497C-A6E4-50D57C6BAB90}"/>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E7F70B06-9812-43B6-A924-9BF8C74452AA}"/>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5276F13-0F8C-41C4-8DFD-96D5D3B4222B}"/>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4AE079E-5C65-4BE2-810D-3CBCBDAF3EEA}"/>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587C4C6-FEA5-4555-86A7-7A7324CF6171}"/>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7F0950A-C0CB-4211-A92C-A25F7A85B582}"/>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FCE4FB8-7E75-4D4F-A77C-FE45EF433FE5}"/>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16384DB-709B-42FF-A20F-ED5D3F87FD74}"/>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4567C6C-57AA-4CD7-9C7D-1CDA106C78BA}"/>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6BD0E19-6559-42C0-BE22-8E80AC4B7DA9}"/>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CD5DE2D-47D6-476C-99CB-BFEA3A68BAFB}"/>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F23FE33-986F-472B-A487-69F21C54DA79}"/>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4636F3F-1CCB-40DA-AD27-F3A76CD932C3}"/>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482EAF9-D5DC-4F73-87A4-F05C833F0205}"/>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9ACD569-D730-4851-919F-1117FA7EA656}"/>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1294E97-0A42-4977-95AB-3CDF66DE3E5D}"/>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AC3CA84-E3EA-4532-AC2A-24C6F1E7DD2F}"/>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C1401C6-E68E-4538-82F5-21D196ACD451}"/>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56DAF62-1776-4EA4-B436-0E5AF0434EEE}"/>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827C284-6FAA-4381-A555-7C756351DDEA}"/>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965D861-4EE3-4379-9CF7-1C1D168F83F8}"/>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2AC3B09-B0E6-4F7E-8066-3F42D20DCAFF}"/>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6EE71DA-3ADE-4872-859F-D54FFB0A5F74}"/>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010ADFD-A350-4CFE-9287-8D19A779EA1A}"/>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9CAD831-AA6C-442D-B36B-3BABC798B896}"/>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C164713-EEB8-43A5-B34A-28C6896C60D8}"/>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C0EB0B1-B2A2-4258-992F-84EE72277D87}"/>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8ED06FA-DAFB-4C5B-BF19-3F89AC121B8C}"/>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D372549-FC1E-4A9B-8080-1DD54EF22F48}"/>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CEC3456-85FF-422A-81AB-BFBD6762AFD8}"/>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5FDE409D-7D1C-404A-BBEF-0D61270FB003}"/>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D4382E5F-EB7F-4871-B822-6D406E229A5C}"/>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EB75B1B-80FD-4CF4-AF91-76FD8F309E22}"/>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4C0F765-9BDF-4450-B40C-8C5430C41EB8}"/>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6346178-A35C-4297-9380-A6370E8AFDA5}"/>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BCF41F8-65EE-48E3-8035-A01C8C9E3A57}"/>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DA9E167-CC22-49A4-84C5-F695F53B660A}"/>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D5139875-A4C5-47F2-810E-72AD5D4B3584}"/>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9C399D7-0EA5-444F-BEF5-A74F64AC550B}"/>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F6E4482-62DE-4B0A-8AFC-13FDE8BD5574}"/>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2517F480-06C9-4D49-895A-6077AA40630F}"/>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C76CAF4A-B20E-472B-B293-F56E540E715A}"/>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F7EEAF9A-D6E1-4B51-B6B4-5166EF075CED}"/>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9C2FB683-EC38-48CB-8796-ABB9C6C5D171}"/>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CF7AE0EB-9FE9-47A3-9926-D3D2801F44E3}"/>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CE7B59D7-ED44-4F13-B37D-0F5526CAA7D2}"/>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DFA3B80C-DAA5-4EF5-8FA3-0A8CD96ACBF4}"/>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E9C27C19-A6EC-4106-96BD-76E9DFE3E2B7}"/>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1A4F8716-3303-4302-9656-5E1120BA48F6}"/>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074C97B7-55B3-4329-8008-A49F95F1E4E7}"/>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97CD08BC-D4D9-491C-9FB0-851465B58BEE}"/>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21DBFE0-B920-4B29-95FD-772B3CAB2BCC}"/>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720BB208-5852-4DE9-AE50-BECCDFE14950}"/>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0A494EBA-0DED-49F0-986B-E51EB0A16676}"/>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59B4B670-7CAE-490B-841B-C3F2331191F5}"/>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1D0E107C-CEBA-4139-93B2-DA344D545AC3}"/>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90212544-AA87-4098-A28B-11F7106E26F3}"/>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FCD7309F-4B60-4002-83F2-BD960B249A7A}"/>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110CEC83-324B-4616-9616-609FA68E5D74}"/>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データをモデル改善へ戻す</a:t>
            </a:r>
          </a:p>
        </p:txBody>
      </p:sp>
    </p:spTree>
    <p:extLst>
      <p:ext uri="{BB962C8B-B14F-4D97-AF65-F5344CB8AC3E}">
        <p14:creationId xmlns:p14="http://schemas.microsoft.com/office/powerpoint/2010/main" val="1432957046"/>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CFF9C9C-01F2-4323-90A3-D33AC71EC86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381F04-4458-441B-86FD-1B0AC93479B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AF439223-2575-43D4-B30C-A4DBC05DF01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16FBB1-1D0D-43D2-AEFE-75C3CFAA531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408D92E7-60F7-4A1B-BBF3-45696EFFD48B}"/>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489EA390-0369-45A0-A6D5-9EF89A384D23}"/>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4D1DD467-B70E-4041-8F9B-E66B373F3558}"/>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83988FF6-28A1-4225-933D-AE36DB9D9CA3}"/>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B67C9A39-F61E-4F32-8159-A6D3BAD5E1FE}"/>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83523C30-7418-401A-84ED-6C24B4DB2791}"/>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3FAEB406-3FDD-4CBF-A0FC-2D59DAE7AEEA}"/>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1C756F0B-8476-4FED-8382-8E1F4C4F6551}"/>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967238BD-3859-45E6-8809-0662BA37B605}"/>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64924552-9DA0-4159-8731-5C12588E9FE3}"/>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7099D183-B259-4E7D-B07E-B296B84C15A1}"/>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E151AF56-E8F0-454C-95C7-3D8A560D52AA}"/>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D4DFB29-66F2-4EF6-A27A-2646C7248E63}"/>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B016AD44-EC15-40BD-AC0C-515CDBBCA183}"/>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82762B0-1A27-4215-8E88-005CF6F12C37}"/>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50C3B16-8A61-42D8-BD9C-2A7BFA4411F4}"/>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0A14938-0A31-4791-BCEF-26606AB48E9B}"/>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1AF68A59-6454-428A-A388-647DEE66FA26}"/>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7A89C82D-7537-4A87-A2BF-467AF5C70235}"/>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1385036926"/>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48530F-7ADB-47CD-9278-029BEB7430E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EC9927-BCBA-45DE-B3ED-4672FEC370A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D578407D-F1F9-46AE-8B26-1346EBB5AB5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9C638E-F73F-40C3-A7F0-4302C78F582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F89E8F78-0520-4132-965E-4C63CA22A264}"/>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55E1C1CB-0E1A-4726-BBC8-F0F1B879C952}"/>
              </a:ext>
            </a:extLst>
          </p:cNvPr>
          <p:cNvSpPr>
            <a:spLocks xmlns:a="http://schemas.openxmlformats.org/drawingml/2006/main" noGrp="1"/>
          </p:cNvSpPr>
          <p:nvPr/>
        </p:nvSpPr>
        <p:spPr>
          <a:xfrm xmlns:a="http://schemas.openxmlformats.org/drawingml/2006/main" rot="0">
            <a:off x="723900" y="2143125"/>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7" name="">
            <a:extLst xmlns:a="http://schemas.openxmlformats.org/drawingml/2006/main">
              <a:ext uri="{FF2B5EF4-FFF2-40B4-BE49-F238E27FC236}">
                <a16:creationId xmlns:a16="http://schemas.microsoft.com/office/drawing/2014/main" id="{D4287276-5099-46B4-802A-EFD82E3C1AFB}"/>
              </a:ext>
            </a:extLst>
          </p:cNvPr>
          <p:cNvSpPr>
            <a:spLocks xmlns:a="http://schemas.openxmlformats.org/drawingml/2006/main" noGrp="1"/>
          </p:cNvSpPr>
          <p:nvPr/>
        </p:nvSpPr>
        <p:spPr>
          <a:xfrm xmlns:a="http://schemas.openxmlformats.org/drawingml/2006/main">
            <a:off x="723900" y="3667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64D2C0F-2ABA-4D77-80A4-5F46E57F46B3}"/>
              </a:ext>
            </a:extLst>
          </p:cNvPr>
          <p:cNvSpPr>
            <a:spLocks xmlns:a="http://schemas.openxmlformats.org/drawingml/2006/main" noGrp="1"/>
          </p:cNvSpPr>
          <p:nvPr/>
        </p:nvSpPr>
        <p:spPr>
          <a:xfrm xmlns:a="http://schemas.openxmlformats.org/drawingml/2006/main" rot="0">
            <a:off x="723900" y="395287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1235577499"/>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23A3A46-F351-4FB4-A53B-7F96DA5412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972DC6-4A02-472F-8012-341592AEF52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75A4EEBD-E44B-4D26-97A4-A70A61722BE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3EDAC0-8EE7-4AA9-96FE-3E939F68BC3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EDA2A2A5-CD47-4C4E-8A6C-DA6C770DD2F1}"/>
              </a:ext>
            </a:extLst>
          </p:cNvPr>
          <p:cNvSpPr>
            <a:spLocks xmlns:a="http://schemas.openxmlformats.org/drawingml/2006/main" noGrp="1"/>
          </p:cNvSpPr>
          <p:nvPr/>
        </p:nvSpPr>
        <p:spPr>
          <a:xfrm xmlns:a="http://schemas.openxmlformats.org/drawingml/2006/main" rot="0">
            <a:off x="10363200" y="16383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概念図</a:t>
            </a:r>
          </a:p>
        </p:txBody>
      </p:sp>
      <p:sp>
        <p:nvSpPr>
          <p:cNvPr id="6" name="">
            <a:extLst xmlns:a="http://schemas.openxmlformats.org/drawingml/2006/main">
              <a:ext uri="{FF2B5EF4-FFF2-40B4-BE49-F238E27FC236}">
                <a16:creationId xmlns:a16="http://schemas.microsoft.com/office/drawing/2014/main" id="{DD6D31F1-F283-4A57-BFEB-834B5148E52E}"/>
              </a:ext>
            </a:extLst>
          </p:cNvPr>
          <p:cNvSpPr>
            <a:spLocks xmlns:a="http://schemas.openxmlformats.org/drawingml/2006/main" noGrp="1"/>
          </p:cNvSpPr>
          <p:nvPr/>
        </p:nvSpPr>
        <p:spPr>
          <a:xfrm xmlns:a="http://schemas.openxmlformats.org/drawingml/2006/main" rot="0">
            <a:off x="895350" y="2476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0BD2074D-77FB-4F73-9B94-E74F93381939}"/>
              </a:ext>
            </a:extLst>
          </p:cNvPr>
          <p:cNvSpPr>
            <a:spLocks xmlns:a="http://schemas.openxmlformats.org/drawingml/2006/main" noGrp="1"/>
          </p:cNvSpPr>
          <p:nvPr/>
        </p:nvSpPr>
        <p:spPr>
          <a:xfrm xmlns:a="http://schemas.openxmlformats.org/drawingml/2006/main" rot="0">
            <a:off x="895350" y="2857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接続が進む</a:t>
            </a:r>
          </a:p>
        </p:txBody>
      </p:sp>
      <p:sp>
        <p:nvSpPr>
          <p:cNvPr id="8" name="">
            <a:extLst xmlns:a="http://schemas.openxmlformats.org/drawingml/2006/main">
              <a:ext uri="{FF2B5EF4-FFF2-40B4-BE49-F238E27FC236}">
                <a16:creationId xmlns:a16="http://schemas.microsoft.com/office/drawing/2014/main" id="{1D16ED82-CA7A-4946-B477-5B819BA5DFFC}"/>
              </a:ext>
            </a:extLst>
          </p:cNvPr>
          <p:cNvSpPr>
            <a:spLocks xmlns:a="http://schemas.openxmlformats.org/drawingml/2006/main" noGrp="1"/>
          </p:cNvSpPr>
          <p:nvPr/>
        </p:nvSpPr>
        <p:spPr>
          <a:xfrm xmlns:a="http://schemas.openxmlformats.org/drawingml/2006/main">
            <a:off x="3714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D1474A60-1DBB-40C8-AB9B-4CC5506BD233}"/>
              </a:ext>
            </a:extLst>
          </p:cNvPr>
          <p:cNvSpPr>
            <a:spLocks xmlns:a="http://schemas.openxmlformats.org/drawingml/2006/main" noGrp="1"/>
          </p:cNvSpPr>
          <p:nvPr/>
        </p:nvSpPr>
        <p:spPr>
          <a:xfrm xmlns:a="http://schemas.openxmlformats.org/drawingml/2006/main" rot="0">
            <a:off x="3714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91147676-7295-498C-9198-87775B23BFCC}"/>
              </a:ext>
            </a:extLst>
          </p:cNvPr>
          <p:cNvSpPr>
            <a:spLocks xmlns:a="http://schemas.openxmlformats.org/drawingml/2006/main" noGrp="1"/>
          </p:cNvSpPr>
          <p:nvPr/>
        </p:nvSpPr>
        <p:spPr>
          <a:xfrm xmlns:a="http://schemas.openxmlformats.org/drawingml/2006/main">
            <a:off x="47625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82E325C2-336D-487F-813F-F945D13659DF}"/>
              </a:ext>
            </a:extLst>
          </p:cNvPr>
          <p:cNvSpPr>
            <a:spLocks xmlns:a="http://schemas.openxmlformats.org/drawingml/2006/main" noGrp="1"/>
          </p:cNvSpPr>
          <p:nvPr/>
        </p:nvSpPr>
        <p:spPr>
          <a:xfrm xmlns:a="http://schemas.openxmlformats.org/drawingml/2006/main" rot="0">
            <a:off x="4762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2" name="">
            <a:extLst xmlns:a="http://schemas.openxmlformats.org/drawingml/2006/main">
              <a:ext uri="{FF2B5EF4-FFF2-40B4-BE49-F238E27FC236}">
                <a16:creationId xmlns:a16="http://schemas.microsoft.com/office/drawing/2014/main" id="{056743A7-905B-4F4A-A576-1309916ED013}"/>
              </a:ext>
            </a:extLst>
          </p:cNvPr>
          <p:cNvSpPr>
            <a:spLocks xmlns:a="http://schemas.openxmlformats.org/drawingml/2006/main" noGrp="1"/>
          </p:cNvSpPr>
          <p:nvPr/>
        </p:nvSpPr>
        <p:spPr>
          <a:xfrm xmlns:a="http://schemas.openxmlformats.org/drawingml/2006/main">
            <a:off x="58102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909A26F5-F96D-431C-9A7C-0D8F2DF4A942}"/>
              </a:ext>
            </a:extLst>
          </p:cNvPr>
          <p:cNvSpPr>
            <a:spLocks xmlns:a="http://schemas.openxmlformats.org/drawingml/2006/main" noGrp="1"/>
          </p:cNvSpPr>
          <p:nvPr/>
        </p:nvSpPr>
        <p:spPr>
          <a:xfrm xmlns:a="http://schemas.openxmlformats.org/drawingml/2006/main" rot="0">
            <a:off x="58102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4" name="">
            <a:extLst xmlns:a="http://schemas.openxmlformats.org/drawingml/2006/main">
              <a:ext uri="{FF2B5EF4-FFF2-40B4-BE49-F238E27FC236}">
                <a16:creationId xmlns:a16="http://schemas.microsoft.com/office/drawing/2014/main" id="{4FF7C891-BD59-46F8-BBA7-FEBAB0CF8B01}"/>
              </a:ext>
            </a:extLst>
          </p:cNvPr>
          <p:cNvSpPr>
            <a:spLocks xmlns:a="http://schemas.openxmlformats.org/drawingml/2006/main" noGrp="1"/>
          </p:cNvSpPr>
          <p:nvPr/>
        </p:nvSpPr>
        <p:spPr>
          <a:xfrm xmlns:a="http://schemas.openxmlformats.org/drawingml/2006/main">
            <a:off x="68580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68A7BFE6-AE69-4AB0-AB71-0AE3EB64832E}"/>
              </a:ext>
            </a:extLst>
          </p:cNvPr>
          <p:cNvSpPr>
            <a:spLocks xmlns:a="http://schemas.openxmlformats.org/drawingml/2006/main" noGrp="1"/>
          </p:cNvSpPr>
          <p:nvPr/>
        </p:nvSpPr>
        <p:spPr>
          <a:xfrm xmlns:a="http://schemas.openxmlformats.org/drawingml/2006/main" rot="0">
            <a:off x="68580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55078F23-ECF1-4CFD-8A06-BB97E4F9E520}"/>
              </a:ext>
            </a:extLst>
          </p:cNvPr>
          <p:cNvSpPr>
            <a:spLocks xmlns:a="http://schemas.openxmlformats.org/drawingml/2006/main" noGrp="1"/>
          </p:cNvSpPr>
          <p:nvPr/>
        </p:nvSpPr>
        <p:spPr>
          <a:xfrm xmlns:a="http://schemas.openxmlformats.org/drawingml/2006/main">
            <a:off x="7905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A3594769-E28E-4D2B-A4B6-5E77B00BBBB4}"/>
              </a:ext>
            </a:extLst>
          </p:cNvPr>
          <p:cNvSpPr>
            <a:spLocks xmlns:a="http://schemas.openxmlformats.org/drawingml/2006/main" noGrp="1"/>
          </p:cNvSpPr>
          <p:nvPr/>
        </p:nvSpPr>
        <p:spPr>
          <a:xfrm xmlns:a="http://schemas.openxmlformats.org/drawingml/2006/main" rot="0">
            <a:off x="7905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6E329678-7B73-4114-A13D-993D822043DA}"/>
              </a:ext>
            </a:extLst>
          </p:cNvPr>
          <p:cNvSpPr>
            <a:spLocks xmlns:a="http://schemas.openxmlformats.org/drawingml/2006/main" noGrp="1"/>
          </p:cNvSpPr>
          <p:nvPr/>
        </p:nvSpPr>
        <p:spPr>
          <a:xfrm xmlns:a="http://schemas.openxmlformats.org/drawingml/2006/main">
            <a:off x="8953500" y="23812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9" name="">
            <a:extLst xmlns:a="http://schemas.openxmlformats.org/drawingml/2006/main">
              <a:ext uri="{FF2B5EF4-FFF2-40B4-BE49-F238E27FC236}">
                <a16:creationId xmlns:a16="http://schemas.microsoft.com/office/drawing/2014/main" id="{28572F2D-2F4D-4971-BC84-1E3205E81BD7}"/>
              </a:ext>
            </a:extLst>
          </p:cNvPr>
          <p:cNvSpPr>
            <a:spLocks xmlns:a="http://schemas.openxmlformats.org/drawingml/2006/main" noGrp="1"/>
          </p:cNvSpPr>
          <p:nvPr/>
        </p:nvSpPr>
        <p:spPr>
          <a:xfrm xmlns:a="http://schemas.openxmlformats.org/drawingml/2006/main" rot="0">
            <a:off x="8953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6A79FF74-937E-4673-8318-36AB54C62132}"/>
              </a:ext>
            </a:extLst>
          </p:cNvPr>
          <p:cNvSpPr>
            <a:spLocks xmlns:a="http://schemas.openxmlformats.org/drawingml/2006/main" noGrp="1"/>
          </p:cNvSpPr>
          <p:nvPr/>
        </p:nvSpPr>
        <p:spPr>
          <a:xfrm xmlns:a="http://schemas.openxmlformats.org/drawingml/2006/main" rot="0">
            <a:off x="895350" y="4048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日本</a:t>
            </a:r>
          </a:p>
        </p:txBody>
      </p:sp>
      <p:sp>
        <p:nvSpPr>
          <p:cNvPr id="21" name="">
            <a:extLst xmlns:a="http://schemas.openxmlformats.org/drawingml/2006/main">
              <a:ext uri="{FF2B5EF4-FFF2-40B4-BE49-F238E27FC236}">
                <a16:creationId xmlns:a16="http://schemas.microsoft.com/office/drawing/2014/main" id="{D8B7B065-F111-4694-A7E1-14B2E11D1092}"/>
              </a:ext>
            </a:extLst>
          </p:cNvPr>
          <p:cNvSpPr>
            <a:spLocks xmlns:a="http://schemas.openxmlformats.org/drawingml/2006/main" noGrp="1"/>
          </p:cNvSpPr>
          <p:nvPr/>
        </p:nvSpPr>
        <p:spPr>
          <a:xfrm xmlns:a="http://schemas.openxmlformats.org/drawingml/2006/main" rot="0">
            <a:off x="895350" y="4429125"/>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まだほとんど</a:t>
            </a:r>
          </a:p>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浸透していない</a:t>
            </a:r>
          </a:p>
        </p:txBody>
      </p:sp>
      <p:sp>
        <p:nvSpPr>
          <p:cNvPr id="22" name="">
            <a:extLst xmlns:a="http://schemas.openxmlformats.org/drawingml/2006/main">
              <a:ext uri="{FF2B5EF4-FFF2-40B4-BE49-F238E27FC236}">
                <a16:creationId xmlns:a16="http://schemas.microsoft.com/office/drawing/2014/main" id="{C4416F91-D4A8-48E3-9141-B156B2BAF8EA}"/>
              </a:ext>
            </a:extLst>
          </p:cNvPr>
          <p:cNvSpPr>
            <a:spLocks xmlns:a="http://schemas.openxmlformats.org/drawingml/2006/main" noGrp="1"/>
          </p:cNvSpPr>
          <p:nvPr/>
        </p:nvSpPr>
        <p:spPr>
          <a:xfrm xmlns:a="http://schemas.openxmlformats.org/drawingml/2006/main">
            <a:off x="3714750" y="40957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8534D2DF-DBA8-462D-9F59-F558D2907DF0}"/>
              </a:ext>
            </a:extLst>
          </p:cNvPr>
          <p:cNvSpPr>
            <a:spLocks xmlns:a="http://schemas.openxmlformats.org/drawingml/2006/main" noGrp="1"/>
          </p:cNvSpPr>
          <p:nvPr/>
        </p:nvSpPr>
        <p:spPr>
          <a:xfrm xmlns:a="http://schemas.openxmlformats.org/drawingml/2006/main" rot="0">
            <a:off x="3714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AC5F3CE9-C2E1-4A43-8176-F06BBB7BF50B}"/>
              </a:ext>
            </a:extLst>
          </p:cNvPr>
          <p:cNvSpPr>
            <a:spLocks xmlns:a="http://schemas.openxmlformats.org/drawingml/2006/main" noGrp="1"/>
          </p:cNvSpPr>
          <p:nvPr/>
        </p:nvSpPr>
        <p:spPr>
          <a:xfrm xmlns:a="http://schemas.openxmlformats.org/drawingml/2006/main">
            <a:off x="4762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5" name="">
            <a:extLst xmlns:a="http://schemas.openxmlformats.org/drawingml/2006/main">
              <a:ext uri="{FF2B5EF4-FFF2-40B4-BE49-F238E27FC236}">
                <a16:creationId xmlns:a16="http://schemas.microsoft.com/office/drawing/2014/main" id="{7152A654-9B5F-4A53-BFF4-9959D6BD0B3A}"/>
              </a:ext>
            </a:extLst>
          </p:cNvPr>
          <p:cNvSpPr>
            <a:spLocks xmlns:a="http://schemas.openxmlformats.org/drawingml/2006/main" noGrp="1"/>
          </p:cNvSpPr>
          <p:nvPr/>
        </p:nvSpPr>
        <p:spPr>
          <a:xfrm xmlns:a="http://schemas.openxmlformats.org/drawingml/2006/main" rot="0">
            <a:off x="4762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9FB1514D-45B7-4AAC-AF65-4CE3722EF734}"/>
              </a:ext>
            </a:extLst>
          </p:cNvPr>
          <p:cNvSpPr>
            <a:spLocks xmlns:a="http://schemas.openxmlformats.org/drawingml/2006/main" noGrp="1"/>
          </p:cNvSpPr>
          <p:nvPr/>
        </p:nvSpPr>
        <p:spPr>
          <a:xfrm xmlns:a="http://schemas.openxmlformats.org/drawingml/2006/main">
            <a:off x="58102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79DE96A9-6602-4446-8FE2-4E6473897C43}"/>
              </a:ext>
            </a:extLst>
          </p:cNvPr>
          <p:cNvSpPr>
            <a:spLocks xmlns:a="http://schemas.openxmlformats.org/drawingml/2006/main" noGrp="1"/>
          </p:cNvSpPr>
          <p:nvPr/>
        </p:nvSpPr>
        <p:spPr>
          <a:xfrm xmlns:a="http://schemas.openxmlformats.org/drawingml/2006/main" rot="0">
            <a:off x="58102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FACCE2E3-7EC8-42C5-A737-64B643ABCEB1}"/>
              </a:ext>
            </a:extLst>
          </p:cNvPr>
          <p:cNvSpPr>
            <a:spLocks xmlns:a="http://schemas.openxmlformats.org/drawingml/2006/main" noGrp="1"/>
          </p:cNvSpPr>
          <p:nvPr/>
        </p:nvSpPr>
        <p:spPr>
          <a:xfrm xmlns:a="http://schemas.openxmlformats.org/drawingml/2006/main">
            <a:off x="68580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9" name="">
            <a:extLst xmlns:a="http://schemas.openxmlformats.org/drawingml/2006/main">
              <a:ext uri="{FF2B5EF4-FFF2-40B4-BE49-F238E27FC236}">
                <a16:creationId xmlns:a16="http://schemas.microsoft.com/office/drawing/2014/main" id="{F7A0297D-0C8C-4C52-9156-E1A2C84E67AD}"/>
              </a:ext>
            </a:extLst>
          </p:cNvPr>
          <p:cNvSpPr>
            <a:spLocks xmlns:a="http://schemas.openxmlformats.org/drawingml/2006/main" noGrp="1"/>
          </p:cNvSpPr>
          <p:nvPr/>
        </p:nvSpPr>
        <p:spPr>
          <a:xfrm xmlns:a="http://schemas.openxmlformats.org/drawingml/2006/main" rot="0">
            <a:off x="68580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0" name="">
            <a:extLst xmlns:a="http://schemas.openxmlformats.org/drawingml/2006/main">
              <a:ext uri="{FF2B5EF4-FFF2-40B4-BE49-F238E27FC236}">
                <a16:creationId xmlns:a16="http://schemas.microsoft.com/office/drawing/2014/main" id="{456748CD-89B3-467B-B1DD-BADEFF569CD5}"/>
              </a:ext>
            </a:extLst>
          </p:cNvPr>
          <p:cNvSpPr>
            <a:spLocks xmlns:a="http://schemas.openxmlformats.org/drawingml/2006/main" noGrp="1"/>
          </p:cNvSpPr>
          <p:nvPr/>
        </p:nvSpPr>
        <p:spPr>
          <a:xfrm xmlns:a="http://schemas.openxmlformats.org/drawingml/2006/main">
            <a:off x="79057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1" name="">
            <a:extLst xmlns:a="http://schemas.openxmlformats.org/drawingml/2006/main">
              <a:ext uri="{FF2B5EF4-FFF2-40B4-BE49-F238E27FC236}">
                <a16:creationId xmlns:a16="http://schemas.microsoft.com/office/drawing/2014/main" id="{28B5CBB5-C8AB-4752-B387-2F51D98FAF0B}"/>
              </a:ext>
            </a:extLst>
          </p:cNvPr>
          <p:cNvSpPr>
            <a:spLocks xmlns:a="http://schemas.openxmlformats.org/drawingml/2006/main" noGrp="1"/>
          </p:cNvSpPr>
          <p:nvPr/>
        </p:nvSpPr>
        <p:spPr>
          <a:xfrm xmlns:a="http://schemas.openxmlformats.org/drawingml/2006/main" rot="0">
            <a:off x="7905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2" name="">
            <a:extLst xmlns:a="http://schemas.openxmlformats.org/drawingml/2006/main">
              <a:ext uri="{FF2B5EF4-FFF2-40B4-BE49-F238E27FC236}">
                <a16:creationId xmlns:a16="http://schemas.microsoft.com/office/drawing/2014/main" id="{BBC4417A-4CD3-469B-9575-1EEAF1100948}"/>
              </a:ext>
            </a:extLst>
          </p:cNvPr>
          <p:cNvSpPr>
            <a:spLocks xmlns:a="http://schemas.openxmlformats.org/drawingml/2006/main" noGrp="1"/>
          </p:cNvSpPr>
          <p:nvPr/>
        </p:nvSpPr>
        <p:spPr>
          <a:xfrm xmlns:a="http://schemas.openxmlformats.org/drawingml/2006/main">
            <a:off x="8953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3" name="">
            <a:extLst xmlns:a="http://schemas.openxmlformats.org/drawingml/2006/main">
              <a:ext uri="{FF2B5EF4-FFF2-40B4-BE49-F238E27FC236}">
                <a16:creationId xmlns:a16="http://schemas.microsoft.com/office/drawing/2014/main" id="{CFD64937-AC46-4862-BC29-6FD3C11CF9A1}"/>
              </a:ext>
            </a:extLst>
          </p:cNvPr>
          <p:cNvSpPr>
            <a:spLocks xmlns:a="http://schemas.openxmlformats.org/drawingml/2006/main" noGrp="1"/>
          </p:cNvSpPr>
          <p:nvPr/>
        </p:nvSpPr>
        <p:spPr>
          <a:xfrm xmlns:a="http://schemas.openxmlformats.org/drawingml/2006/main" rot="0">
            <a:off x="8953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4" name="">
            <a:extLst xmlns:a="http://schemas.openxmlformats.org/drawingml/2006/main">
              <a:ext uri="{FF2B5EF4-FFF2-40B4-BE49-F238E27FC236}">
                <a16:creationId xmlns:a16="http://schemas.microsoft.com/office/drawing/2014/main" id="{594E90CC-2AA6-4A71-920D-447D691710C5}"/>
              </a:ext>
            </a:extLst>
          </p:cNvPr>
          <p:cNvSpPr>
            <a:spLocks xmlns:a="http://schemas.openxmlformats.org/drawingml/2006/main" noGrp="1"/>
          </p:cNvSpPr>
          <p:nvPr/>
        </p:nvSpPr>
        <p:spPr>
          <a:xfrm xmlns:a="http://schemas.openxmlformats.org/drawingml/2006/main">
            <a:off x="3143250" y="3381375"/>
            <a:ext cx="72390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204043F-98E9-423D-BF42-772CA0980682}"/>
              </a:ext>
            </a:extLst>
          </p:cNvPr>
          <p:cNvSpPr>
            <a:spLocks xmlns:a="http://schemas.openxmlformats.org/drawingml/2006/main" noGrp="1"/>
          </p:cNvSpPr>
          <p:nvPr/>
        </p:nvSpPr>
        <p:spPr>
          <a:xfrm xmlns:a="http://schemas.openxmlformats.org/drawingml/2006/main" rot="0">
            <a:off x="3143250" y="51435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一つの現場が複数社と契約する負担は大きい</a:t>
            </a:r>
          </a:p>
        </p:txBody>
      </p:sp>
      <p:sp>
        <p:nvSpPr>
          <p:cNvPr id="36" name="">
            <a:extLst xmlns:a="http://schemas.openxmlformats.org/drawingml/2006/main">
              <a:ext uri="{FF2B5EF4-FFF2-40B4-BE49-F238E27FC236}">
                <a16:creationId xmlns:a16="http://schemas.microsoft.com/office/drawing/2014/main" id="{9C059F65-EF0C-4F8A-9EEB-0B22B5260629}"/>
              </a:ext>
            </a:extLst>
          </p:cNvPr>
          <p:cNvSpPr>
            <a:spLocks xmlns:a="http://schemas.openxmlformats.org/drawingml/2006/main" noGrp="1"/>
          </p:cNvSpPr>
          <p:nvPr/>
        </p:nvSpPr>
        <p:spPr>
          <a:xfrm xmlns:a="http://schemas.openxmlformats.org/drawingml/2006/main" rot="0">
            <a:off x="3143250" y="55721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37" name="">
            <a:extLst xmlns:a="http://schemas.openxmlformats.org/drawingml/2006/main">
              <a:ext uri="{FF2B5EF4-FFF2-40B4-BE49-F238E27FC236}">
                <a16:creationId xmlns:a16="http://schemas.microsoft.com/office/drawing/2014/main" id="{9015D79E-2CD4-401A-8488-4551E29068E5}"/>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先に多くの現場とつながることが重要になる</a:t>
            </a:r>
          </a:p>
        </p:txBody>
      </p:sp>
    </p:spTree>
    <p:extLst>
      <p:ext uri="{BB962C8B-B14F-4D97-AF65-F5344CB8AC3E}">
        <p14:creationId xmlns:p14="http://schemas.microsoft.com/office/powerpoint/2010/main" val="2141100488"/>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2BAADDB-4FD2-4F3D-9D49-4972F28482D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40FED3-A731-41A1-8227-52F94849E98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AA484500-4495-45DC-A0E0-D55B3DEB0D0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4E447A-3CD4-4087-865F-FBBD968A781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AF28D0E4-4E52-4EE7-95E9-65CD3BD60E51}"/>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7273C6C8-F309-4E27-863B-200B6E1AB35D}"/>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0683EEC-EB1F-451F-8BB6-26A37451EC21}"/>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C322E553-FA0E-4043-8981-1FE7A81D015D}"/>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26CDA9AF-89C5-4814-9FAD-E470F410FEF0}"/>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F86E23DC-0A59-4942-AEA5-E1D76554E4AF}"/>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67431309-6317-46B1-B0A6-47B4BDC15F79}"/>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A641566B-03E1-4C6D-9B4F-E697E79969E8}"/>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5072A862-CA75-49FD-B6A6-AEB6A98769FE}"/>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07F5054F-89AC-4FBD-83B4-666D5CF96502}"/>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D11995E5-8262-4F80-9CEA-4976C7269B56}"/>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CAD3622C-9DC9-4EF1-A331-0CC4A6A95564}"/>
              </a:ext>
            </a:extLst>
          </p:cNvPr>
          <p:cNvSpPr>
            <a:spLocks xmlns:a="http://schemas.openxmlformats.org/drawingml/2006/main" noGrp="1"/>
          </p:cNvSpPr>
          <p:nvPr/>
        </p:nvSpPr>
        <p:spPr>
          <a:xfrm xmlns:a="http://schemas.openxmlformats.org/drawingml/2006/main">
            <a:off x="10572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496D158-E48C-4F32-A61F-7E337B9B9A5C}"/>
              </a:ext>
            </a:extLst>
          </p:cNvPr>
          <p:cNvSpPr>
            <a:spLocks xmlns:a="http://schemas.openxmlformats.org/drawingml/2006/main" noGrp="1"/>
          </p:cNvSpPr>
          <p:nvPr/>
        </p:nvSpPr>
        <p:spPr>
          <a:xfrm xmlns:a="http://schemas.openxmlformats.org/drawingml/2006/main" rot="0">
            <a:off x="10506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A0FE7D18-D387-4124-8097-FF20AE7DCFCE}"/>
              </a:ext>
            </a:extLst>
          </p:cNvPr>
          <p:cNvSpPr>
            <a:spLocks xmlns:a="http://schemas.openxmlformats.org/drawingml/2006/main" noGrp="1"/>
          </p:cNvSpPr>
          <p:nvPr/>
        </p:nvSpPr>
        <p:spPr>
          <a:xfrm xmlns:a="http://schemas.openxmlformats.org/drawingml/2006/main" rot="0">
            <a:off x="8572500" y="40005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後発は、この関係と運用を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一から積み直す必要がある</a:t>
            </a:r>
          </a:p>
        </p:txBody>
      </p:sp>
      <p:sp>
        <p:nvSpPr>
          <p:cNvPr id="19" name="">
            <a:extLst xmlns:a="http://schemas.openxmlformats.org/drawingml/2006/main">
              <a:ext uri="{FF2B5EF4-FFF2-40B4-BE49-F238E27FC236}">
                <a16:creationId xmlns:a16="http://schemas.microsoft.com/office/drawing/2014/main" id="{E211A1B9-45F0-47C2-BBCB-B763774CA20B}"/>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295217487"/>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9858365-40C7-45BD-94D4-44C58551609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A1BD30-4974-4FCA-9AC6-BA81F96268F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C50B782B-225B-4229-9C42-AAD57242DD8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074EA3-FA02-49F7-BBC0-FBF58DDF9F5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DF5B46D7-F04D-450A-9320-3D11B1A2CBDD}"/>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F9F85998-39F8-4C5C-971A-C3EC0F70EDE4}"/>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A21B4619-E4DC-4C5C-B7E6-4B1CBBDB3589}"/>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6F2FCE33-B31F-4B38-A88C-5B778651EFF2}"/>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9741C135-6F7F-4EEE-BD16-EE74C4F85570}"/>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FEC5FCC-D7B5-46AC-B8A3-4E10FB165BEA}"/>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4CF5922D-2CB8-4BB9-B34E-D8C1BE4FC808}"/>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709357AC-14DE-485C-85EF-D3DC6CFA2EA6}"/>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5C1DEAED-0D27-48A5-8B00-93F20B5C1223}"/>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FA5B1D7A-BCC8-4153-8199-5F91EBB4D610}"/>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9C2CE07-E44B-4FF7-BB7D-9DAC5F8CD3F7}"/>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A29F0DD6-1386-4546-BF7E-D7BB68CF1FBB}"/>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F37FA2DC-1F49-4B5C-BD28-79A937C03C4E}"/>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9449BF6A-8D30-4682-9F93-8F848C36E640}"/>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96FE92D2-BA09-4D96-9031-CFA9C28BFD88}"/>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B8259977-E376-4294-A711-9BE43F3690DB}"/>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5DD8534B-9702-45D0-A083-1A96C5CBCAA4}"/>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03C1AB4-80A4-4F65-841F-1F6D592201A4}"/>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1233949006"/>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6682AC-B014-48CD-9A55-E5233356625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DBAA60-66FF-4C03-BFC9-54E875FF63F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C240BEAD-FEE6-4911-B7C9-CFBFA403F83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ACA759-BEFC-4FDD-8ECC-82091D65350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B22F3DD6-0376-4EA8-912D-2F5545E4037C}"/>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7FBD188F-AD02-4C4A-BD03-4C80A5016EBA}"/>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BD69366C-41A9-4325-8BA3-26E347FFD5D4}"/>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C8A541EF-F2DF-4547-930D-12BF42513163}"/>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5A3F724-49FF-4353-8A49-F09A1B654145}"/>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1A84D057-86B2-4FBC-B2F7-81C8B87A9DC7}"/>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DBD06F87-0CC2-47D6-8EC9-F971A86538FC}"/>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5B6F6FD5-2DC4-4EFC-9592-3A3AE8BECB00}"/>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752416745"/>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D1A7A90-BD84-49A6-A755-D34271177BE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CC109C-548E-430E-B4CE-5CF07A67A31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3250966D-D941-4AA7-A78D-87B4032B482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7A0EE5-647E-4BA0-B7D7-FA6A5EF61E1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E084E5CA-71C2-4DA6-A0D8-2D0833F08BB6}"/>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D31ECB73-CA2C-4AB3-ABE1-CD0DB6A82F2B}"/>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6B15BF59-53CF-4B48-B6EF-BC4A8AB232CB}"/>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F8BB9782-C4CE-4C22-A815-5241E88D4A3C}"/>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37C49F99-44C1-427C-A47A-4685350B04E4}"/>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03CF733C-C032-44D4-BD54-2F673CC12FDC}"/>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99414200-6BBD-406A-B192-0DD0E1ED78DA}"/>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121536-4EB8-4446-9C17-8C13A863D532}"/>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B339F2AD-4DF6-40E6-81CF-5313E8EBAE38}"/>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D1D55118-59C0-4476-89AC-AFB3ED7B0283}"/>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C97F020B-4F8E-4DA5-83E7-38FA36A0241D}"/>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D3063999-7C54-423E-97D0-FF7D0AC2972D}"/>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1DCF2811-3256-485F-8087-11AAE4E35C1C}"/>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06FA447-23A1-4FC9-AACA-7759AB39D927}"/>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40C4F4B-7B17-4448-A917-F5155C3B234A}"/>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0AD863F8-4D6B-4784-825B-7A55F2276ABE}"/>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F91E634A-200C-429B-8C8F-50431ED2268D}"/>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6942866-ED9D-4113-BE8A-4C9EF8FBBB8B}"/>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977859616"/>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FAAD692-BF48-4799-99CE-86B56642692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F32AE6-F1DD-4760-8F6E-95FD8D72AEC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4A11E734-CC58-4D31-8A8C-9522A144755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1B8205-1E01-44BF-83C3-ED3D3216E31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F8F20FD1-EE73-4DE9-96E0-92900F6C8238}"/>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4E0DED0F-A6A7-4D02-910A-73E36EFCA80D}"/>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07C4FD8F-B381-41C2-A6EE-3B578740998E}"/>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7EE109-2C12-400B-9EC2-294BF95624A1}"/>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E7C80469-BE84-453C-8BEE-C573C061553C}"/>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625FC620-DA2E-4FCD-9FD4-2B89E0D4839D}"/>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4F248C5-C13C-41C1-9CDD-CF511D1A3E31}"/>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7A44DF6F-6534-43E9-A2F0-874937ECA5FD}"/>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57E2FFF6-74A6-4A52-BCF1-3A630B6076D0}"/>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C1755A9-8B61-4BE4-ADDF-B83E4B4F2E8B}"/>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6FD9BABD-D07F-42D5-9598-6C8BE52FCBE1}"/>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BE08AA7F-B517-4592-9D86-3D90F95F20E8}"/>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9B70F4D-6377-4A1F-8A54-66CE900CE6BA}"/>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B75182D2-E0AB-4B7E-ADB9-B9F812664220}"/>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930856787"/>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077E06-C3A7-476E-9A44-923D858D648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17BABF-E5ED-4FAC-A9AA-8C61AEB3EB8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95F54110-E0D0-4714-A189-B7DE93949E5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D5DC53-297A-405A-822E-870B8B11829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C2ABEFE4-6FC5-40EE-B75F-CBB230B68D3F}"/>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8D45D9E9-8CE5-4EEB-8D70-32424EA14AC6}"/>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9B2F7549-7650-43A8-B42E-D0019AEBAA41}"/>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490DDC0-4D71-4B0A-875F-61690721295F}"/>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E3CC6E11-E640-4A19-9A06-FE0FD675EE63}"/>
              </a:ext>
            </a:extLst>
          </p:cNvPr>
          <p:cNvSpPr>
            <a:spLocks xmlns:a="http://schemas.openxmlformats.org/drawingml/2006/main" noGrp="1"/>
          </p:cNvSpPr>
          <p:nvPr/>
        </p:nvSpPr>
        <p:spPr>
          <a:xfrm xmlns:a="http://schemas.openxmlformats.org/drawingml/2006/main" rot="0">
            <a:off x="723900" y="4572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Nextremerを通すことで、高度なアノテーション付きデータを求める販売先や、ロボット実装に近い下流の顧客へ接続でき、当社単独より高い単価を狙える。</a:t>
            </a:r>
          </a:p>
        </p:txBody>
      </p:sp>
      <p:sp>
        <p:nvSpPr>
          <p:cNvPr id="10" name="">
            <a:extLst xmlns:a="http://schemas.openxmlformats.org/drawingml/2006/main">
              <a:ext uri="{FF2B5EF4-FFF2-40B4-BE49-F238E27FC236}">
                <a16:creationId xmlns:a16="http://schemas.microsoft.com/office/drawing/2014/main" id="{AEBF468A-4B4E-4211-AE90-29F2D4211E45}"/>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手数料なしのレベニューシェアで、当社は現場開拓とデータ収集に注力できる。</a:t>
            </a:r>
          </a:p>
        </p:txBody>
      </p:sp>
    </p:spTree>
    <p:extLst>
      <p:ext uri="{BB962C8B-B14F-4D97-AF65-F5344CB8AC3E}">
        <p14:creationId xmlns:p14="http://schemas.microsoft.com/office/powerpoint/2010/main" val="1782441944"/>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77FA3E3-68A5-4B77-AC7D-23E37549B2D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CA9FA6-4F94-48E9-A81E-762CB0DFBA8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2C4BC79E-6960-463F-A9D6-DADC0625115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B7B8A72-5474-48F3-B4D0-7AB7D796E47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A5321F47-5948-4E47-B735-5A1D4ED13E47}"/>
              </a:ext>
            </a:extLst>
          </p:cNvPr>
          <p:cNvSpPr>
            <a:spLocks xmlns:a="http://schemas.openxmlformats.org/drawingml/2006/main" noGrp="1"/>
          </p:cNvSpPr>
          <p:nvPr/>
        </p:nvSpPr>
        <p:spPr>
          <a:xfrm xmlns:a="http://schemas.openxmlformats.org/drawingml/2006/main" rot="0">
            <a:off x="723900" y="1762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森雄大</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030604F6-E4AE-4FB1-B0D5-EDCA2A5004DE}"/>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008A784E-05F2-4CF0-BAB3-2A808B8164F4}"/>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891DC72-5B4D-4EEC-98FD-A4671A06FA2C}"/>
              </a:ext>
            </a:extLst>
          </p:cNvPr>
          <p:cNvSpPr>
            <a:spLocks xmlns:a="http://schemas.openxmlformats.org/drawingml/2006/main" noGrp="1"/>
          </p:cNvSpPr>
          <p:nvPr/>
        </p:nvSpPr>
        <p:spPr>
          <a:xfrm xmlns:a="http://schemas.openxmlformats.org/drawingml/2006/main" rot="0">
            <a:off x="723900" y="2714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河野瞭人</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9" name="">
            <a:extLst xmlns:a="http://schemas.openxmlformats.org/drawingml/2006/main">
              <a:ext uri="{FF2B5EF4-FFF2-40B4-BE49-F238E27FC236}">
                <a16:creationId xmlns:a16="http://schemas.microsoft.com/office/drawing/2014/main" id="{00FF6EEC-A3C9-4AEB-8808-9CB960EEAB44}"/>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神戸大学大学院システム情報学研究科で、二足歩行ロボットのlocomotionにおけるSim-to-Realを研究。事業ではシミュレーション領域を担う。</a:t>
            </a:r>
          </a:p>
        </p:txBody>
      </p:sp>
      <p:sp>
        <p:nvSpPr>
          <p:cNvPr id="10" name="">
            <a:extLst xmlns:a="http://schemas.openxmlformats.org/drawingml/2006/main">
              <a:ext uri="{FF2B5EF4-FFF2-40B4-BE49-F238E27FC236}">
                <a16:creationId xmlns:a16="http://schemas.microsoft.com/office/drawing/2014/main" id="{C216D30C-B066-42BB-AA21-8D1D6012206F}"/>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05324CF-EDAA-4E31-A85F-1EDD60BE21D0}"/>
              </a:ext>
            </a:extLst>
          </p:cNvPr>
          <p:cNvSpPr>
            <a:spLocks xmlns:a="http://schemas.openxmlformats.org/drawingml/2006/main" noGrp="1"/>
          </p:cNvSpPr>
          <p:nvPr/>
        </p:nvSpPr>
        <p:spPr>
          <a:xfrm xmlns:a="http://schemas.openxmlformats.org/drawingml/2006/main" rot="0">
            <a:off x="723900" y="3667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川島健二</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現場パートナー</a:t>
            </a:r>
          </a:p>
        </p:txBody>
      </p:sp>
      <p:sp>
        <p:nvSpPr>
          <p:cNvPr id="12" name="">
            <a:extLst xmlns:a="http://schemas.openxmlformats.org/drawingml/2006/main">
              <a:ext uri="{FF2B5EF4-FFF2-40B4-BE49-F238E27FC236}">
                <a16:creationId xmlns:a16="http://schemas.microsoft.com/office/drawing/2014/main" id="{949F6B2C-1D65-46F5-B7D9-C29DBFFD3ECD}"/>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3" name="">
            <a:extLst xmlns:a="http://schemas.openxmlformats.org/drawingml/2006/main">
              <a:ext uri="{FF2B5EF4-FFF2-40B4-BE49-F238E27FC236}">
                <a16:creationId xmlns:a16="http://schemas.microsoft.com/office/drawing/2014/main" id="{704CB3A4-9EBE-48FB-970E-81F97E5DB2CA}"/>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596C183-5B92-4F8A-B423-470A599DDBEC}"/>
              </a:ext>
            </a:extLst>
          </p:cNvPr>
          <p:cNvSpPr>
            <a:spLocks xmlns:a="http://schemas.openxmlformats.org/drawingml/2006/main" noGrp="1"/>
          </p:cNvSpPr>
          <p:nvPr/>
        </p:nvSpPr>
        <p:spPr>
          <a:xfrm xmlns:a="http://schemas.openxmlformats.org/drawingml/2006/main" rot="0">
            <a:off x="723900" y="4619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大崎操</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事業支援</a:t>
            </a:r>
          </a:p>
        </p:txBody>
      </p:sp>
      <p:sp>
        <p:nvSpPr>
          <p:cNvPr id="15" name="">
            <a:extLst xmlns:a="http://schemas.openxmlformats.org/drawingml/2006/main">
              <a:ext uri="{FF2B5EF4-FFF2-40B4-BE49-F238E27FC236}">
                <a16:creationId xmlns:a16="http://schemas.microsoft.com/office/drawing/2014/main" id="{3977EAA3-7692-4353-9016-53B74ACD1EED}"/>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267829040"/>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427B0F0-BE54-41EC-943D-C0BE149F6E1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B967AA-287E-440C-B492-8413F705A03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6B323A64-BC11-4B43-98BC-627E9D7AD49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20B096-757C-4361-AEB6-E963EFE1572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bc4c93957ed43e2"/>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716C9D3-ED2A-48D4-AE6B-6CF8042F5120}"/>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73786D46-451D-443A-935F-9C3BCCC32424}"/>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B6D04DB8-D77F-447C-8419-0FDEA44D4180}"/>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779a358cae043c0"/>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CC95455-3E52-40A1-88FF-68E69B8A2D0E}"/>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79C035D1-6A74-483B-A07C-40FF4BBDC849}"/>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B24B48E5-B9B2-49E5-AD32-BBDD2E9BF48E}"/>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e2354e50ace43a8"/>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A986BFB-D151-46A6-95FF-042B5C8EF781}"/>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CB9D3637-7006-443A-8F85-2A8C7B10D127}"/>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RootGlasss</a:t>
            </a:r>
          </a:p>
        </p:txBody>
      </p:sp>
      <p:sp>
        <p:nvSpPr>
          <p:cNvPr id="16" name="">
            <a:extLst xmlns:a="http://schemas.openxmlformats.org/drawingml/2006/main">
              <a:ext uri="{FF2B5EF4-FFF2-40B4-BE49-F238E27FC236}">
                <a16:creationId xmlns:a16="http://schemas.microsoft.com/office/drawing/2014/main" id="{7DBDFBE9-0FFC-4747-BBAD-39C3C00D90B8}"/>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F3D015A9-11AF-45DC-B349-193AE5801AB4}"/>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BF9739D-B728-406A-B81D-FB9BE919E33F}"/>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080989447"/>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29ADCC-6930-4D8A-A048-46E83605A6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F442C7-155C-4E40-BEC7-9DD82011BA9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780B9793-240A-49DA-ADCA-20BCF6C3DFB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27E68A1-0294-48B8-8500-BF264BA853F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90933644-F9A6-40AC-BF28-7F34FAEED852}"/>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110時間/月（中間シナリオ）</a:t>
            </a:r>
          </a:p>
        </p:txBody>
      </p:sp>
    </p:spTree>
    <p:extLst>
      <p:ext uri="{BB962C8B-B14F-4D97-AF65-F5344CB8AC3E}">
        <p14:creationId xmlns:p14="http://schemas.microsoft.com/office/powerpoint/2010/main" val="1321567746"/>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1B62D3-EFAF-465B-AE3C-34E561CF7DB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365BCC-A132-41EA-91A8-FAB795CAF80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A2ACE0FE-5B16-4F3C-9CBA-FB4C211ACD8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0137F4-D13E-459A-86FC-B6B163D2D0D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D78B7FB-C6C0-4743-AC01-235EE19C35F2}"/>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458F74F6-E081-467A-85A9-21114D53A652}"/>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174452745"/>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7DE7023-B2EA-4331-BF1D-8E0C7FFAEB3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4EE4E5-FE0D-452A-A3E6-01FAB100487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8D36531D-400A-4C86-A780-40DD048B386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9BF7326-AB31-4E30-A984-A5A727989D1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B7663F03-BFF4-4CD0-B42F-30DA5BFBD7DE}"/>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78EE7178-64F6-4C0A-A2E2-53D3F554160F}"/>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921863B8-0BDA-4533-96DE-5971192F0A3E}"/>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316CB67-3463-4813-AB29-DB8522C1A1D0}"/>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65013962-0951-4CD0-AE42-28C7CA53209A}"/>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F69273C7-68DC-491D-B432-3209C6EFF085}"/>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E8B5D0A-1C5B-44BA-AF70-75117C9DD205}"/>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4FE926EB-92AA-469C-B65B-FA5EA58704F7}"/>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3130059B-FEAD-484E-9281-0BCAA27C4745}"/>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15597CE-1C6B-4FBE-9D4D-DF946478BEFE}"/>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55000EDA-E45E-47AA-96EA-02FF0F152BF5}"/>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98275998"/>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262F050-8F46-4B03-8883-CCB136F9F80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8A8B12-7EA2-4A0F-A756-9848136AB9B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E74A1DD4-4BB6-4A15-9304-7484EED1DA2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0B8E1F-1A79-48AB-A6DA-4B8B494BE0C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FCFBEEB1-8B77-4FA7-ADB2-B02F858AF1B1}"/>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6D4BD520-9E5B-4CD0-8F60-8C2BFFED28E8}"/>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8EA931CC-8B0E-4E71-AD10-CE2C8C57FD9D}"/>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4A25964-6E12-47F5-85AC-2ECA81AB8195}"/>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1698F447-308E-48DA-A7ED-872313A410A6}"/>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89E95AEA-F2E8-4C2C-BC22-42A075D53F8B}"/>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D2E8B5D-DD14-48FB-ADB6-4ECDEF927A5D}"/>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8D54F069-9741-402C-8136-C90F970F979F}"/>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CF26F4FD-385A-48ED-A190-520DF831A46C}"/>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667057996"/>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1AD01E36-3817-466D-ABD7-FF0E9D21B08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A5267E-AB36-4F23-A748-743E7972507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CD46A74D-047F-4746-87B5-2A65B4533D5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7B5619-FF2C-41EE-BEA9-2DC644783A1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CB8FE41E-7C53-429B-A1CD-8E448406A5ED}"/>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C9F434-3B9E-4F09-997F-9EE11F491573}"/>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8AD6DC99-7EBF-4612-B69E-B1D3B45FE6FB}"/>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AEE1CFE4-0875-487D-B64D-27A4FFD85BC7}"/>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40E00CAD-3E72-4C4A-AC16-C3C0848FB435}"/>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D8DED1F0-3E37-4762-A800-04E718D6E0FF}"/>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257B7299-574A-421D-B10A-25634AC5DF04}"/>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37FBFD5D-FA98-4404-B8FB-1775ED3314CA}"/>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BD717A75-DA06-4BB6-A2C9-D7A92865C5CC}"/>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54F73024-9335-42D6-8F75-CC84FB72FBB6}"/>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554F21CF-453B-456D-A679-8A9F57432CFD}"/>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8D13EE1F-A9C5-4A9C-93A0-5A107F25F41C}"/>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4C712FBB-83D7-4702-AD6F-212C713EC3F2}"/>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D53C3276-A4F2-47A8-A068-B74ABC2AA184}"/>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2C991518-C23E-4CA8-978F-63759E9FA787}"/>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1649955C-58A9-494D-B501-4EA55CBCDCA9}"/>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0113BEC0-670C-4DEB-82F3-53CC642C19F5}"/>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9FC4DCBF-2717-4A6D-8102-5F9986F36578}"/>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9BD74315-2437-45DF-A634-387F1E12711D}"/>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69739689-878F-4792-8184-5C7CB91A8CA2}"/>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99F4BC92-82B2-445A-9801-F92245E3C906}"/>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59AF5A35-F655-48FA-9986-A17D16C883F1}"/>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A0795765-F252-4927-BD7C-0287D79C9A5F}"/>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D2B33EE0-D252-4BC7-9C43-71E0CADAAB7B}"/>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95C5E7DA-BF82-4E6E-9269-A16C80A172BB}"/>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3DA59D89-C44A-45E4-A70B-730750A681C1}"/>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453D93CD-D802-4F9C-B333-60E28EF9A4AD}"/>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843F4951-0F5E-458D-9592-66C6DFF4097D}"/>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9ECE3D54-8FB4-4647-98F8-115CC268D2AF}"/>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CA4A3AF2-29FA-492A-9596-4632A2DCA41B}"/>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BD4E0906-1E86-4387-918D-29D6A92E9798}"/>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1535E123-3C48-4395-803D-AA0AE4405535}"/>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584A9ABA-20E9-464B-A62C-B1C79B331CF0}"/>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B9FD9C04-19BF-40A9-89B4-07AAEA82A8F3}"/>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47EEDBB3-CF36-44C1-97AE-C68AEAF51D5A}"/>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D3B45E67-F7B0-4DA5-BCC7-01AC2D5CF79A}"/>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4A8295B8-20E4-49F5-AF72-8163D8E91573}"/>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B6DCFA79-2279-4CD1-AFA4-DAE63E871330}"/>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89CD333C-4151-403D-BC13-8243711A5BF8}"/>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272B9CBF-E945-47A4-825C-A483ABACFAEB}"/>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DC55DEEF-9FDB-4B19-B8E9-644E9AB54A7F}"/>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7F81284B-93AB-4C2A-945C-2EE786473DA8}"/>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7D649449-8E25-4BAF-84D7-B93A829E8F62}"/>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1AE2BC51-8C0D-4219-BFD2-C3798CB9B256}"/>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5936F9FE-CB2C-4A79-A309-D9A271C71520}"/>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045D8B38-D446-482C-8F10-DB17953EA0AD}"/>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AE8A0CC4-A564-41D4-B6EB-CBD9C0EA5B2D}"/>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24B480F1-980F-4B64-A1A8-598373987447}"/>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E3E5148F-3608-42C4-BDD5-9B18EC44BD2B}"/>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1B98EF78-9935-42F9-852A-C81C50A5062D}"/>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495254114"/>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B99943C6-7C2E-4A4B-91A5-7A417969DF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616317-BC28-4AE5-B0A9-47F1C894A24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1A9FE9DD-E7EC-40F9-9AE4-CAC40A351D8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8C22A5-B781-447B-9CC5-40AABA052A0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A429898F-52A0-4EBB-8A53-C3EF9E196CAC}"/>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EA58B88-F949-4AC1-AAD3-263654BD9DCC}"/>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374AF31F-35BD-499A-81DE-D65B54EFB016}"/>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F7AAA25C-129E-4E1E-93C5-C49E1AA2AF51}"/>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87810DE9-9742-42C2-A8B8-5766336B3F0B}"/>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134D99AC-943C-4C6E-B8EE-1A275D0E20E9}"/>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63004F26-7B7F-47A5-B2A2-3350FD8FBA23}"/>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4A1D770-630B-4BD5-AC66-03C3408FA15E}"/>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6A0D4B1B-24C2-4B4E-9487-953222A49AF5}"/>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6A52A17B-0915-4A8D-8A3C-54EE9DB1822D}"/>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904BECA1-5D39-4633-A313-F61A6650FF7A}"/>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2289BCD7-05D0-4915-9BBE-51CB5359FFF7}"/>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488C295C-7042-4392-B900-453BF438A76C}"/>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4E2C55FB-D489-46A9-8523-48B808C159A0}"/>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435C4208-964F-4534-ABA9-F06C59AC4435}"/>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49C4F903-F8B7-4699-959E-43EB5A0B308A}"/>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41376777-D6B5-4F00-9692-AA585BCC4708}"/>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60988D38-7425-4BFB-A564-9F7CC6EB4222}"/>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0417CB0D-DD9F-4599-A962-74819C4D23EF}"/>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29307305-2435-42D2-8C84-3C61555EAFCE}"/>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DC542619-F364-4FD5-A0F3-C4660FAA643C}"/>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D52FFA2C-45DF-4180-A689-0E60884DADA7}"/>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18630140-EDE2-4075-AB24-BD4C464D5BF8}"/>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7F2E5B59-3806-4886-B835-B74B6C0FDA7D}"/>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247B75F0-ED1F-468D-8E8C-C4CDE1A6D268}"/>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42383CEC-7E1D-4FD6-9779-F7D7169729B9}"/>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FB9B3011-2802-4BEA-AD4A-32062625D3EF}"/>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B32588CA-3AC6-472E-BDF3-997822C8AE91}"/>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3CA5B14C-CE36-43DB-B49C-BD95685B60CE}"/>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E284D6A2-875C-40C9-B688-24846E0BEC4E}"/>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8FB6F0DC-FFCA-4EA3-B007-19060E57B410}"/>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DB5C6ACA-6965-435E-ADCD-82D88F00938C}"/>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98B81BE7-4EB6-42D0-A137-396071008E73}"/>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2ECC4DA1-6FC6-4990-87EB-0D5B663DBC65}"/>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A4E95BF6-4ACE-4575-AD77-DAB82F691E8B}"/>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2EF4BC71-0469-4940-9A33-DACC17D51013}"/>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AD5B8987-5F3A-40BD-ACBF-46EDB5148BF4}"/>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EFE18B15-A498-4751-87A7-55BC9A542FCD}"/>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B98878CC-7443-40F7-9425-14FC5421A70B}"/>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CD226DA4-C427-42D1-A990-81EC8136A48E}"/>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AB0C56C7-0C7C-48A9-AC75-E8C5E2322F97}"/>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9D1E961A-0A05-4FF1-838D-68A44C318E66}"/>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231694CA-5FF7-4A6F-9E4D-CA03CD480948}"/>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AC4F8722-813E-4766-AF8F-D97F021AC244}"/>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3672F1DA-6CBA-4C97-9E2F-208B40E2BC46}"/>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1F947075-28E4-488C-A333-3A433BAFD98E}"/>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BC4751E5-8ED7-46C4-A386-4E80A68FE374}"/>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8613BB44-1D6E-4BAC-A039-00A6B3F1335A}"/>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9B8F9B4E-DAD8-438B-AC8B-E558B1EEECD3}"/>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DBE824B4-8F57-4B69-86AD-D9D47DDAD169}"/>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3C522614-42E3-48D1-90EC-7917AF7F5311}"/>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D3AC7AD6-8B2A-4421-98AE-51EF9A274D31}"/>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0629967C-00A7-4719-B288-AB23458812B7}"/>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5C712303-CF02-49B3-8086-10F91E80B799}"/>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B2371362-178A-4F71-9D3D-5888F73E5191}"/>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91C641BB-5787-44CB-9DAD-6309611018A1}"/>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2C3ABAB3-12FB-4E20-BC92-12152B4960E6}"/>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361BDABA-DC10-4C3D-AEBC-0D817565DEC3}"/>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664CCCBC-DF8C-44ED-A11F-DA32AABC459C}"/>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80FCE2F8-A97B-474D-90C4-ED959B98E965}"/>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1029617933"/>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4D630682-CAF2-43ED-92F3-518DB7294B7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3B4DE1-C85E-4FB7-80E7-9F849EC2774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C1AD50C7-6B6A-4AB2-87F5-AF1A1187710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732A1CE-2A16-475E-94DF-43BBD504F96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7B26C2FD-0323-4B2E-8C2A-01C3C1FC5F49}"/>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129462F-7F2B-40E5-A842-528FF5E253A1}"/>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44EC7C52-7697-4487-AB49-20AD9E8C6FF2}"/>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363B613E-8D79-4EA2-A9B9-677C2478780C}"/>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2833794E-C674-4336-9226-5B97CEB2B5A5}"/>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726E829C-6E28-4693-B7FD-535AFA62BF61}"/>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D65A6C7F-E320-4A44-AB65-43C5B255A89A}"/>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4AB415F4-FBC8-47C6-AD79-BB68770AA007}"/>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44BAC1D1-780B-4312-BFE4-C0F64D6F7EB6}"/>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5E7F3DE6-EA21-49A2-83BC-9BF3D7B75D1A}"/>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A9F40590-1C3A-48BB-A455-326FC3BF4236}"/>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92E9968E-B01C-44E1-9745-0AD1A52BAC51}"/>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1CFDA008-AEF5-477F-9E20-88974985192B}"/>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A453CE95-FC5E-41EF-90AD-BAF667773F34}"/>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DEFB188F-50C2-479F-9589-71263B9EF5CB}"/>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342F7972-3793-4F78-9469-134451D8A580}"/>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D32C0651-802A-4A93-A0AF-B0E0C88F2CE1}"/>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BBB2EDA6-54DA-40AB-B8BF-52A17985A98A}"/>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D374A6FE-B6D5-4E1E-B26D-9FB55881AEBE}"/>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BDDF9B90-C787-4F61-A493-3CA4D8B036BF}"/>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2F91C474-66CA-4EE7-AE1D-50AF17374B9A}"/>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11AC7947-8352-45F8-AC38-846B1989984B}"/>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09E58D5F-1026-4B7F-8955-2D89999F58C6}"/>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A427F06F-B499-4940-BDC0-D90C81A24DC0}"/>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193B0944-5A98-4FB3-9530-4AA83BDE135C}"/>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399DF25E-DE76-4B15-99EC-61920F7E607F}"/>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D52B857C-39C1-4E5C-B401-D965688E84B7}"/>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99C06968-E422-4DF4-B9CA-F5245B9C4413}"/>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79568CAA-7F4E-40D7-8CD2-E5752A196A5A}"/>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60284F33-7093-427A-A84E-A7F2F31ADDD1}"/>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108F19A5-FEEE-4C9C-983C-0F915BFFDB0B}"/>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369162D0-DB3B-4980-BC6A-89201052E065}"/>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AAEC0B2B-8A26-41AD-B98F-689AE713661D}"/>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6BCE6730-9884-41D6-9026-AE8EBBAACAFC}"/>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0F3F4307-73C0-4DAC-AF3A-8F1770B1424F}"/>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B26F28C5-D217-46FB-AD0B-35B6B1C690FC}"/>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9D53F2C0-8ABD-441C-B2F2-1317F775CCEF}"/>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7991268E-808D-4520-83C6-DD4C4E522E2C}"/>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2D631A19-34BD-4F19-88A3-BFA65EDA14B4}"/>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4D3C7EDC-054F-48C1-8E2E-8FD5521C6E23}"/>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F1125135-0C23-4505-80C2-BE07B6CBC2B8}"/>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3739123A-7E0D-46CA-B1BB-35E20861A154}"/>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3329DC0A-A9AD-400B-A76D-3CC45C354B69}"/>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6EC204F7-41AF-46F4-A3C6-2946CD6CC173}"/>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4CE2702B-4F3E-497C-BF7C-B1B3C4A62655}"/>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9E9C552D-33A2-46A3-846C-D5A0A0819689}"/>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DC3D6BE7-338F-4BAB-A0F3-34D682BC030C}"/>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DC38D515-8C15-4825-97BC-C53533666C81}"/>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B5483FAB-40C7-419F-90BA-986D18B04593}"/>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C78574C1-347C-4FA1-9CAD-9F2729038793}"/>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21D7BC67-3FC5-47BA-B26B-92093189FC82}"/>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23E2030D-5B78-422E-8CBB-D0A61AFCA391}"/>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DB604260-C579-4854-A28F-C82EC05CA5CA}"/>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813EE1F7-5C55-43CE-9731-303F2556F6D8}"/>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AF727C61-8DF7-4822-B666-AAFFF65D56A0}"/>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33400386"/>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F0F15FD6-725F-4E83-8802-C0AFF081D41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69D89A-87EF-4E0E-97EC-211ACB0CEE5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92BF4DE4-9502-48F4-903B-DA1ABC1933B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EAA75A-E0A9-4F9E-9543-F1240833022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AA663FEE-2591-4C27-893B-B90426D53CAF}"/>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2BE02BC-8002-4EC7-894D-7AECB4AEBF63}"/>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1614EA1E-4717-4CF0-9F92-459FCF27A519}"/>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24A91033-1988-4C33-8562-26C814E3E7B9}"/>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C8311581-CDA4-42A6-9252-C3C6B0937BCF}"/>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A580B86E-DD28-45AC-BBEE-247306289143}"/>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48BEA946-5BA9-4220-94F0-297A241C1C36}"/>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60B6619C-5751-40C8-9D29-28C92BA4593C}"/>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3A4EA127-8211-40C7-A42D-59AE42C46076}"/>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298BA994-E865-425F-90D1-C64BD8FB3E79}"/>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7DF2F132-6766-412E-AD1E-21BB3C17806D}"/>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1B6C0A15-3CB9-42F1-B488-9B66D493958C}"/>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6FEFCF9F-9531-4BF4-B741-77C4F1F58336}"/>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7298806B-A124-42E7-8B02-2AD94D66A88A}"/>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1BD9E124-31A0-4729-96FB-84DCA5DD72B6}"/>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BE6F5932-5016-4412-ABE3-148DB7818D65}"/>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3097B558-3958-40EC-AE14-C4DDB611DFA4}"/>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98933BEE-A813-43EE-BC3F-4DFAA3464526}"/>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1C34ECBA-FE07-4ED5-8943-17F822F35889}"/>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6CEC0F3D-73F5-4EA9-9BA1-24B62AB5931B}"/>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0B1DDE26-FB33-4FB2-93C5-3360A02A4CEC}"/>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96D3EA69-FD24-4780-B552-F7BA8E6A9E39}"/>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23B94D12-E990-4FBF-B866-DABA3A2215F2}"/>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B8E9BEE5-033E-4378-AEE5-4A8DCC22D9A5}"/>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8EC37366-549D-41D3-891E-5089D5BF4D54}"/>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2A7CE3E8-E514-4964-9761-BD4E7E7C201C}"/>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1B0594FF-2FE9-4743-A122-B17D8216C672}"/>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E273C42F-0BD0-42BE-995D-64191452DFC9}"/>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27855E15-14DF-4CC1-9A16-AA38E352F97D}"/>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921EA215-FA70-4F73-8030-81D062CD5BE4}"/>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32A57C42-24AA-4C00-B7EE-E96A021F5A70}"/>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8EB01BE0-DEA8-4E87-98F8-C9A80501DBA4}"/>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81429972-909A-4D11-83D6-5AD57897C581}"/>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33C7F816-4859-440B-BA04-2A260B08F276}"/>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5A6246E8-D6B7-44F1-B66C-5519AD98FDCD}"/>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068FB4D5-15E9-43BF-AD10-317FCD8A9680}"/>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6F95FEC4-4C58-4D4F-9EB2-00F0BE52DBF4}"/>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7AF51514-0083-41DF-AF83-13F27467E55A}"/>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BD0505A0-FF32-46E5-A6B7-33929A1133DA}"/>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2CCDAE5C-4512-4770-AF21-BF3458AA16B8}"/>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CCB63DAA-C80B-4F0B-A51E-B1A129CDC08C}"/>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5F928933-0B31-45A1-B799-3548B5672280}"/>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4E284FC1-E3F6-455A-8970-CC09C0AEBC94}"/>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E75D7AB6-7D99-4D43-B5CF-54BB1140EA4D}"/>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6BBF7AD5-0740-443F-889B-F525F8166D22}"/>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75FE8DD6-ECA4-4F4E-AA72-7EFBE69EBA83}"/>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5DAD0949-0AD0-4EE1-B810-8AC32364CC0B}"/>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80F7A86D-2152-4CA0-86EB-747620167AE9}"/>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4B06C46B-6291-499A-9E44-0C72241837AC}"/>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8D6E354A-CA4D-4F46-B8F6-45C6EE58B45E}"/>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80C7E275-1E25-4DE5-BB64-4D39A9F0434E}"/>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1110877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2026-09-15T04:27:05.7320000Z</dcterms:created>
  <dcterms:modified xsi:type="dcterms:W3CDTF">2026-09-15T04:27:05.7320000Z</dcterms:modified>
</coreProperties>
</file>