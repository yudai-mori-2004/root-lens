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b960c909da467d" /><Relationship Type="http://schemas.openxmlformats.org/officeDocument/2006/relationships/extended-properties" Target="/docProps/app.xml" Id="R1d54511f4a47401d" /><Relationship Type="http://schemas.openxmlformats.org/officeDocument/2006/relationships/officeDocument" Target="/ppt/presentation.xml" Id="Rcaa1217ec1ba4dec" /></Relationships>
</file>

<file path=ppt/presentation.xml><?xml version="1.0" encoding="utf-8"?>
<p:presentation xmlns:p="http://schemas.openxmlformats.org/presentationml/2006/main">
  <p:sldMasterIdLst>
    <p:sldMasterId xmlns:r="http://schemas.openxmlformats.org/officeDocument/2006/relationships" id="2147483648" r:id="R878cd4b7fd6142b1"/>
  </p:sldMasterIdLst>
  <p:notesMasterIdLst>
    <p:notesMasterId xmlns:r="http://schemas.openxmlformats.org/officeDocument/2006/relationships" r:id="Rf8af35facd07413f"/>
  </p:notesMasterIdLst>
  <p:sldIdLst>
    <p:sldId xmlns:r="http://schemas.openxmlformats.org/officeDocument/2006/relationships" id="256" r:id="R745a5aa65858420b"/>
    <p:sldId xmlns:r="http://schemas.openxmlformats.org/officeDocument/2006/relationships" id="257" r:id="Rf361a97a13d84842"/>
    <p:sldId xmlns:r="http://schemas.openxmlformats.org/officeDocument/2006/relationships" id="258" r:id="R8ba803444f074db7"/>
    <p:sldId xmlns:r="http://schemas.openxmlformats.org/officeDocument/2006/relationships" id="259" r:id="R3f2732390bad4677"/>
    <p:sldId xmlns:r="http://schemas.openxmlformats.org/officeDocument/2006/relationships" id="260" r:id="R5e8ee65454674463"/>
    <p:sldId xmlns:r="http://schemas.openxmlformats.org/officeDocument/2006/relationships" id="261" r:id="R45be26cf45e34136"/>
    <p:sldId xmlns:r="http://schemas.openxmlformats.org/officeDocument/2006/relationships" id="262" r:id="R8d9233b43c004b57"/>
    <p:sldId xmlns:r="http://schemas.openxmlformats.org/officeDocument/2006/relationships" id="263" r:id="R74924dc5f0f44483"/>
    <p:sldId xmlns:r="http://schemas.openxmlformats.org/officeDocument/2006/relationships" id="264" r:id="R6093455ae4b74fc0"/>
    <p:sldId xmlns:r="http://schemas.openxmlformats.org/officeDocument/2006/relationships" id="265" r:id="Rb39413003bf74e66"/>
    <p:sldId xmlns:r="http://schemas.openxmlformats.org/officeDocument/2006/relationships" id="266" r:id="R675f605d3df74874"/>
    <p:sldId xmlns:r="http://schemas.openxmlformats.org/officeDocument/2006/relationships" id="267" r:id="R5106b1d112544a28"/>
    <p:sldId xmlns:r="http://schemas.openxmlformats.org/officeDocument/2006/relationships" id="268" r:id="R65948f103ccf4cd0"/>
    <p:sldId xmlns:r="http://schemas.openxmlformats.org/officeDocument/2006/relationships" id="269" r:id="Rb1792f2b4009401f"/>
    <p:sldId xmlns:r="http://schemas.openxmlformats.org/officeDocument/2006/relationships" id="270" r:id="Re77aee93dace4183"/>
    <p:sldId xmlns:r="http://schemas.openxmlformats.org/officeDocument/2006/relationships" id="271" r:id="R30e261019cde408b"/>
    <p:sldId xmlns:r="http://schemas.openxmlformats.org/officeDocument/2006/relationships" id="272" r:id="Ref647971de9048ab"/>
    <p:sldId xmlns:r="http://schemas.openxmlformats.org/officeDocument/2006/relationships" id="273" r:id="Ra20d420a16644ba8"/>
    <p:sldId xmlns:r="http://schemas.openxmlformats.org/officeDocument/2006/relationships" id="274" r:id="Ra24b5dc6ffd346b9"/>
    <p:sldId xmlns:r="http://schemas.openxmlformats.org/officeDocument/2006/relationships" id="275" r:id="R23ce08e695af405d"/>
    <p:sldId xmlns:r="http://schemas.openxmlformats.org/officeDocument/2006/relationships" id="276" r:id="R6d2796bdf5374818"/>
    <p:sldId xmlns:r="http://schemas.openxmlformats.org/officeDocument/2006/relationships" id="277" r:id="R2b48a8d3b3584892"/>
    <p:sldId xmlns:r="http://schemas.openxmlformats.org/officeDocument/2006/relationships" id="278" r:id="R9c14ef2a4ab241ed"/>
    <p:sldId xmlns:r="http://schemas.openxmlformats.org/officeDocument/2006/relationships" id="279" r:id="Rb470426534c5454b"/>
    <p:sldId xmlns:r="http://schemas.openxmlformats.org/officeDocument/2006/relationships" id="280" r:id="R71a7adf82f444d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acacd99e764a97" /><Relationship Type="http://schemas.openxmlformats.org/officeDocument/2006/relationships/slideMaster" Target="/ppt/slideMasters/slideMaster1.xml" Id="R878cd4b7fd6142b1" /><Relationship Type="http://schemas.openxmlformats.org/officeDocument/2006/relationships/notesMaster" Target="/ppt/notesMasters/notesMaster1.xml" Id="Rf8af35facd07413f" /><Relationship Type="http://schemas.openxmlformats.org/officeDocument/2006/relationships/presProps" Target="/ppt/presProps.xml" Id="Rc3f9716ae5f34efb" /><Relationship Type="http://schemas.openxmlformats.org/officeDocument/2006/relationships/tableStyles" Target="/ppt/tableStyles.xml" Id="Rd245377683004d75" /><Relationship Type="http://schemas.openxmlformats.org/officeDocument/2006/relationships/slide" Target="/ppt/slides/slide1.xml" Id="R745a5aa65858420b" /><Relationship Type="http://schemas.openxmlformats.org/officeDocument/2006/relationships/slide" Target="/ppt/slides/slide2.xml" Id="Rf361a97a13d84842" /><Relationship Type="http://schemas.openxmlformats.org/officeDocument/2006/relationships/slide" Target="/ppt/slides/slide3.xml" Id="R8ba803444f074db7" /><Relationship Type="http://schemas.openxmlformats.org/officeDocument/2006/relationships/slide" Target="/ppt/slides/slide4.xml" Id="R3f2732390bad4677" /><Relationship Type="http://schemas.openxmlformats.org/officeDocument/2006/relationships/slide" Target="/ppt/slides/slide5.xml" Id="R5e8ee65454674463" /><Relationship Type="http://schemas.openxmlformats.org/officeDocument/2006/relationships/slide" Target="/ppt/slides/slide6.xml" Id="R45be26cf45e34136" /><Relationship Type="http://schemas.openxmlformats.org/officeDocument/2006/relationships/slide" Target="/ppt/slides/slide7.xml" Id="R8d9233b43c004b57" /><Relationship Type="http://schemas.openxmlformats.org/officeDocument/2006/relationships/slide" Target="/ppt/slides/slide8.xml" Id="R74924dc5f0f44483" /><Relationship Type="http://schemas.openxmlformats.org/officeDocument/2006/relationships/slide" Target="/ppt/slides/slide9.xml" Id="R6093455ae4b74fc0" /><Relationship Type="http://schemas.openxmlformats.org/officeDocument/2006/relationships/slide" Target="/ppt/slides/slide10.xml" Id="Rb39413003bf74e66" /><Relationship Type="http://schemas.openxmlformats.org/officeDocument/2006/relationships/slide" Target="/ppt/slides/slide11.xml" Id="R675f605d3df74874" /><Relationship Type="http://schemas.openxmlformats.org/officeDocument/2006/relationships/slide" Target="/ppt/slides/slide12.xml" Id="R5106b1d112544a28" /><Relationship Type="http://schemas.openxmlformats.org/officeDocument/2006/relationships/slide" Target="/ppt/slides/slide13.xml" Id="R65948f103ccf4cd0" /><Relationship Type="http://schemas.openxmlformats.org/officeDocument/2006/relationships/slide" Target="/ppt/slides/slide14.xml" Id="Rb1792f2b4009401f" /><Relationship Type="http://schemas.openxmlformats.org/officeDocument/2006/relationships/slide" Target="/ppt/slides/slide15.xml" Id="Re77aee93dace4183" /><Relationship Type="http://schemas.openxmlformats.org/officeDocument/2006/relationships/slide" Target="/ppt/slides/slide16.xml" Id="R30e261019cde408b" /><Relationship Type="http://schemas.openxmlformats.org/officeDocument/2006/relationships/slide" Target="/ppt/slides/slide17.xml" Id="Ref647971de9048ab" /><Relationship Type="http://schemas.openxmlformats.org/officeDocument/2006/relationships/slide" Target="/ppt/slides/slide18.xml" Id="Ra20d420a16644ba8" /><Relationship Type="http://schemas.openxmlformats.org/officeDocument/2006/relationships/slide" Target="/ppt/slides/slide19.xml" Id="Ra24b5dc6ffd346b9" /><Relationship Type="http://schemas.openxmlformats.org/officeDocument/2006/relationships/slide" Target="/ppt/slides/slide20.xml" Id="R23ce08e695af405d" /><Relationship Type="http://schemas.openxmlformats.org/officeDocument/2006/relationships/slide" Target="/ppt/slides/slide21.xml" Id="R6d2796bdf5374818" /><Relationship Type="http://schemas.openxmlformats.org/officeDocument/2006/relationships/slide" Target="/ppt/slides/slide22.xml" Id="R2b48a8d3b3584892" /><Relationship Type="http://schemas.openxmlformats.org/officeDocument/2006/relationships/slide" Target="/ppt/slides/slide23.xml" Id="R9c14ef2a4ab241ed" /><Relationship Type="http://schemas.openxmlformats.org/officeDocument/2006/relationships/slide" Target="/ppt/slides/slide24.xml" Id="Rb470426534c5454b" /><Relationship Type="http://schemas.openxmlformats.org/officeDocument/2006/relationships/slide" Target="/ppt/slides/slide25.xml" Id="R71a7adf82f444d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69fc57dc374d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6734514fa44069" /><Relationship Type="http://schemas.openxmlformats.org/officeDocument/2006/relationships/notesMaster" Target="/ppt/notesMasters/notesMaster1.xml" Id="R01a6b61471af44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c6bf6863bb43aa" /><Relationship Type="http://schemas.openxmlformats.org/officeDocument/2006/relationships/notesMaster" Target="/ppt/notesMasters/notesMaster1.xml" Id="Rff426031546642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baa8153ae34593" /><Relationship Type="http://schemas.openxmlformats.org/officeDocument/2006/relationships/notesMaster" Target="/ppt/notesMasters/notesMaster1.xml" Id="R926d411831a949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876738bde94890" /><Relationship Type="http://schemas.openxmlformats.org/officeDocument/2006/relationships/notesMaster" Target="/ppt/notesMasters/notesMaster1.xml" Id="Rdd46aa2aad6d49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67793d1c144bf9" /><Relationship Type="http://schemas.openxmlformats.org/officeDocument/2006/relationships/notesMaster" Target="/ppt/notesMasters/notesMaster1.xml" Id="Rad501214ea5d4f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9327dc207a4e99" /><Relationship Type="http://schemas.openxmlformats.org/officeDocument/2006/relationships/notesMaster" Target="/ppt/notesMasters/notesMaster1.xml" Id="R78acc4e73e2344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b9114b87f04809" /><Relationship Type="http://schemas.openxmlformats.org/officeDocument/2006/relationships/notesMaster" Target="/ppt/notesMasters/notesMaster1.xml" Id="R924aebaac42841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afd6ce38734601" /><Relationship Type="http://schemas.openxmlformats.org/officeDocument/2006/relationships/notesMaster" Target="/ppt/notesMasters/notesMaster1.xml" Id="Rfa72bb3c1cae40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0386f138f84921" /><Relationship Type="http://schemas.openxmlformats.org/officeDocument/2006/relationships/notesMaster" Target="/ppt/notesMasters/notesMaster1.xml" Id="R9a63de9512f143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85f68903a940f9" /><Relationship Type="http://schemas.openxmlformats.org/officeDocument/2006/relationships/notesMaster" Target="/ppt/notesMasters/notesMaster1.xml" Id="R00b7f0fea4c845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9a653f9aff43fb" /><Relationship Type="http://schemas.openxmlformats.org/officeDocument/2006/relationships/notesMaster" Target="/ppt/notesMasters/notesMaster1.xml" Id="R76048facd0cf49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770e9c14904d80" /><Relationship Type="http://schemas.openxmlformats.org/officeDocument/2006/relationships/notesMaster" Target="/ppt/notesMasters/notesMaster1.xml" Id="R968d37c4a83d42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1f54aeceb74fe4" /><Relationship Type="http://schemas.openxmlformats.org/officeDocument/2006/relationships/notesMaster" Target="/ppt/notesMasters/notesMaster1.xml" Id="R3a80a1c7258449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653438bb294c6c" /><Relationship Type="http://schemas.openxmlformats.org/officeDocument/2006/relationships/notesMaster" Target="/ppt/notesMasters/notesMaster1.xml" Id="Rd3d9b83c9d0f42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5d4244c9654340" /><Relationship Type="http://schemas.openxmlformats.org/officeDocument/2006/relationships/notesMaster" Target="/ppt/notesMasters/notesMaster1.xml" Id="R082be7a1b3394f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23efcf18134dc6" /><Relationship Type="http://schemas.openxmlformats.org/officeDocument/2006/relationships/notesMaster" Target="/ppt/notesMasters/notesMaster1.xml" Id="R683cb47cdb1b44b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73f8b9d60149df" /><Relationship Type="http://schemas.openxmlformats.org/officeDocument/2006/relationships/notesMaster" Target="/ppt/notesMasters/notesMaster1.xml" Id="Rf6c5742cd31e49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56bdf2108f4cea" /><Relationship Type="http://schemas.openxmlformats.org/officeDocument/2006/relationships/notesMaster" Target="/ppt/notesMasters/notesMaster1.xml" Id="Rf1009d124f0545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01e3085cab4fe3" /><Relationship Type="http://schemas.openxmlformats.org/officeDocument/2006/relationships/notesMaster" Target="/ppt/notesMasters/notesMaster1.xml" Id="R4e5d8f3d3d9141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e19a1562f34671" /><Relationship Type="http://schemas.openxmlformats.org/officeDocument/2006/relationships/notesMaster" Target="/ppt/notesMasters/notesMaster1.xml" Id="R165aaa3fe0f048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e001b52ec5d4fac" /><Relationship Type="http://schemas.openxmlformats.org/officeDocument/2006/relationships/notesMaster" Target="/ppt/notesMasters/notesMaster1.xml" Id="R6c6af0f8d14c40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55a13d77bbb4d23" /><Relationship Type="http://schemas.openxmlformats.org/officeDocument/2006/relationships/notesMaster" Target="/ppt/notesMasters/notesMaster1.xml" Id="R5f018265be194f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58d55ca9ea4227" /><Relationship Type="http://schemas.openxmlformats.org/officeDocument/2006/relationships/notesMaster" Target="/ppt/notesMasters/notesMaster1.xml" Id="Rc3bad435db8d4cd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98736301cb4a9e" /><Relationship Type="http://schemas.openxmlformats.org/officeDocument/2006/relationships/notesMaster" Target="/ppt/notesMasters/notesMaster1.xml" Id="R9487220d4a1f40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5b37a7990f4c24" /><Relationship Type="http://schemas.openxmlformats.org/officeDocument/2006/relationships/notesMaster" Target="/ppt/notesMasters/notesMaster1.xml" Id="Rc425c75dd9f445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eea9643af144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c72df54fed4f3b" /><Relationship Type="http://schemas.openxmlformats.org/officeDocument/2006/relationships/slideLayout" Target="/ppt/slideLayouts/slideLayout1.xml" Id="R713693fc15704b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3693fc15704b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55caffa3c5471a" /><Relationship Type="http://schemas.openxmlformats.org/officeDocument/2006/relationships/notesSlide" Target="/ppt/notesSlides/notesSlide1.xml" Id="Recb28c75c40f47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08e3fcd15945af" /><Relationship Type="http://schemas.openxmlformats.org/officeDocument/2006/relationships/notesSlide" Target="/ppt/notesSlides/notesSlide2.xml" Id="R3d57bb0f593642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b20df7d6a74b72" /><Relationship Type="http://schemas.openxmlformats.org/officeDocument/2006/relationships/notesSlide" Target="/ppt/notesSlides/notesSlide3.xml" Id="Rfb0fafba5e6749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4842e2398349da" /><Relationship Type="http://schemas.openxmlformats.org/officeDocument/2006/relationships/notesSlide" Target="/ppt/notesSlides/notesSlide4.xml" Id="Rc831b16caf014d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d860d9df614dbf" /><Relationship Type="http://schemas.openxmlformats.org/officeDocument/2006/relationships/notesSlide" Target="/ppt/notesSlides/notesSlide5.xml" Id="Rc76b18c23b64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46cf2009694b9d" /><Relationship Type="http://schemas.openxmlformats.org/officeDocument/2006/relationships/notesSlide" Target="/ppt/notesSlides/notesSlide6.xml" Id="Ref7c53c7642e40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d080f41d664f8b" /><Relationship Type="http://schemas.openxmlformats.org/officeDocument/2006/relationships/notesSlide" Target="/ppt/notesSlides/notesSlide7.xml" Id="R6859995bbd1a4e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ca84d85df84605" /><Relationship Type="http://schemas.openxmlformats.org/officeDocument/2006/relationships/notesSlide" Target="/ppt/notesSlides/notesSlide8.xml" Id="Racde7cbe793d43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d1432d9eef4c23" /><Relationship Type="http://schemas.openxmlformats.org/officeDocument/2006/relationships/notesSlide" Target="/ppt/notesSlides/notesSlide9.xml" Id="R948982a2068740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8fe1d383e84411" /><Relationship Type="http://schemas.openxmlformats.org/officeDocument/2006/relationships/notesSlide" Target="/ppt/notesSlides/notesSlide10.xml" Id="Rb5081c74313f4a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75c920312f48df" /><Relationship Type="http://schemas.openxmlformats.org/officeDocument/2006/relationships/notesSlide" Target="/ppt/notesSlides/notesSlide11.xml" Id="Rfd77017b076049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ffef36f4af4036" /><Relationship Type="http://schemas.openxmlformats.org/officeDocument/2006/relationships/notesSlide" Target="/ppt/notesSlides/notesSlide12.xml" Id="R0f4c538f86294a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b09da946e44b74" /><Relationship Type="http://schemas.openxmlformats.org/officeDocument/2006/relationships/notesSlide" Target="/ppt/notesSlides/notesSlide13.xml" Id="R79a2584efb3146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2fe765db2f4e29" /><Relationship Type="http://schemas.openxmlformats.org/officeDocument/2006/relationships/notesSlide" Target="/ppt/notesSlides/notesSlide14.xml" Id="Rf13350e50d9244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4e76dc5e0d4feb" /><Relationship Type="http://schemas.openxmlformats.org/officeDocument/2006/relationships/notesSlide" Target="/ppt/notesSlides/notesSlide15.xml" Id="R94b7c7a940f741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a8f8a9b6e674b7d" /><Relationship Type="http://schemas.openxmlformats.org/officeDocument/2006/relationships/notesSlide" Target="/ppt/notesSlides/notesSlide16.xml" Id="Rdc8b6f692e7445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de76125634f4ca3" /><Relationship Type="http://schemas.openxmlformats.org/officeDocument/2006/relationships/image" Target="/ppt/media/image.jpeg" Id="R615aad1034194281" /><Relationship Type="http://schemas.openxmlformats.org/officeDocument/2006/relationships/image" Target="/ppt/media/image2.jpeg" Id="R013e8e6468304ba8" /><Relationship Type="http://schemas.openxmlformats.org/officeDocument/2006/relationships/image" Target="/ppt/media/image3.jpeg" Id="Rcffb9bcb5a6c4b5a" /><Relationship Type="http://schemas.openxmlformats.org/officeDocument/2006/relationships/notesSlide" Target="/ppt/notesSlides/notesSlide17.xml" Id="R9917c217353f45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9404a93f09498a" /><Relationship Type="http://schemas.openxmlformats.org/officeDocument/2006/relationships/notesSlide" Target="/ppt/notesSlides/notesSlide18.xml" Id="Rbaf6c1a653b34b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d48f2c99dbc462d" /><Relationship Type="http://schemas.openxmlformats.org/officeDocument/2006/relationships/notesSlide" Target="/ppt/notesSlides/notesSlide19.xml" Id="R977bc2f7bafc43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bd99ce145d4acc" /><Relationship Type="http://schemas.openxmlformats.org/officeDocument/2006/relationships/notesSlide" Target="/ppt/notesSlides/notesSlide20.xml" Id="Recce8d91c3b3441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066e91fa37143c3" /><Relationship Type="http://schemas.openxmlformats.org/officeDocument/2006/relationships/notesSlide" Target="/ppt/notesSlides/notesSlide21.xml" Id="Rb453165f00834f1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0b3b0dff7b24e0b" /><Relationship Type="http://schemas.openxmlformats.org/officeDocument/2006/relationships/notesSlide" Target="/ppt/notesSlides/notesSlide22.xml" Id="R16d39aa626654a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2bddc09e4ff4c05" /><Relationship Type="http://schemas.openxmlformats.org/officeDocument/2006/relationships/notesSlide" Target="/ppt/notesSlides/notesSlide23.xml" Id="Rc41bbf15945f403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031174e79da4345" /><Relationship Type="http://schemas.openxmlformats.org/officeDocument/2006/relationships/notesSlide" Target="/ppt/notesSlides/notesSlide24.xml" Id="Rc94167cfbcb2483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e8581580bd64738" /><Relationship Type="http://schemas.openxmlformats.org/officeDocument/2006/relationships/notesSlide" Target="/ppt/notesSlides/notesSlide25.xml" Id="R2e2512db87a44e8f"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D7D349-A326-4EA3-928B-44BDE8A664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F10C39-F506-4A58-86B6-52579EB3C823}"/>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C6FE5726-6CB8-4AFB-AA9A-B5FF2874B89C}"/>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752A070C-146A-4409-9BA4-6C2E148E8ABF}"/>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B6A4D4-09BD-4167-A0E2-B65B5339418E}"/>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B4B5848C-EF4D-484C-93F4-F24B9B8B34BC}"/>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991811509"/>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E6450E1-42B4-4FC4-850F-40557968AA5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BFEC0-07B9-4F14-91D2-C6B3675B19D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0B6526CD-8293-405D-929A-0800D60EB7B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C0A831-83A5-48A1-8E00-0545ADAC658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A1C87FCC-262A-414D-9B4D-3F20AB427193}"/>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0B11742B-12FB-40D5-B7FF-5F9BC0257DEB}"/>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61865B-B5F5-4AA2-B0B2-E7E56285AA60}"/>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C5A1FF3-DC8E-4E45-B676-A1F1D311AED0}"/>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49E874-3387-4DB5-B1C1-498B1F2BCEEC}"/>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A7A4610A-7F0A-421C-94AC-6C1CCCD49136}"/>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59E8F261-D44C-437E-B33C-8266EDF1F3C2}"/>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E2ECFAFC-D6FC-4C6D-98F1-9336FBA3619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2440B740-7C9F-4BA9-8789-C1C988C26A6D}"/>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5D805B3E-070E-4853-B22D-562C687506C7}"/>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42E48D8A-0ED1-4634-BC49-9EF2243A597E}"/>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475AB6F-3B26-499E-B513-5F9943A8A005}"/>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002E43E7-F482-49AC-A7FC-2EFB7CB0A4D2}"/>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F60B9B-9425-4C78-864D-28412069276E}"/>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4DA3D58-317C-48CD-9C92-D412B8489747}"/>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2757E38-B878-4DB5-87CC-11684BC5D7CD}"/>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E03E3D3C-9F6D-4A63-AFA5-101885D3B011}"/>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9B5C3805-319E-4C0E-9628-E7DC3417688B}"/>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43E9004-BD09-4574-B8D3-F5B9CC2A3E6B}"/>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B72FA6E6-7604-4D70-BDCC-E07DD268CB81}"/>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FA677A1A-A384-4C76-B610-8177766337B1}"/>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0F941AFF-745B-4EA4-803A-E95363067E46}"/>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8851D02E-247C-4044-9547-179664227A79}"/>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EE9E6A32-859D-4FF1-944A-3EA33972A423}"/>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24279718-EF4D-44BB-B9AD-C8ADFB0693F2}"/>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5F8DAAFC-9212-41B4-9536-AB42B2EA43A6}"/>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573011BA-9058-45A7-9EF2-3A2840B890F5}"/>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A6FB195B-CF5A-4959-BAEF-C41E57496061}"/>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EDBA520F-3E8C-45DD-B441-ACCEE446C8D7}"/>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88D2C8FE-187E-4BFB-A81A-59CEA0F78975}"/>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440B0F29-2650-4981-A41C-43EBF2E77DC7}"/>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686EE305-65C3-49D5-B149-7D8CF00F7F58}"/>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768298927"/>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2E08ED-6B04-4C9A-9892-2FC1086F60F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CFBF71-36F6-48AD-B654-BCCDE5FF196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99A180A0-2851-4694-851C-5C9DF962705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5043A5-7B83-4921-9717-644DF3DAA38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7887C228-302B-4C51-BFA1-1778C109BD59}"/>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488F141E-B45C-4A62-B8D6-628A4FD55BA9}"/>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AFB0272E-5D17-47E5-A255-8D2AD9222246}"/>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FE6E8FB4-D123-4CC7-B173-D655DCE72888}"/>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C22BC232-5468-4FEB-87B3-9A772613FEB2}"/>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894F43F-37D0-416F-9023-2948C5D7EA70}"/>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5472112D-8D8F-418C-A298-14A935C89BD6}"/>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0E150FD6-7510-4C11-A037-0E345FCE4D2E}"/>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804659688"/>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27ABFC3-8E87-4C2E-AF85-D8F1AD4201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F527C6-75A6-447E-BD70-3B6AF24446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11CFCE76-5553-475C-BA3E-21FF9934D15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0E466D-B9B8-4E3D-8441-8CE2D0E94A6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16F50607-B28E-4369-81F8-40B4D7DAEBFD}"/>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434FDBAB-2B64-43C5-92E4-E40CE57569C5}"/>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AB5912C9-CD64-4283-B3BF-C92F25C6E41B}"/>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C084B6-9439-4835-8073-9C0FEC8E10E8}"/>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3A8F3D8C-C4FE-4037-9BF0-417A592D6305}"/>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58F79164-501D-49E9-82C1-417C8B65BE16}"/>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9ADFCD-6FA1-4DEC-A5B2-8A55BADFF3AF}"/>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C20C4A7E-D388-4B85-9980-08A3B199DE17}"/>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1717937E-28C7-43DC-A8AC-AFF04F6EA89A}"/>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77A181-7AEC-4C7E-A5A0-E2982EF2944C}"/>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0B6B650A-889E-4C4F-8F16-CA688DE6BA7B}"/>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018616444"/>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E650656A-8B80-4B49-92F6-5DF0D963AD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14588D-EBFE-490D-B185-14D12263581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431D7C71-6946-40E1-8460-15475FC54A7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253987-0427-43B9-87F7-2114A21D8AB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04FBC737-7C64-4E63-956D-86411D009D28}"/>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3ACEA945-B40A-4714-85D0-A439AAA5CDF4}"/>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7A8E21-7C80-421E-98DC-CD353CAF16F4}"/>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627CF8-B5E4-47A5-AE24-E424C6BAD1C9}"/>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76EAC2-8E3F-472E-97BA-CC222DDDDBB0}"/>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6FE4575B-64A6-430B-ABFC-40DEC554FBA1}"/>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1C2D6264-CB51-44B1-BE20-3B52F0239D93}"/>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102A246B-8C68-4FAE-8C14-6FE18DAB3D7E}"/>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5CA3D0AF-EF4A-4818-827A-0A47CB7EF922}"/>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FA992CEB-9B84-40B4-918E-A81092178797}"/>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FA5438DF-256A-45A6-A1DE-EEFE7CC6B14D}"/>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C1CA60E-65CD-4F69-B129-4C39FBFE4DAC}"/>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E83E5B91-CAC4-46AF-8229-99A9D64F6CE8}"/>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891873-10C0-45A4-9C77-120844E31FB2}"/>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9880B85-1EA7-40CF-B854-7F2A661DF9BF}"/>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96F6A9F-1A82-4E8E-9E6D-95307D888714}"/>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D7AE2475-F964-4646-B5FF-E9F76C1A622B}"/>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7E5C3DB3-12CA-41BB-BC46-931500DC3E8E}"/>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25610A5-6AF4-4C7A-BB5A-678F65F40903}"/>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97CE97FD-F641-45A2-B5CC-F450AFEB5638}"/>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E8E3CEE-6D7E-4EA6-B0A4-32D354BAD841}"/>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FBA2B75-6DE8-44C8-9B43-2F14B18A1610}"/>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7BBF162-5211-4590-8BBE-626F5DF32105}"/>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72FEA51-6E0A-400F-B001-65A99F28F707}"/>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76822A1-D3C0-41DA-B2BF-2E62E654BDD1}"/>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FC67775-0C71-4C7E-85A8-4915A1E1087B}"/>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E84BD04-725C-4C5E-B58C-D8C994E5443F}"/>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5EF6AD8-6604-4EAD-BD78-9F638A9F715D}"/>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F043AD6-F5C1-43A7-BE47-3B2E4D8D4B9D}"/>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9F2D449-F568-4089-A7C9-F84B343C2237}"/>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9C6C969-CBF7-4D51-9CC5-02D393556898}"/>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68C4737-4996-4DAF-B6F1-7083FEF70B60}"/>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4B13C3A-2962-44DB-A2E2-8310A3F389B5}"/>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C671E66-5E38-43FC-9217-569707CB9A0D}"/>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075461A-9A39-4F3F-BA56-4286DFD6B47F}"/>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54821BC-0CAB-46DF-9843-75477551DD30}"/>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F60EBC6-FB75-4697-8C22-DC87AF1D6D7C}"/>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697FCCD-0803-4774-8192-2054AA29B511}"/>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F7E79C8-6729-459C-AD3A-0A9C7769FEC3}"/>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B3B74E4-D6AD-4408-AA05-F8B0EA1B4E9F}"/>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DD64D46-4F65-44C7-A61E-F36128CD51DA}"/>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F1E7CE8-FCD2-4494-91E9-C26CA8653CD1}"/>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91F4CAF-6937-4AED-AE16-033D54FE4F4C}"/>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FB76D50-7A16-4F63-8A7B-9F7DFC6B33B7}"/>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5D7FA33-FB04-4C48-A5C0-BAED2FDBECB7}"/>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BB3B333-50F9-442D-81F0-C64636956A7D}"/>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9CAE3EC7-C509-4FE9-90BB-090D15A8EB8E}"/>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1DF8A18-660F-4658-AA29-F9ABFFCF883A}"/>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F1CB25E3-4391-4955-AED4-2FA49FFC4E57}"/>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9B287182-7CB9-45A9-A1D1-E3EC3CEAE129}"/>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16A397DE-76D2-4F83-9BAB-038D54495A97}"/>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3720E65-C3B6-47F9-8AE0-8E84275D4F0A}"/>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26E94AF1-A07A-4DB6-929F-657AD98D507D}"/>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2D9F7520-CE41-4B6D-B1D6-5B94B7FF1FCC}"/>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D997C7E8-8C2A-4794-82CA-350D17A7E1A5}"/>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B155873A-F6E1-44E1-9504-4CD7843A7B00}"/>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52D67410-F532-4B7E-9F9B-B407462C5F87}"/>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FB1ED28A-EA27-437B-AC7C-549A96AF53F5}"/>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C142ABB-B926-4160-AA98-40BD51760DF6}"/>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B1C51ABD-5381-411C-BC3C-1001CCEB393E}"/>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986023625"/>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CB1179B4-6CF1-429D-9689-F05CE7C9847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466E9E-C3C2-4045-9238-16A04A388D5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B96A41D8-8F6D-4922-A053-3E834F007E8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EF749C-0879-4D48-969D-298ADEDA094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977AC001-4AC1-478A-B94A-42B2AD99FE71}"/>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BC362BD4-E7F0-4110-8E4D-BFDEB94319C5}"/>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D103A724-9180-4D7A-948B-A55A35E8BABE}"/>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ADE2941F-9CCC-4EDF-BFB0-557D3A4EF74C}"/>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BCA47630-181C-4B89-AE24-C330C022B8A7}"/>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6188DD95-D09A-420A-8CBF-37EC1217CD96}"/>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D1B8DFA7-E251-439E-AFBC-A20BB86BF256}"/>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5C80D8-081D-4DA6-A9DB-1D2DB8C7494B}"/>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C81DE6-2217-4831-8618-6A913202D23F}"/>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C4A34D8-E714-4CD3-8F3D-DD9243BA100A}"/>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EC9B043-5D1D-449E-9C89-778754F73061}"/>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63FB931-E719-4F90-A30B-8A88160F5E07}"/>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AF093B4-1377-43C4-AF1C-2EE7877B201A}"/>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8FF373-9FE4-4FF2-B80E-9545926AAF10}"/>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1301EC9-8689-4919-A0A6-6CA11270C474}"/>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AF67AD4-69BC-4D09-9424-ECDED759BFE9}"/>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95D34AE-FE4B-40A9-B8A6-C9216822E149}"/>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FF749D0-7D6D-41F8-B763-3A67D88528D5}"/>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0BDF064-082E-40B2-BE46-99B581BE1EB2}"/>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8DC25A0-605B-47D0-BDB5-41676A90A515}"/>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58BA3C1-8CC0-401B-8E46-23E8BC848201}"/>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AF5673C-21E4-42F6-9333-D8ACCCE898D7}"/>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4A6C927-B74B-459C-AD28-C806FC7DA7FB}"/>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35C5F80-B681-4C69-B8D5-8D71F6B0D6DF}"/>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65592B9-91CB-4587-83ED-3349EE939A48}"/>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1DD6A77-81A0-491F-AD72-0AFFD7215D26}"/>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16F14F5-C84E-4B7E-B6A7-7C10DF7DD2E1}"/>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B522BB0-2CB3-4E7D-9047-1A011FB6BF06}"/>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31DA5E7-AEDF-45FD-A2E6-D4BC859750C5}"/>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7604A1A-C052-48B2-BD1E-A4A4D5DDCF73}"/>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015DB9A-183D-4311-8A58-5AD070A286E1}"/>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92F1CE-1DC0-48B7-9BBC-FAF2903AE061}"/>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B22D0FE-7F54-436D-AB92-D3E3BB774E56}"/>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7D13B2E-8E1E-4097-89D0-7A52F6CD934D}"/>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D8BB696-8C9A-4C6F-BBA0-E9EF5D53C077}"/>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E55662A-DCD4-4990-8461-2AA8677643E8}"/>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2F1D74D-E08F-4EEC-B3D6-5914EDAD3B4C}"/>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BFB33D4-F2B1-4D47-BB78-3DEB84492CA5}"/>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1079D11-8842-4981-8FC4-262615129F3A}"/>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A3208E4-99B4-4F27-A0A2-667EC81EBCF6}"/>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3F819643-1F13-45BC-966C-D8635F2E6C9D}"/>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D37F1B1-1585-4911-8645-2BE4E5D08116}"/>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25CD090-223E-49FB-B092-0A5FE6DAFA44}"/>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DA722F1-5DEA-40BE-A5F9-06B912345CB1}"/>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D62D0D4-1F7F-46A7-9C69-215457488CE9}"/>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FF23A93-4B8F-4197-8D60-0B99C80274D9}"/>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71AEB5B2-9A9B-471F-8856-FF563B662C66}"/>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94A8887-5CC4-4A6D-8448-1BABDE9428B9}"/>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04C12008-E8C2-4E98-9009-D2A0A23BADF8}"/>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F822215-8EB4-4D7F-B5BB-B5771A0F2E05}"/>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28832338-06BA-494E-A5F4-940AA86CA76E}"/>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BF25E9D-FFB1-4BEB-83E0-D139783C4FE0}"/>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8A77F0A-C6AC-48EF-BED0-CCA7201D7026}"/>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71A8C205-6E6E-4962-8539-B9C325F87D9B}"/>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6C272ECC-7ACC-47C4-9073-708DD5C6D756}"/>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B253AB94-911D-464F-8AC2-E1C47B60E0CF}"/>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07F947C-9466-4BE7-AB80-D2DEAE7E297B}"/>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72884405-EC58-4A8B-BE99-B6F0CA577391}"/>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99F89FE-7F2C-4B1E-B441-458612DFABC7}"/>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6BF71B4B-2E73-4E7F-A30C-55C3673C5883}"/>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646C8FC0-3580-4F32-B39E-A52A24E9E627}"/>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00EEB12D-C204-4DAB-879B-09420A9C426A}"/>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739C95EF-DB4F-4D10-AFC0-1ED1406AD8CF}"/>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83630C4C-E26C-4ECD-BE7B-0189E2D2991F}"/>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973740157"/>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DBD8572-6BA4-4AA0-A461-31C77EF932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96B528-ABC7-4F0D-B68D-B65AFE1C065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0C0196D1-D38D-43E5-B7A6-111936EE54A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76ED1A-EB8C-4C7D-96EF-A5FE1645786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8ADE710B-CE84-4CDC-93F6-806FDA1E0A77}"/>
              </a:ext>
            </a:extLst>
          </p:cNvPr>
          <p:cNvSpPr>
            <a:spLocks xmlns:a="http://schemas.openxmlformats.org/drawingml/2006/main" noGrp="1"/>
          </p:cNvSpPr>
          <p:nvPr/>
        </p:nvSpPr>
        <p:spPr>
          <a:xfrm xmlns:a="http://schemas.openxmlformats.org/drawingml/2006/main">
            <a:off x="3667125" y="1809750"/>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75F3479A-1D2C-4C5C-81CE-6144EC355854}"/>
              </a:ext>
            </a:extLst>
          </p:cNvPr>
          <p:cNvSpPr>
            <a:spLocks xmlns:a="http://schemas.openxmlformats.org/drawingml/2006/main" noGrp="1"/>
          </p:cNvSpPr>
          <p:nvPr/>
        </p:nvSpPr>
        <p:spPr>
          <a:xfrm xmlns:a="http://schemas.openxmlformats.org/drawingml/2006/main" rot="0">
            <a:off x="3800475" y="1924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7" name="">
            <a:extLst xmlns:a="http://schemas.openxmlformats.org/drawingml/2006/main">
              <a:ext uri="{FF2B5EF4-FFF2-40B4-BE49-F238E27FC236}">
                <a16:creationId xmlns:a16="http://schemas.microsoft.com/office/drawing/2014/main" id="{DCFECB7C-E70E-44AA-99F4-50F141D175BE}"/>
              </a:ext>
            </a:extLst>
          </p:cNvPr>
          <p:cNvSpPr>
            <a:spLocks xmlns:a="http://schemas.openxmlformats.org/drawingml/2006/main" noGrp="1"/>
          </p:cNvSpPr>
          <p:nvPr/>
        </p:nvSpPr>
        <p:spPr>
          <a:xfrm xmlns:a="http://schemas.openxmlformats.org/drawingml/2006/main">
            <a:off x="3667125" y="26193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8" name="">
            <a:extLst xmlns:a="http://schemas.openxmlformats.org/drawingml/2006/main">
              <a:ext uri="{FF2B5EF4-FFF2-40B4-BE49-F238E27FC236}">
                <a16:creationId xmlns:a16="http://schemas.microsoft.com/office/drawing/2014/main" id="{3734D085-A269-4CA3-802C-A6AF74FC3818}"/>
              </a:ext>
            </a:extLst>
          </p:cNvPr>
          <p:cNvSpPr>
            <a:spLocks xmlns:a="http://schemas.openxmlformats.org/drawingml/2006/main" noGrp="1"/>
          </p:cNvSpPr>
          <p:nvPr/>
        </p:nvSpPr>
        <p:spPr>
          <a:xfrm xmlns:a="http://schemas.openxmlformats.org/drawingml/2006/main" rot="0">
            <a:off x="3800475" y="2733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647D8877-4FA4-4249-9780-9C1D5E26106C}"/>
              </a:ext>
            </a:extLst>
          </p:cNvPr>
          <p:cNvSpPr>
            <a:spLocks xmlns:a="http://schemas.openxmlformats.org/drawingml/2006/main" noGrp="1"/>
          </p:cNvSpPr>
          <p:nvPr/>
        </p:nvSpPr>
        <p:spPr>
          <a:xfrm xmlns:a="http://schemas.openxmlformats.org/drawingml/2006/main">
            <a:off x="3667125" y="3429000"/>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0" name="">
            <a:extLst xmlns:a="http://schemas.openxmlformats.org/drawingml/2006/main">
              <a:ext uri="{FF2B5EF4-FFF2-40B4-BE49-F238E27FC236}">
                <a16:creationId xmlns:a16="http://schemas.microsoft.com/office/drawing/2014/main" id="{600A61D3-B538-425D-8F90-A5E85AD208E4}"/>
              </a:ext>
            </a:extLst>
          </p:cNvPr>
          <p:cNvSpPr>
            <a:spLocks xmlns:a="http://schemas.openxmlformats.org/drawingml/2006/main" noGrp="1"/>
          </p:cNvSpPr>
          <p:nvPr/>
        </p:nvSpPr>
        <p:spPr>
          <a:xfrm xmlns:a="http://schemas.openxmlformats.org/drawingml/2006/main" rot="0">
            <a:off x="3800475" y="35433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1" name="">
            <a:extLst xmlns:a="http://schemas.openxmlformats.org/drawingml/2006/main">
              <a:ext uri="{FF2B5EF4-FFF2-40B4-BE49-F238E27FC236}">
                <a16:creationId xmlns:a16="http://schemas.microsoft.com/office/drawing/2014/main" id="{96B0B671-44E3-4312-9640-BE90E46242BA}"/>
              </a:ext>
            </a:extLst>
          </p:cNvPr>
          <p:cNvSpPr>
            <a:spLocks xmlns:a="http://schemas.openxmlformats.org/drawingml/2006/main" noGrp="1"/>
          </p:cNvSpPr>
          <p:nvPr/>
        </p:nvSpPr>
        <p:spPr>
          <a:xfrm xmlns:a="http://schemas.openxmlformats.org/drawingml/2006/main">
            <a:off x="3667125" y="42386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2" name="">
            <a:extLst xmlns:a="http://schemas.openxmlformats.org/drawingml/2006/main">
              <a:ext uri="{FF2B5EF4-FFF2-40B4-BE49-F238E27FC236}">
                <a16:creationId xmlns:a16="http://schemas.microsoft.com/office/drawing/2014/main" id="{4B677D45-6917-4A73-AE6D-F6971AF9E385}"/>
              </a:ext>
            </a:extLst>
          </p:cNvPr>
          <p:cNvSpPr>
            <a:spLocks xmlns:a="http://schemas.openxmlformats.org/drawingml/2006/main" noGrp="1"/>
          </p:cNvSpPr>
          <p:nvPr/>
        </p:nvSpPr>
        <p:spPr>
          <a:xfrm xmlns:a="http://schemas.openxmlformats.org/drawingml/2006/main" rot="0">
            <a:off x="3800475" y="4352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3" name="">
            <a:extLst xmlns:a="http://schemas.openxmlformats.org/drawingml/2006/main">
              <a:ext uri="{FF2B5EF4-FFF2-40B4-BE49-F238E27FC236}">
                <a16:creationId xmlns:a16="http://schemas.microsoft.com/office/drawing/2014/main" id="{D0DD5CA2-ECAD-430D-9808-EF9D95640BEA}"/>
              </a:ext>
            </a:extLst>
          </p:cNvPr>
          <p:cNvSpPr>
            <a:spLocks xmlns:a="http://schemas.openxmlformats.org/drawingml/2006/main" noGrp="1"/>
          </p:cNvSpPr>
          <p:nvPr/>
        </p:nvSpPr>
        <p:spPr>
          <a:xfrm xmlns:a="http://schemas.openxmlformats.org/drawingml/2006/main">
            <a:off x="3667125" y="54292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4" name="">
            <a:extLst xmlns:a="http://schemas.openxmlformats.org/drawingml/2006/main">
              <a:ext uri="{FF2B5EF4-FFF2-40B4-BE49-F238E27FC236}">
                <a16:creationId xmlns:a16="http://schemas.microsoft.com/office/drawing/2014/main" id="{1DB9D434-D4D5-41AC-ADCF-49CC05F91A0D}"/>
              </a:ext>
            </a:extLst>
          </p:cNvPr>
          <p:cNvSpPr>
            <a:spLocks xmlns:a="http://schemas.openxmlformats.org/drawingml/2006/main" noGrp="1"/>
          </p:cNvSpPr>
          <p:nvPr/>
        </p:nvSpPr>
        <p:spPr>
          <a:xfrm xmlns:a="http://schemas.openxmlformats.org/drawingml/2006/main" rot="0">
            <a:off x="3800475" y="55435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07C7B214-9B5E-41BE-8040-24E16C1395EA}"/>
              </a:ext>
            </a:extLst>
          </p:cNvPr>
          <p:cNvSpPr>
            <a:spLocks xmlns:a="http://schemas.openxmlformats.org/drawingml/2006/main" noGrp="1"/>
          </p:cNvSpPr>
          <p:nvPr/>
        </p:nvSpPr>
        <p:spPr>
          <a:xfrm xmlns:a="http://schemas.openxmlformats.org/drawingml/2006/main">
            <a:off x="5715000" y="4933950"/>
            <a:ext cx="28575" cy="2571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8EDCE0-427B-4F53-A13D-C9314E44F553}"/>
              </a:ext>
            </a:extLst>
          </p:cNvPr>
          <p:cNvSpPr>
            <a:spLocks xmlns:a="http://schemas.openxmlformats.org/drawingml/2006/main" noGrp="1"/>
          </p:cNvSpPr>
          <p:nvPr/>
        </p:nvSpPr>
        <p:spPr>
          <a:xfrm xmlns:a="http://schemas.openxmlformats.org/drawingml/2006/main" rot="10800000">
            <a:off x="5648325" y="51625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7" name="">
            <a:extLst xmlns:a="http://schemas.openxmlformats.org/drawingml/2006/main">
              <a:ext uri="{FF2B5EF4-FFF2-40B4-BE49-F238E27FC236}">
                <a16:creationId xmlns:a16="http://schemas.microsoft.com/office/drawing/2014/main" id="{B1C52788-A443-4374-B3AB-78CAA1716C77}"/>
              </a:ext>
            </a:extLst>
          </p:cNvPr>
          <p:cNvSpPr>
            <a:spLocks xmlns:a="http://schemas.openxmlformats.org/drawingml/2006/main" noGrp="1"/>
          </p:cNvSpPr>
          <p:nvPr/>
        </p:nvSpPr>
        <p:spPr>
          <a:xfrm xmlns:a="http://schemas.openxmlformats.org/drawingml/2006/main">
            <a:off x="7762875" y="2085975"/>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ECD8F8-043F-49CC-9567-2446A1CBF986}"/>
              </a:ext>
            </a:extLst>
          </p:cNvPr>
          <p:cNvSpPr>
            <a:spLocks xmlns:a="http://schemas.openxmlformats.org/drawingml/2006/main" noGrp="1"/>
          </p:cNvSpPr>
          <p:nvPr/>
        </p:nvSpPr>
        <p:spPr>
          <a:xfrm xmlns:a="http://schemas.openxmlformats.org/drawingml/2006/main">
            <a:off x="9353550" y="2085975"/>
            <a:ext cx="28575" cy="36195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618A8AB-1DE9-4D9C-8077-8032378BB28B}"/>
              </a:ext>
            </a:extLst>
          </p:cNvPr>
          <p:cNvSpPr>
            <a:spLocks xmlns:a="http://schemas.openxmlformats.org/drawingml/2006/main" noGrp="1"/>
          </p:cNvSpPr>
          <p:nvPr/>
        </p:nvSpPr>
        <p:spPr>
          <a:xfrm xmlns:a="http://schemas.openxmlformats.org/drawingml/2006/main">
            <a:off x="7762875" y="56769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292775-C156-405B-B49E-791253AB479E}"/>
              </a:ext>
            </a:extLst>
          </p:cNvPr>
          <p:cNvSpPr>
            <a:spLocks xmlns:a="http://schemas.openxmlformats.org/drawingml/2006/main" noGrp="1"/>
          </p:cNvSpPr>
          <p:nvPr/>
        </p:nvSpPr>
        <p:spPr>
          <a:xfrm xmlns:a="http://schemas.openxmlformats.org/drawingml/2006/main" rot="16200000">
            <a:off x="7743825" y="56102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1" name="">
            <a:extLst xmlns:a="http://schemas.openxmlformats.org/drawingml/2006/main">
              <a:ext uri="{FF2B5EF4-FFF2-40B4-BE49-F238E27FC236}">
                <a16:creationId xmlns:a16="http://schemas.microsoft.com/office/drawing/2014/main" id="{0C2B6181-4208-48A8-9FCF-7565A440F7AE}"/>
              </a:ext>
            </a:extLst>
          </p:cNvPr>
          <p:cNvSpPr>
            <a:spLocks xmlns:a="http://schemas.openxmlformats.org/drawingml/2006/main" noGrp="1"/>
          </p:cNvSpPr>
          <p:nvPr/>
        </p:nvSpPr>
        <p:spPr>
          <a:xfrm xmlns:a="http://schemas.openxmlformats.org/drawingml/2006/main" rot="0">
            <a:off x="9572625" y="3190875"/>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2" name="">
            <a:extLst xmlns:a="http://schemas.openxmlformats.org/drawingml/2006/main">
              <a:ext uri="{FF2B5EF4-FFF2-40B4-BE49-F238E27FC236}">
                <a16:creationId xmlns:a16="http://schemas.microsoft.com/office/drawing/2014/main" id="{635C85E7-6A3C-46E4-89D0-9866D05DB357}"/>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1416770222"/>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9FF520-20BD-4950-9C34-BAE5365A0C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977BFB-76F1-48C5-A0E9-223D9BB39D3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A6732D0C-E574-411C-A931-90EC71177F1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D62629-A2FB-4357-BDDE-B09342E6B1C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CC048CF3-30A6-4C39-A3F9-E9B2E9C28A43}"/>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A9AE2ECA-9FED-408B-8B6F-69BE004A00EA}"/>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6FC3EC-217D-4BE1-8261-C7074BB9DCBC}"/>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337483740"/>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4F6D045-F3E9-4E59-9C23-D7A5E69C66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F05A84-E5C9-46AA-BF2A-27E27F5DB5A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88C33FCD-F010-415B-81F5-EE48A10823A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3F3BE6-6CAC-4A1E-B5C7-5AD4C27A16B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A63DCBF3-F710-4484-A7AB-461E98F7289A}"/>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ED9EC036-5CBE-43F7-A425-F87F540876D7}"/>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848B8EA8-F253-4A28-B73A-176B5D692A6B}"/>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8D8688AF-0ED2-4260-9E9C-E2D41F5EA04E}"/>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B537ABC4-7577-426A-942E-F5CA9CDF4187}"/>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85EF947E-4509-4C97-8562-BA7FE0E49DFA}"/>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97BDA106-6463-4C2C-AF21-EF1ED4D46FBF}"/>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032E8A34-3A04-417C-9563-092EB85CA58F}"/>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BA609A32-6D16-46A2-A7F4-BFB25A076BED}"/>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B9EFECA7-2D42-4132-86BB-FCCAA0CD60AE}"/>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2F23A354-4FC6-457C-951D-7A106AC17795}"/>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F117EEAC-9F7E-4B0B-9189-07B92E8D940C}"/>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C1392AE0-F29F-45E3-8E4A-BB95C2274BC8}"/>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76F3FDB7-2AC8-49D5-9DD8-3896459733A3}"/>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644F7DF4-652D-4A63-884C-56B98D87C9C9}"/>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853461CE-2252-45F8-AA81-A89C29ABD39F}"/>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88769D35-BBB8-448D-8B60-9B0F39F133A4}"/>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AAE09341-67B4-4FB6-B5B4-A8BB7F5E0720}"/>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8AB2E981-BC2B-4DC1-A9C3-E62FE1B1F433}"/>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377C4F0E-0F92-4138-9494-3834ECDEB374}"/>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7DCA3887-4CBA-4B49-9CC5-8C8B9FFAECF6}"/>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397745EE-D03E-4D1A-B4A2-A6A038EAF406}"/>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3996D1B7-BF47-4B0D-A9C1-DB6CA6EE8405}"/>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C4A326A8-0421-4217-AE8E-6282DEBEE5C0}"/>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4F8058FB-ACB9-4EA5-89DC-A182962B37BC}"/>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DE93D8A9-0482-4627-81A7-04EC3E2F09BD}"/>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5DD564AA-D351-41F8-9863-9F33BB44705E}"/>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41537E54-6EAC-4F09-80E8-3E071EE7465A}"/>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EBC229FB-378A-4052-9F92-3CF0D6B1EEE7}"/>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62516255-FEA6-4272-B86F-B8B8DAA7D1A4}"/>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30AE8CE-D897-4AB8-9D07-B2949BDD6D19}"/>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37332F72-9326-45E0-AE43-77F6BEBB52DA}"/>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6551298C-A3B0-47FE-8240-91327612DE13}"/>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1635013620"/>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66E2D88-43B8-423C-B664-5236342EDB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CED577-ABD1-433A-8DCD-AA0D66D948E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6659479A-AEB4-4DC0-B996-D1DCCBFE1C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C31B95-E1E4-431B-A225-FCB82ADC574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4B09FC0D-5B4D-40D7-A35B-BA504165FA3D}"/>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7B1A20B0-7F3D-48DF-8B7B-2BF6655CE006}"/>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21B5BD-9DC7-4A6D-985C-68192F5AD401}"/>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82090241-EEE8-4123-B0E4-8384C634A887}"/>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27CF24D1-6DB8-4559-8AC4-0ADF11A9F629}"/>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20C4B8D5-ADCA-4338-9044-6C988F142E20}"/>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3E30F8F6-321F-41FB-B3B7-DFEF368D35E6}"/>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A4895FD2-A5A1-4FDF-BBCF-9ABEC12FBEB4}"/>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D34E152E-8396-494D-9012-4BC5A407E8B5}"/>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DE2FA28C-688A-42C9-B301-62128031D723}"/>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5C70E404-CB61-4BE3-8DEA-367079A1AB3F}"/>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2983F759-F83E-4C50-B77D-B68E7C33E3AD}"/>
              </a:ext>
            </a:extLst>
          </p:cNvPr>
          <p:cNvSpPr>
            <a:spLocks xmlns:a="http://schemas.openxmlformats.org/drawingml/2006/main" noGrp="1"/>
          </p:cNvSpPr>
          <p:nvPr/>
        </p:nvSpPr>
        <p:spPr>
          <a:xfrm xmlns:a="http://schemas.openxmlformats.org/drawingml/2006/main">
            <a:off x="1028700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B5145E1-9560-4243-BEA2-732D3CFA8D2C}"/>
              </a:ext>
            </a:extLst>
          </p:cNvPr>
          <p:cNvSpPr>
            <a:spLocks xmlns:a="http://schemas.openxmlformats.org/drawingml/2006/main" noGrp="1"/>
          </p:cNvSpPr>
          <p:nvPr/>
        </p:nvSpPr>
        <p:spPr>
          <a:xfrm xmlns:a="http://schemas.openxmlformats.org/drawingml/2006/main" rot="0">
            <a:off x="1022032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51BCDECF-C046-4014-85BE-F4880A69BC47}"/>
              </a:ext>
            </a:extLst>
          </p:cNvPr>
          <p:cNvSpPr>
            <a:spLocks xmlns:a="http://schemas.openxmlformats.org/drawingml/2006/main" noGrp="1"/>
          </p:cNvSpPr>
          <p:nvPr/>
        </p:nvSpPr>
        <p:spPr>
          <a:xfrm xmlns:a="http://schemas.openxmlformats.org/drawingml/2006/main" rot="0">
            <a:off x="10001250" y="39052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後発が一から</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積み直す壁</a:t>
            </a:r>
          </a:p>
        </p:txBody>
      </p:sp>
      <p:sp>
        <p:nvSpPr>
          <p:cNvPr id="19" name="">
            <a:extLst xmlns:a="http://schemas.openxmlformats.org/drawingml/2006/main">
              <a:ext uri="{FF2B5EF4-FFF2-40B4-BE49-F238E27FC236}">
                <a16:creationId xmlns:a16="http://schemas.microsoft.com/office/drawing/2014/main" id="{D1E9499B-515B-43BF-907F-63526623A272}"/>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02954577"/>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EF523A1-7F7F-461C-8162-DB148991195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70616F-823E-4224-8E6A-D36766A1253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0E88DC0B-D554-42DE-9B71-7E5252D69B6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DC443F-34D8-45A7-9404-CD513EC4F34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4131F43B-A29F-4300-ACAE-B4A6F7B39149}"/>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2AE2148F-AF5D-456E-893D-3A8523F2D614}"/>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7A5728C3-1FCC-49C7-AF55-08D2240C374B}"/>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7CB2DC82-B0CE-4EBF-8282-9DB907259C6D}"/>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B6B1E590-1A82-45A9-9D55-9092DE3B4A8F}"/>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F33B07-8D78-4826-939E-A504DB326055}"/>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B3EF18BD-26FE-4E97-98F1-DF909B266585}"/>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DD2456F3-65E3-49C2-95CA-A5AC9B461266}"/>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8F8813CE-CA2B-49ED-9F68-507E548160E4}"/>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AD7215AB-E9E4-41F8-BCAD-5AC52BE6AB8E}"/>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D7A7C6C-ED6C-4865-9759-1F274B3EB213}"/>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CA8549F9-294C-4807-9705-244EE8C3F584}"/>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D6908004-EB42-4A7D-9699-7435DA48379B}"/>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0E8EA092-2A4F-4665-AF37-89AADC498A6B}"/>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E99C9858-B009-4F00-A6F6-9CF9082FC205}"/>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ロボットの</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現場統合</a:t>
            </a:r>
          </a:p>
        </p:txBody>
      </p:sp>
      <p:sp>
        <p:nvSpPr>
          <p:cNvPr id="20" name="">
            <a:extLst xmlns:a="http://schemas.openxmlformats.org/drawingml/2006/main">
              <a:ext uri="{FF2B5EF4-FFF2-40B4-BE49-F238E27FC236}">
                <a16:creationId xmlns:a16="http://schemas.microsoft.com/office/drawing/2014/main" id="{F52CCD87-1A0C-4FD7-A598-C194300FA7D0}"/>
              </a:ext>
            </a:extLst>
          </p:cNvPr>
          <p:cNvSpPr>
            <a:spLocks xmlns:a="http://schemas.openxmlformats.org/drawingml/2006/main" noGrp="1"/>
          </p:cNvSpPr>
          <p:nvPr/>
        </p:nvSpPr>
        <p:spPr>
          <a:xfrm xmlns:a="http://schemas.openxmlformats.org/drawingml/2006/main" rot="0">
            <a:off x="8953500" y="37623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導入判断と導入後の調整へ</a:t>
            </a:r>
          </a:p>
        </p:txBody>
      </p:sp>
      <p:sp>
        <p:nvSpPr>
          <p:cNvPr id="21" name="">
            <a:extLst xmlns:a="http://schemas.openxmlformats.org/drawingml/2006/main">
              <a:ext uri="{FF2B5EF4-FFF2-40B4-BE49-F238E27FC236}">
                <a16:creationId xmlns:a16="http://schemas.microsoft.com/office/drawing/2014/main" id="{D3369986-1D4E-4037-96CC-3B216DD3FBC2}"/>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3A54B5E-216D-4D91-A795-E852E4F0737D}"/>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ロボット企業との協業先になり、自ら現場統合へ進むこともできる</a:t>
            </a:r>
          </a:p>
        </p:txBody>
      </p:sp>
    </p:spTree>
    <p:extLst>
      <p:ext uri="{BB962C8B-B14F-4D97-AF65-F5344CB8AC3E}">
        <p14:creationId xmlns:p14="http://schemas.microsoft.com/office/powerpoint/2010/main" val="1915073834"/>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BFE13E-7D50-4D57-9663-02C5527036C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B5A6B6-F643-4812-9AD9-090123E9FF2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D6E278F4-A74E-4493-8169-386278354A6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CF304D-F1BF-49B8-AE4B-3F2EE95955E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6F3EA93D-BF87-4436-8EEB-ED6488C94D42}"/>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346587F7-B398-4824-A62C-2F6BC05AB673}"/>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CFE8C4A2-3DAE-4F44-9413-9B10EC6494CE}"/>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ECD57A51-06E1-46E3-BEC6-83A614DF5B97}"/>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E991E4-39CD-4BB4-8469-9F33636D3667}"/>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0A5C8CFE-041D-4E71-B82A-109F65C93EE0}"/>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8BE7EB74-745D-4575-8CF7-26D8DB323FE6}"/>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9064072B-545B-4A02-86CB-BED9895A9657}"/>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70412000"/>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5386488-7C06-448E-9467-C61B1EB7C0C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86AF61-2263-4F84-83FF-99F2F8DDDD7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0917B2F8-4B6C-47E6-AF47-3A3535BC798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2A64DD-6A3B-4169-A8EE-804E5C6FACA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5516ACDB-8754-42A8-8FEF-7928201E7D91}"/>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4A7BEB9E-4E09-4F6C-9B1E-FD2CD469AB43}"/>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0002EA40-5937-4C6D-BB67-E5412BD4CCA3}"/>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C0F40E11-6B10-47D5-9024-ED01FEC9517D}"/>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B3F97ADB-39F1-496D-8A9E-0E21141BABC2}"/>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B1655EBD-E629-4394-9C1F-A3D510A86109}"/>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B74BFCFC-D0BB-4239-803A-ADCBD4A7C164}"/>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9A4A76-539C-416A-8F09-06703FF0A5CA}"/>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BB610E53-BD50-43CB-B6A9-3F28D07E1FB6}"/>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E2CF866B-245C-425C-872C-B1D033D472F2}"/>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205DBFCF-E55C-48EA-BFD9-4422E1786B7A}"/>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FE85550E-FAAC-4865-B270-EEFC6A057584}"/>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0760335F-812B-4225-936A-A37674397FA7}"/>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E708D62-A658-4DC7-9A6C-B31DC64F8AF0}"/>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573A96B-CF50-4768-9C59-010B7227D650}"/>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A77CE490-1FCE-4472-BD9A-69F9A0D5389C}"/>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250DB04E-B117-4FD4-93F4-999E950D51C5}"/>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9ED694B-1F31-41ED-B115-7CD7A05DE028}"/>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650848417"/>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A40AE9D-720E-45A7-9B8B-0DED2C4C2B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1F614A-8852-41B8-8092-20D47CC2C33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E0A47B00-841A-4EF6-9983-064E2D8EDC8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AD967C-B65B-411A-8B68-AFC42019FFF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02A2DB90-9FAA-44E6-85F5-21654F162019}"/>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12F27C38-270D-49D1-8A30-BBA58B7E5645}"/>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525FBAD7-0581-493E-9D90-8F4C5FDA2B50}"/>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F7E954-EC48-49BE-A665-7C0B79E2EBFB}"/>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C2C3013E-1B1E-4D94-BE8F-6D41D9ADE4C8}"/>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C1DF28E0-3AB8-47C1-A469-D1074A9AFAE4}"/>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9665FC-918E-4D9F-AC8F-335638C2EE60}"/>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973866E5-16FC-46AC-B268-0A4D1687A341}"/>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1E007396-ED46-454C-AE4D-249DFC363DF7}"/>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096FD7-79AB-47BF-B430-C8FD360B4BF9}"/>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3921CDF9-BF4E-4890-926D-3388D4785BCC}"/>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EF5D9292-FECE-4939-B340-98AE5BE17598}"/>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929ABD-91B4-40F9-8F8D-EB3C284B65AA}"/>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0F04B786-2172-482A-9A6C-533E84F9FBCB}"/>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502398710"/>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917012-2C45-4CBE-BB78-D9B5B15C798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C8B494-394D-4F66-9AE8-047EC5D859C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D5D489C3-BAEF-4125-B60C-4D978E0F92F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F80F46-3E5A-40F3-B5BF-B3DE051475D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F71C785D-121E-41BB-B00F-A8D260CF0270}"/>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554D0E16-6E59-4C32-A2C3-D23CFB770F01}"/>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6B717532-0DDA-4B6F-8358-5A8C68FF5F0C}"/>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60553F-06AC-40C2-A3C0-703C42A2BDD2}"/>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F45E6D4C-08E1-4E30-9F98-F3DDD96B9778}"/>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513FAB9F-F568-42FD-B51B-A6AE4ED7460C}"/>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192915944"/>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BCAC721-CAB9-4D90-AF8A-CCFA73F5CF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20BBD8-C355-499F-8CDD-575723D324E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2AFB82B5-9C16-4166-818C-AA7E38BE652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D77CD3-D6AC-4AEE-ADD2-16D9F452B63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3DA4B20E-1749-43B8-A1E8-5181C69E1381}"/>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4A820B3F-E023-4FF5-BBAB-D4435F987DD2}"/>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157F7F7C-CC30-459E-9F3B-0F597F3C0F0E}"/>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6F4BE6-1688-4172-98B7-F538FB77341F}"/>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BB6249BE-9F66-45E6-84E9-BE86F712998D}"/>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D3C403A3-A294-48DE-8818-EBB8556FB6B3}"/>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F01D91-5B8E-417F-A34C-19A77E92C55B}"/>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48226D28-CFC8-4AEE-89F0-72437D832864}"/>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F310EEB8-AD68-4BCE-820B-F4FE83EF3B39}"/>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7B638D9-A537-4DB0-87FD-860A7313B7F5}"/>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E06ABB76-BAC8-4809-8EBD-2A31246831A3}"/>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948467914"/>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B2F2A14-EE65-443F-A5E0-CB01488A5F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BB5591-D440-4735-8F99-6383FF2B450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99D00A3F-248B-4F41-9956-4282C735EA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D36934-8A22-44B7-BA40-3A7F4475417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15aad1034194281"/>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CC39017-8D47-41FE-89F1-8809DD1FB9B6}"/>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13CA911F-324F-41B2-9228-1D2E8655618B}"/>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9E453630-4221-4169-B4D7-DF6C864F1E69}"/>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13e8e6468304ba8"/>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39EF947-B466-4E56-9ED3-2F52F7F66821}"/>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A5C2DE2E-3858-4ED1-8A0C-FD72F738F39A}"/>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14068F0E-D06A-48BA-BBE5-761CEF9C5EA4}"/>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ffb9bcb5a6c4b5a"/>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8419257-2D11-49E7-8644-0A197FEE73E7}"/>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A4374C92-B815-4285-B651-E647334E6ED1}"/>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B67B852D-CDF4-4278-B9EB-DBC856DA2B37}"/>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0B7C3DB9-AEF7-44DA-9B64-11AF98D5D2DC}"/>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DEA6C01-2565-4BF9-96C8-5DB93441D1C6}"/>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255685106"/>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CA490C-17B7-4A93-815B-10E29899A3E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20F46F-3815-4535-BDDF-D60F91E8D12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50DFDB84-B404-4E56-943F-0F630D5B91A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F59F3A-DAA4-40DD-94E2-6225E6A50E3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720BACFD-78B1-411B-B908-B1012BEB39FC}"/>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2122971519"/>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CAF55B-E529-4F20-8B12-8065E434101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B8A67C-AE4C-42F2-BCD4-E83F22242F9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84AEB85A-5B06-46B8-AB1F-CD66F7783F5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A399CA-E6BE-4853-8087-B3728DFABB6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2A1CDC5-3B7E-46AE-8652-E281A5A48D8F}"/>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2D08B5CC-A76B-495C-9043-F8A41AA0FFA4}"/>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416153791"/>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90A8E0-C960-456F-851A-6057CA3587A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151A26-BF0D-4AE1-9956-FF959268759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99C0F3BA-C912-4977-B390-3FF6A17C4E1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3F12AC-4D03-4E54-ADF0-34735FE1D50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B490457F-16A3-4931-9495-9EC29EE69E59}"/>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DBE0D225-0532-4389-89B9-8584DCC7E83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29D08C6B-C25C-428D-BDAD-E95AB902F0A7}"/>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546A94-4979-46FB-A608-57B17D8FEC53}"/>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5C814F91-C3A8-48B2-8112-C4AB308FC43B}"/>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7B6DDC44-6C19-47D3-9552-A615F70AF07C}"/>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B1915D-A364-4009-BEB0-C75212C4595D}"/>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94AA9ECA-0390-4382-8873-8C15DF6915F2}"/>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5C710AEB-9659-4783-A4BE-49219413A731}"/>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9510D8D-C0BF-4A7E-AC7B-9B73871F4DC5}"/>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6F6AEA87-4E61-4362-ABD7-283D969104CC}"/>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508599145"/>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2E875AC-C0F6-4B08-852C-25B5C80758A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273127-4B13-4D56-9E10-1764761A430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D8978DC3-02F3-4A2E-A106-28368D21B5F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9CA90A-D36F-4CBE-9B9B-207744C14D6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42CD33F1-912D-4899-95CA-A805B179E461}"/>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13CB42EE-59AD-43BF-9A66-85CFDA75E9A2}"/>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A15025B1-E7EF-4FA1-AC9D-0EDEEE02431D}"/>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B8BA48-5EDC-4383-BE6B-033905554752}"/>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A3AB9483-A164-423A-A3DF-5A168F37471E}"/>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42C6DFC3-5855-494A-8E74-D99B3A5A21F1}"/>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5D804FF-59D4-4184-94FE-4A6A09009D99}"/>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DCBAA1C5-721B-4ECB-B24E-CF425B8EEEB6}"/>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434E16D5-5990-4254-92FA-BDD9A397F719}"/>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381019320"/>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5F4B828-E68E-4114-8DC1-108922E292C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10019E-6217-49F2-8652-A355F1956F8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831C0F66-DAF0-4A52-8B53-3D9AB741A0D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278815-7F0B-4AD5-866A-4F24DC10B20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1652AB4A-B3C7-459E-AD1F-8D31FE6DD246}"/>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4E75A7-B833-4610-AE0B-30A43BAA2A7E}"/>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B049BC98-1D49-4CB3-B1E7-DFBDA064929C}"/>
              </a:ext>
            </a:extLst>
          </p:cNvPr>
          <p:cNvSpPr>
            <a:spLocks xmlns:a="http://schemas.openxmlformats.org/drawingml/2006/main" noGrp="1"/>
          </p:cNvSpPr>
          <p:nvPr/>
        </p:nvSpPr>
        <p:spPr>
          <a:xfrm xmlns:a="http://schemas.openxmlformats.org/drawingml/2006/main">
            <a:off x="305752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F9B2D6BC-1CCD-4360-9D14-C75C4BA2A847}"/>
              </a:ext>
            </a:extLst>
          </p:cNvPr>
          <p:cNvSpPr>
            <a:spLocks xmlns:a="http://schemas.openxmlformats.org/drawingml/2006/main" noGrp="1"/>
          </p:cNvSpPr>
          <p:nvPr/>
        </p:nvSpPr>
        <p:spPr>
          <a:xfrm xmlns:a="http://schemas.openxmlformats.org/drawingml/2006/main" rot="0">
            <a:off x="305752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9556B475-16F8-47EF-8D0A-A6431A097FCA}"/>
              </a:ext>
            </a:extLst>
          </p:cNvPr>
          <p:cNvSpPr>
            <a:spLocks xmlns:a="http://schemas.openxmlformats.org/drawingml/2006/main" noGrp="1"/>
          </p:cNvSpPr>
          <p:nvPr/>
        </p:nvSpPr>
        <p:spPr>
          <a:xfrm xmlns:a="http://schemas.openxmlformats.org/drawingml/2006/main">
            <a:off x="5803900"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0C1E11C0-31CE-4EF0-9487-854DB7013F36}"/>
              </a:ext>
            </a:extLst>
          </p:cNvPr>
          <p:cNvSpPr>
            <a:spLocks xmlns:a="http://schemas.openxmlformats.org/drawingml/2006/main" noGrp="1"/>
          </p:cNvSpPr>
          <p:nvPr/>
        </p:nvSpPr>
        <p:spPr>
          <a:xfrm xmlns:a="http://schemas.openxmlformats.org/drawingml/2006/main" rot="0">
            <a:off x="5803900"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DF4194DC-5D09-4F23-811A-D895972473F6}"/>
              </a:ext>
            </a:extLst>
          </p:cNvPr>
          <p:cNvSpPr>
            <a:spLocks xmlns:a="http://schemas.openxmlformats.org/drawingml/2006/main" noGrp="1"/>
          </p:cNvSpPr>
          <p:nvPr/>
        </p:nvSpPr>
        <p:spPr>
          <a:xfrm xmlns:a="http://schemas.openxmlformats.org/drawingml/2006/main">
            <a:off x="855027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F9EEA9B2-0698-4EA4-970F-5E393FBD75B9}"/>
              </a:ext>
            </a:extLst>
          </p:cNvPr>
          <p:cNvSpPr>
            <a:spLocks xmlns:a="http://schemas.openxmlformats.org/drawingml/2006/main" noGrp="1"/>
          </p:cNvSpPr>
          <p:nvPr/>
        </p:nvSpPr>
        <p:spPr>
          <a:xfrm xmlns:a="http://schemas.openxmlformats.org/drawingml/2006/main" rot="0">
            <a:off x="855027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61E4B4F6-11C3-467D-BE1F-70B7E2455A4A}"/>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144EC47D-6731-48BD-82A9-3F78FC0C6DAE}"/>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15" name="">
            <a:extLst xmlns:a="http://schemas.openxmlformats.org/drawingml/2006/main">
              <a:ext uri="{FF2B5EF4-FFF2-40B4-BE49-F238E27FC236}">
                <a16:creationId xmlns:a16="http://schemas.microsoft.com/office/drawing/2014/main" id="{182A16DB-0F7D-4D1F-AF0F-6585B2A42607}"/>
              </a:ext>
            </a:extLst>
          </p:cNvPr>
          <p:cNvSpPr>
            <a:spLocks xmlns:a="http://schemas.openxmlformats.org/drawingml/2006/main" noGrp="1"/>
          </p:cNvSpPr>
          <p:nvPr/>
        </p:nvSpPr>
        <p:spPr>
          <a:xfrm xmlns:a="http://schemas.openxmlformats.org/drawingml/2006/main">
            <a:off x="305752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15ED52F-4CC2-476C-82CB-34F28A19D8C3}"/>
              </a:ext>
            </a:extLst>
          </p:cNvPr>
          <p:cNvSpPr>
            <a:spLocks xmlns:a="http://schemas.openxmlformats.org/drawingml/2006/main" noGrp="1"/>
          </p:cNvSpPr>
          <p:nvPr/>
        </p:nvSpPr>
        <p:spPr>
          <a:xfrm xmlns:a="http://schemas.openxmlformats.org/drawingml/2006/main">
            <a:off x="5803900"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1E159B0A-34AE-4AE7-ACCC-04500DEBC0D7}"/>
              </a:ext>
            </a:extLst>
          </p:cNvPr>
          <p:cNvSpPr>
            <a:spLocks xmlns:a="http://schemas.openxmlformats.org/drawingml/2006/main" noGrp="1"/>
          </p:cNvSpPr>
          <p:nvPr/>
        </p:nvSpPr>
        <p:spPr>
          <a:xfrm xmlns:a="http://schemas.openxmlformats.org/drawingml/2006/main">
            <a:off x="855027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A4B17A05-1002-428C-A50E-2259865A8F6E}"/>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1096BBAD-1600-4F37-A47F-BFAAB383CDC2}"/>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10月 500時間　　11月 維持　　12月 1,000時間</a:t>
            </a:r>
          </a:p>
        </p:txBody>
      </p:sp>
      <p:sp>
        <p:nvSpPr>
          <p:cNvPr id="20" name="">
            <a:extLst xmlns:a="http://schemas.openxmlformats.org/drawingml/2006/main">
              <a:ext uri="{FF2B5EF4-FFF2-40B4-BE49-F238E27FC236}">
                <a16:creationId xmlns:a16="http://schemas.microsoft.com/office/drawing/2014/main" id="{7F1F0AAF-B19D-4F99-8F6C-66CB0FC4032E}"/>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F9AB7B11-DE76-48F1-A981-8A09527A33D8}"/>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a:t>
            </a:r>
          </a:p>
        </p:txBody>
      </p:sp>
      <p:sp>
        <p:nvSpPr>
          <p:cNvPr id="22" name="">
            <a:extLst xmlns:a="http://schemas.openxmlformats.org/drawingml/2006/main">
              <a:ext uri="{FF2B5EF4-FFF2-40B4-BE49-F238E27FC236}">
                <a16:creationId xmlns:a16="http://schemas.microsoft.com/office/drawing/2014/main" id="{2A207609-594E-4B8C-AABD-D8038D3E4EC4}"/>
              </a:ext>
            </a:extLst>
          </p:cNvPr>
          <p:cNvSpPr>
            <a:spLocks xmlns:a="http://schemas.openxmlformats.org/drawingml/2006/main" noGrp="1"/>
          </p:cNvSpPr>
          <p:nvPr/>
        </p:nvSpPr>
        <p:spPr>
          <a:xfrm xmlns:a="http://schemas.openxmlformats.org/drawingml/2006/main">
            <a:off x="305752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3" name="">
            <a:extLst xmlns:a="http://schemas.openxmlformats.org/drawingml/2006/main">
              <a:ext uri="{FF2B5EF4-FFF2-40B4-BE49-F238E27FC236}">
                <a16:creationId xmlns:a16="http://schemas.microsoft.com/office/drawing/2014/main" id="{AAAF0B6E-E773-4E6D-A3DF-4C67BFBE9559}"/>
              </a:ext>
            </a:extLst>
          </p:cNvPr>
          <p:cNvSpPr>
            <a:spLocks xmlns:a="http://schemas.openxmlformats.org/drawingml/2006/main" noGrp="1"/>
          </p:cNvSpPr>
          <p:nvPr/>
        </p:nvSpPr>
        <p:spPr>
          <a:xfrm xmlns:a="http://schemas.openxmlformats.org/drawingml/2006/main">
            <a:off x="5803900"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839A626F-8E32-485C-918B-F4A883CB8E02}"/>
              </a:ext>
            </a:extLst>
          </p:cNvPr>
          <p:cNvSpPr>
            <a:spLocks xmlns:a="http://schemas.openxmlformats.org/drawingml/2006/main" noGrp="1"/>
          </p:cNvSpPr>
          <p:nvPr/>
        </p:nvSpPr>
        <p:spPr>
          <a:xfrm xmlns:a="http://schemas.openxmlformats.org/drawingml/2006/main">
            <a:off x="855027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3642C78F-AFB8-45C9-99CC-1E5EFBF041CD}"/>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0C644069-3B99-4607-B3EB-55BC1701F25C}"/>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飲食・小売へ拡大</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現場訪問で運用上の懸念を確認</a:t>
            </a:r>
          </a:p>
        </p:txBody>
      </p:sp>
      <p:sp>
        <p:nvSpPr>
          <p:cNvPr id="27" name="">
            <a:extLst xmlns:a="http://schemas.openxmlformats.org/drawingml/2006/main">
              <a:ext uri="{FF2B5EF4-FFF2-40B4-BE49-F238E27FC236}">
                <a16:creationId xmlns:a16="http://schemas.microsoft.com/office/drawing/2014/main" id="{530ECE58-4299-49A9-A313-DB3C9C158343}"/>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FFA99C0-1F28-474A-8F16-551FC668878B}"/>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29" name="">
            <a:extLst xmlns:a="http://schemas.openxmlformats.org/drawingml/2006/main">
              <a:ext uri="{FF2B5EF4-FFF2-40B4-BE49-F238E27FC236}">
                <a16:creationId xmlns:a16="http://schemas.microsoft.com/office/drawing/2014/main" id="{4F8C2422-8FB4-4C13-AD83-6359CDAEFF21}"/>
              </a:ext>
            </a:extLst>
          </p:cNvPr>
          <p:cNvSpPr>
            <a:spLocks xmlns:a="http://schemas.openxmlformats.org/drawingml/2006/main" noGrp="1"/>
          </p:cNvSpPr>
          <p:nvPr/>
        </p:nvSpPr>
        <p:spPr>
          <a:xfrm xmlns:a="http://schemas.openxmlformats.org/drawingml/2006/main">
            <a:off x="305752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F25C7C8F-7D7A-4470-89B1-D333DA28D74A}"/>
              </a:ext>
            </a:extLst>
          </p:cNvPr>
          <p:cNvSpPr>
            <a:spLocks xmlns:a="http://schemas.openxmlformats.org/drawingml/2006/main" noGrp="1"/>
          </p:cNvSpPr>
          <p:nvPr/>
        </p:nvSpPr>
        <p:spPr>
          <a:xfrm xmlns:a="http://schemas.openxmlformats.org/drawingml/2006/main">
            <a:off x="5803900"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33C12066-BEDC-479C-A1E9-222D67FFFB5D}"/>
              </a:ext>
            </a:extLst>
          </p:cNvPr>
          <p:cNvSpPr>
            <a:spLocks xmlns:a="http://schemas.openxmlformats.org/drawingml/2006/main" noGrp="1"/>
          </p:cNvSpPr>
          <p:nvPr/>
        </p:nvSpPr>
        <p:spPr>
          <a:xfrm xmlns:a="http://schemas.openxmlformats.org/drawingml/2006/main">
            <a:off x="855027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033AB970-7625-4E95-A75B-D8E0E4996B70}"/>
              </a:ext>
            </a:extLst>
          </p:cNvPr>
          <p:cNvSpPr>
            <a:spLocks xmlns:a="http://schemas.openxmlformats.org/drawingml/2006/main" noGrp="1"/>
          </p:cNvSpPr>
          <p:nvPr/>
        </p:nvSpPr>
        <p:spPr>
          <a:xfrm xmlns:a="http://schemas.openxmlformats.org/drawingml/2006/main">
            <a:off x="3152775" y="38195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3" name="">
            <a:extLst xmlns:a="http://schemas.openxmlformats.org/drawingml/2006/main">
              <a:ext uri="{FF2B5EF4-FFF2-40B4-BE49-F238E27FC236}">
                <a16:creationId xmlns:a16="http://schemas.microsoft.com/office/drawing/2014/main" id="{31B60105-A2FF-4199-AACD-AD343611E65D}"/>
              </a:ext>
            </a:extLst>
          </p:cNvPr>
          <p:cNvSpPr>
            <a:spLocks xmlns:a="http://schemas.openxmlformats.org/drawingml/2006/main" noGrp="1"/>
          </p:cNvSpPr>
          <p:nvPr/>
        </p:nvSpPr>
        <p:spPr>
          <a:xfrm xmlns:a="http://schemas.openxmlformats.org/drawingml/2006/main" rot="0">
            <a:off x="3248025" y="37338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Nextremerとの合意・格納</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海外販売先へ再度打診</a:t>
            </a:r>
          </a:p>
        </p:txBody>
      </p:sp>
      <p:sp>
        <p:nvSpPr>
          <p:cNvPr id="34" name="">
            <a:extLst xmlns:a="http://schemas.openxmlformats.org/drawingml/2006/main">
              <a:ext uri="{FF2B5EF4-FFF2-40B4-BE49-F238E27FC236}">
                <a16:creationId xmlns:a16="http://schemas.microsoft.com/office/drawing/2014/main" id="{F6591CE6-AB28-4B90-B238-B19B26F7CBE1}"/>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779300A9-A59C-44AA-9A09-96B38D0A4472}"/>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デバイス協働</a:t>
            </a:r>
          </a:p>
        </p:txBody>
      </p:sp>
      <p:sp>
        <p:nvSpPr>
          <p:cNvPr id="36" name="">
            <a:extLst xmlns:a="http://schemas.openxmlformats.org/drawingml/2006/main">
              <a:ext uri="{FF2B5EF4-FFF2-40B4-BE49-F238E27FC236}">
                <a16:creationId xmlns:a16="http://schemas.microsoft.com/office/drawing/2014/main" id="{CFFF184E-8B7C-4327-901F-DC3D43D40ED6}"/>
              </a:ext>
            </a:extLst>
          </p:cNvPr>
          <p:cNvSpPr>
            <a:spLocks xmlns:a="http://schemas.openxmlformats.org/drawingml/2006/main" noGrp="1"/>
          </p:cNvSpPr>
          <p:nvPr/>
        </p:nvSpPr>
        <p:spPr>
          <a:xfrm xmlns:a="http://schemas.openxmlformats.org/drawingml/2006/main">
            <a:off x="305752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8AFFAC7E-F24F-4A02-8A8C-750F1BC307FF}"/>
              </a:ext>
            </a:extLst>
          </p:cNvPr>
          <p:cNvSpPr>
            <a:spLocks xmlns:a="http://schemas.openxmlformats.org/drawingml/2006/main" noGrp="1"/>
          </p:cNvSpPr>
          <p:nvPr/>
        </p:nvSpPr>
        <p:spPr>
          <a:xfrm xmlns:a="http://schemas.openxmlformats.org/drawingml/2006/main">
            <a:off x="5803900"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3C270200-9ED3-4961-B5CB-1737E930BF6C}"/>
              </a:ext>
            </a:extLst>
          </p:cNvPr>
          <p:cNvSpPr>
            <a:spLocks xmlns:a="http://schemas.openxmlformats.org/drawingml/2006/main" noGrp="1"/>
          </p:cNvSpPr>
          <p:nvPr/>
        </p:nvSpPr>
        <p:spPr>
          <a:xfrm xmlns:a="http://schemas.openxmlformats.org/drawingml/2006/main">
            <a:off x="855027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2FDC8DFF-935C-4816-B719-391FE2DA29E9}"/>
              </a:ext>
            </a:extLst>
          </p:cNvPr>
          <p:cNvSpPr>
            <a:spLocks xmlns:a="http://schemas.openxmlformats.org/drawingml/2006/main" noGrp="1"/>
          </p:cNvSpPr>
          <p:nvPr/>
        </p:nvSpPr>
        <p:spPr>
          <a:xfrm xmlns:a="http://schemas.openxmlformats.org/drawingml/2006/main">
            <a:off x="3152775" y="45053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80369920-EBF8-4E5F-ACB3-3ED6F90EB248}"/>
              </a:ext>
            </a:extLst>
          </p:cNvPr>
          <p:cNvSpPr>
            <a:spLocks xmlns:a="http://schemas.openxmlformats.org/drawingml/2006/main" noGrp="1"/>
          </p:cNvSpPr>
          <p:nvPr/>
        </p:nvSpPr>
        <p:spPr>
          <a:xfrm xmlns:a="http://schemas.openxmlformats.org/drawingml/2006/main" rot="0">
            <a:off x="3248025" y="44196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撮影デバイス設計で協働できる企業へアプローチ</a:t>
            </a:r>
          </a:p>
        </p:txBody>
      </p:sp>
      <p:sp>
        <p:nvSpPr>
          <p:cNvPr id="41" name="">
            <a:extLst xmlns:a="http://schemas.openxmlformats.org/drawingml/2006/main">
              <a:ext uri="{FF2B5EF4-FFF2-40B4-BE49-F238E27FC236}">
                <a16:creationId xmlns:a16="http://schemas.microsoft.com/office/drawing/2014/main" id="{59DB4B94-0E4D-4687-83CF-78B47355A685}"/>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合意フローとデータ取扱いを法務チェック</a:t>
            </a:r>
          </a:p>
        </p:txBody>
      </p:sp>
    </p:spTree>
    <p:extLst>
      <p:ext uri="{BB962C8B-B14F-4D97-AF65-F5344CB8AC3E}">
        <p14:creationId xmlns:p14="http://schemas.microsoft.com/office/powerpoint/2010/main" val="1580336044"/>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176FCE9-8C89-49C8-8D0D-9C1C4FCD293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43FBFD-8A1B-4C15-B525-EEFF8EBF48F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2B0881F6-7B50-4750-8DD5-315CE9395C1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6CC725-E3B8-4A5D-B249-BAA12EC0471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8D44722C-49BF-4E90-B436-851E373D0460}"/>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87C735D-7F24-4D6B-B177-C61E6E6AEA6A}"/>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A7830B7B-9A81-4B9A-A65E-A2B3CE2A36FF}"/>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C843E181-E6E9-44A8-BDC5-93FB1A6280D8}"/>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3B732564-6120-4683-B797-639292C820B2}"/>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60D3D04-6AD5-4B72-BC67-A2E2581B110B}"/>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C8028DB8-FFA1-4D22-B360-44154B19FCE5}"/>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B61EA820-EC68-403A-A0F8-FC66905EB8AF}"/>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087F8245-2518-4F0F-88F8-4DC3C7CE7E65}"/>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81AE9DC0-2304-4632-9A1E-764E49074C61}"/>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6D41240-5551-41F9-B0F8-F72EDA475341}"/>
              </a:ext>
            </a:extLst>
          </p:cNvPr>
          <p:cNvSpPr>
            <a:spLocks xmlns:a="http://schemas.openxmlformats.org/drawingml/2006/main" noGrp="1"/>
          </p:cNvSpPr>
          <p:nvPr/>
        </p:nvSpPr>
        <p:spPr>
          <a:xfrm xmlns:a="http://schemas.openxmlformats.org/drawingml/2006/main">
            <a:off x="723900" y="22860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A91F1544-F6A3-4912-A5EF-7C4E5B31C280}"/>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77D77CA5-8CC0-41E2-AC9A-82347F4DE33A}"/>
              </a:ext>
            </a:extLst>
          </p:cNvPr>
          <p:cNvSpPr>
            <a:spLocks xmlns:a="http://schemas.openxmlformats.org/drawingml/2006/main" noGrp="1"/>
          </p:cNvSpPr>
          <p:nvPr/>
        </p:nvSpPr>
        <p:spPr>
          <a:xfrm xmlns:a="http://schemas.openxmlformats.org/drawingml/2006/main">
            <a:off x="3057525"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71152BB8-73C0-4C37-A0A0-D1FA5FE6BED4}"/>
              </a:ext>
            </a:extLst>
          </p:cNvPr>
          <p:cNvSpPr>
            <a:spLocks xmlns:a="http://schemas.openxmlformats.org/drawingml/2006/main" noGrp="1"/>
          </p:cNvSpPr>
          <p:nvPr/>
        </p:nvSpPr>
        <p:spPr>
          <a:xfrm xmlns:a="http://schemas.openxmlformats.org/drawingml/2006/main">
            <a:off x="5117306"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C900C853-941D-4C9B-9E5F-B63D8380F1FF}"/>
              </a:ext>
            </a:extLst>
          </p:cNvPr>
          <p:cNvSpPr>
            <a:spLocks xmlns:a="http://schemas.openxmlformats.org/drawingml/2006/main" noGrp="1"/>
          </p:cNvSpPr>
          <p:nvPr/>
        </p:nvSpPr>
        <p:spPr>
          <a:xfrm xmlns:a="http://schemas.openxmlformats.org/drawingml/2006/main">
            <a:off x="7177088"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58A3BAA9-46BD-4F8D-8764-3F552CE619F4}"/>
              </a:ext>
            </a:extLst>
          </p:cNvPr>
          <p:cNvSpPr>
            <a:spLocks xmlns:a="http://schemas.openxmlformats.org/drawingml/2006/main" noGrp="1"/>
          </p:cNvSpPr>
          <p:nvPr/>
        </p:nvSpPr>
        <p:spPr>
          <a:xfrm xmlns:a="http://schemas.openxmlformats.org/drawingml/2006/main">
            <a:off x="9236869"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90C4EAD2-B468-4BD9-8938-5FB875A6DB5E}"/>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CC4853C8-48E2-47BE-A7D2-A3B9A19F8B4C}"/>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Q1 宿泊・リフォーム・清掃　　Q2以降 介護・医療へ拡大</a:t>
            </a:r>
          </a:p>
        </p:txBody>
      </p:sp>
      <p:sp>
        <p:nvSpPr>
          <p:cNvPr id="23" name="">
            <a:extLst xmlns:a="http://schemas.openxmlformats.org/drawingml/2006/main">
              <a:ext uri="{FF2B5EF4-FFF2-40B4-BE49-F238E27FC236}">
                <a16:creationId xmlns:a16="http://schemas.microsoft.com/office/drawing/2014/main" id="{EF439B68-99E9-487A-9813-56C3AADB35E2}"/>
              </a:ext>
            </a:extLst>
          </p:cNvPr>
          <p:cNvSpPr>
            <a:spLocks xmlns:a="http://schemas.openxmlformats.org/drawingml/2006/main" noGrp="1"/>
          </p:cNvSpPr>
          <p:nvPr/>
        </p:nvSpPr>
        <p:spPr>
          <a:xfrm xmlns:a="http://schemas.openxmlformats.org/drawingml/2006/main">
            <a:off x="723900" y="30670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B1C32CEF-C2C8-4F4D-8BD0-E9F79077E227}"/>
              </a:ext>
            </a:extLst>
          </p:cNvPr>
          <p:cNvSpPr>
            <a:spLocks xmlns:a="http://schemas.openxmlformats.org/drawingml/2006/main" noGrp="1"/>
          </p:cNvSpPr>
          <p:nvPr/>
        </p:nvSpPr>
        <p:spPr>
          <a:xfrm xmlns:a="http://schemas.openxmlformats.org/drawingml/2006/main" rot="0">
            <a:off x="857250" y="32766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デバイス・知財</a:t>
            </a:r>
          </a:p>
        </p:txBody>
      </p:sp>
      <p:sp>
        <p:nvSpPr>
          <p:cNvPr id="25" name="">
            <a:extLst xmlns:a="http://schemas.openxmlformats.org/drawingml/2006/main">
              <a:ext uri="{FF2B5EF4-FFF2-40B4-BE49-F238E27FC236}">
                <a16:creationId xmlns:a16="http://schemas.microsoft.com/office/drawing/2014/main" id="{486C7E1B-13B6-431C-A8EA-2F2EE435AB67}"/>
              </a:ext>
            </a:extLst>
          </p:cNvPr>
          <p:cNvSpPr>
            <a:spLocks xmlns:a="http://schemas.openxmlformats.org/drawingml/2006/main" noGrp="1"/>
          </p:cNvSpPr>
          <p:nvPr/>
        </p:nvSpPr>
        <p:spPr>
          <a:xfrm xmlns:a="http://schemas.openxmlformats.org/drawingml/2006/main">
            <a:off x="3057525"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C2076B7-4C53-4EE3-8D3D-54BFF3F8E891}"/>
              </a:ext>
            </a:extLst>
          </p:cNvPr>
          <p:cNvSpPr>
            <a:spLocks xmlns:a="http://schemas.openxmlformats.org/drawingml/2006/main" noGrp="1"/>
          </p:cNvSpPr>
          <p:nvPr/>
        </p:nvSpPr>
        <p:spPr>
          <a:xfrm xmlns:a="http://schemas.openxmlformats.org/drawingml/2006/main">
            <a:off x="5117306"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39E2AAA6-CF0D-4702-9E18-78F15E2D8627}"/>
              </a:ext>
            </a:extLst>
          </p:cNvPr>
          <p:cNvSpPr>
            <a:spLocks xmlns:a="http://schemas.openxmlformats.org/drawingml/2006/main" noGrp="1"/>
          </p:cNvSpPr>
          <p:nvPr/>
        </p:nvSpPr>
        <p:spPr>
          <a:xfrm xmlns:a="http://schemas.openxmlformats.org/drawingml/2006/main">
            <a:off x="7177088"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39691EAE-79B5-4AAA-BFD3-85BFEDB6D914}"/>
              </a:ext>
            </a:extLst>
          </p:cNvPr>
          <p:cNvSpPr>
            <a:spLocks xmlns:a="http://schemas.openxmlformats.org/drawingml/2006/main" noGrp="1"/>
          </p:cNvSpPr>
          <p:nvPr/>
        </p:nvSpPr>
        <p:spPr>
          <a:xfrm xmlns:a="http://schemas.openxmlformats.org/drawingml/2006/main">
            <a:off x="9236869"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B7EB084-E10A-4E0F-B735-9055B047FB24}"/>
              </a:ext>
            </a:extLst>
          </p:cNvPr>
          <p:cNvSpPr>
            <a:spLocks xmlns:a="http://schemas.openxmlformats.org/drawingml/2006/main" noGrp="1"/>
          </p:cNvSpPr>
          <p:nvPr/>
        </p:nvSpPr>
        <p:spPr>
          <a:xfrm xmlns:a="http://schemas.openxmlformats.org/drawingml/2006/main">
            <a:off x="3152775" y="322897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67942CC3-D124-40BB-8178-EFB189B841CE}"/>
              </a:ext>
            </a:extLst>
          </p:cNvPr>
          <p:cNvSpPr>
            <a:spLocks xmlns:a="http://schemas.openxmlformats.org/drawingml/2006/main" noGrp="1"/>
          </p:cNvSpPr>
          <p:nvPr/>
        </p:nvSpPr>
        <p:spPr>
          <a:xfrm xmlns:a="http://schemas.openxmlformats.org/drawingml/2006/main" rot="0">
            <a:off x="3248025" y="314325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開発、意匠・特許の準備・出願</a:t>
            </a:r>
          </a:p>
        </p:txBody>
      </p:sp>
      <p:sp>
        <p:nvSpPr>
          <p:cNvPr id="31" name="">
            <a:extLst xmlns:a="http://schemas.openxmlformats.org/drawingml/2006/main">
              <a:ext uri="{FF2B5EF4-FFF2-40B4-BE49-F238E27FC236}">
                <a16:creationId xmlns:a16="http://schemas.microsoft.com/office/drawing/2014/main" id="{7E3B5943-D9B7-42E5-B791-0C1A6E2103FF}"/>
              </a:ext>
            </a:extLst>
          </p:cNvPr>
          <p:cNvSpPr>
            <a:spLocks xmlns:a="http://schemas.openxmlformats.org/drawingml/2006/main" noGrp="1"/>
          </p:cNvSpPr>
          <p:nvPr/>
        </p:nvSpPr>
        <p:spPr>
          <a:xfrm xmlns:a="http://schemas.openxmlformats.org/drawingml/2006/main">
            <a:off x="723900" y="38481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A397A029-544C-4466-AF7B-BA6C4070F737}"/>
              </a:ext>
            </a:extLst>
          </p:cNvPr>
          <p:cNvSpPr>
            <a:spLocks xmlns:a="http://schemas.openxmlformats.org/drawingml/2006/main" noGrp="1"/>
          </p:cNvSpPr>
          <p:nvPr/>
        </p:nvSpPr>
        <p:spPr>
          <a:xfrm xmlns:a="http://schemas.openxmlformats.org/drawingml/2006/main" rot="0">
            <a:off x="857250" y="40576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ロボット企業・政府</a:t>
            </a:r>
          </a:p>
        </p:txBody>
      </p:sp>
      <p:sp>
        <p:nvSpPr>
          <p:cNvPr id="33" name="">
            <a:extLst xmlns:a="http://schemas.openxmlformats.org/drawingml/2006/main">
              <a:ext uri="{FF2B5EF4-FFF2-40B4-BE49-F238E27FC236}">
                <a16:creationId xmlns:a16="http://schemas.microsoft.com/office/drawing/2014/main" id="{51007F11-6126-4943-8000-A96D13A84A03}"/>
              </a:ext>
            </a:extLst>
          </p:cNvPr>
          <p:cNvSpPr>
            <a:spLocks xmlns:a="http://schemas.openxmlformats.org/drawingml/2006/main" noGrp="1"/>
          </p:cNvSpPr>
          <p:nvPr/>
        </p:nvSpPr>
        <p:spPr>
          <a:xfrm xmlns:a="http://schemas.openxmlformats.org/drawingml/2006/main">
            <a:off x="3057525"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0534E263-960F-40CC-890B-D6CB66F62940}"/>
              </a:ext>
            </a:extLst>
          </p:cNvPr>
          <p:cNvSpPr>
            <a:spLocks xmlns:a="http://schemas.openxmlformats.org/drawingml/2006/main" noGrp="1"/>
          </p:cNvSpPr>
          <p:nvPr/>
        </p:nvSpPr>
        <p:spPr>
          <a:xfrm xmlns:a="http://schemas.openxmlformats.org/drawingml/2006/main">
            <a:off x="5117306"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91E261F6-113D-407D-8B2F-08339746B537}"/>
              </a:ext>
            </a:extLst>
          </p:cNvPr>
          <p:cNvSpPr>
            <a:spLocks xmlns:a="http://schemas.openxmlformats.org/drawingml/2006/main" noGrp="1"/>
          </p:cNvSpPr>
          <p:nvPr/>
        </p:nvSpPr>
        <p:spPr>
          <a:xfrm xmlns:a="http://schemas.openxmlformats.org/drawingml/2006/main">
            <a:off x="7177088"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EF00F058-CB3E-4F3F-A62B-6661E5E27DA7}"/>
              </a:ext>
            </a:extLst>
          </p:cNvPr>
          <p:cNvSpPr>
            <a:spLocks xmlns:a="http://schemas.openxmlformats.org/drawingml/2006/main" noGrp="1"/>
          </p:cNvSpPr>
          <p:nvPr/>
        </p:nvSpPr>
        <p:spPr>
          <a:xfrm xmlns:a="http://schemas.openxmlformats.org/drawingml/2006/main">
            <a:off x="9236869"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AC2EF24C-848E-4F67-88DA-1BC1155BCE5E}"/>
              </a:ext>
            </a:extLst>
          </p:cNvPr>
          <p:cNvSpPr>
            <a:spLocks xmlns:a="http://schemas.openxmlformats.org/drawingml/2006/main" noGrp="1"/>
          </p:cNvSpPr>
          <p:nvPr/>
        </p:nvSpPr>
        <p:spPr>
          <a:xfrm xmlns:a="http://schemas.openxmlformats.org/drawingml/2006/main">
            <a:off x="5212556" y="40100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100CEEEC-6CD4-4273-B945-9442F2FBB443}"/>
              </a:ext>
            </a:extLst>
          </p:cNvPr>
          <p:cNvSpPr>
            <a:spLocks xmlns:a="http://schemas.openxmlformats.org/drawingml/2006/main" noGrp="1"/>
          </p:cNvSpPr>
          <p:nvPr/>
        </p:nvSpPr>
        <p:spPr>
          <a:xfrm xmlns:a="http://schemas.openxmlformats.org/drawingml/2006/main" rot="0">
            <a:off x="5307806" y="39243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高プライバシーデータの活用設計</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現場データ収集を打診</a:t>
            </a:r>
          </a:p>
        </p:txBody>
      </p:sp>
      <p:sp>
        <p:nvSpPr>
          <p:cNvPr id="39" name="">
            <a:extLst xmlns:a="http://schemas.openxmlformats.org/drawingml/2006/main">
              <a:ext uri="{FF2B5EF4-FFF2-40B4-BE49-F238E27FC236}">
                <a16:creationId xmlns:a16="http://schemas.microsoft.com/office/drawing/2014/main" id="{D8661F7C-2ED0-470B-A3A1-4E978BBF4729}"/>
              </a:ext>
            </a:extLst>
          </p:cNvPr>
          <p:cNvSpPr>
            <a:spLocks xmlns:a="http://schemas.openxmlformats.org/drawingml/2006/main" noGrp="1"/>
          </p:cNvSpPr>
          <p:nvPr/>
        </p:nvSpPr>
        <p:spPr>
          <a:xfrm xmlns:a="http://schemas.openxmlformats.org/drawingml/2006/main">
            <a:off x="723900" y="46291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CA58E574-8C93-4270-ADED-3EE771CFD6D4}"/>
              </a:ext>
            </a:extLst>
          </p:cNvPr>
          <p:cNvSpPr>
            <a:spLocks xmlns:a="http://schemas.openxmlformats.org/drawingml/2006/main" noGrp="1"/>
          </p:cNvSpPr>
          <p:nvPr/>
        </p:nvSpPr>
        <p:spPr>
          <a:xfrm xmlns:a="http://schemas.openxmlformats.org/drawingml/2006/main" rot="0">
            <a:off x="857250" y="48387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大学・研究</a:t>
            </a:r>
          </a:p>
        </p:txBody>
      </p:sp>
      <p:sp>
        <p:nvSpPr>
          <p:cNvPr id="41" name="">
            <a:extLst xmlns:a="http://schemas.openxmlformats.org/drawingml/2006/main">
              <a:ext uri="{FF2B5EF4-FFF2-40B4-BE49-F238E27FC236}">
                <a16:creationId xmlns:a16="http://schemas.microsoft.com/office/drawing/2014/main" id="{0897DE11-352A-4702-A1CE-22ECFB099549}"/>
              </a:ext>
            </a:extLst>
          </p:cNvPr>
          <p:cNvSpPr>
            <a:spLocks xmlns:a="http://schemas.openxmlformats.org/drawingml/2006/main" noGrp="1"/>
          </p:cNvSpPr>
          <p:nvPr/>
        </p:nvSpPr>
        <p:spPr>
          <a:xfrm xmlns:a="http://schemas.openxmlformats.org/drawingml/2006/main">
            <a:off x="3057525"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46B0BCAC-5853-4184-87AB-9614AD22135A}"/>
              </a:ext>
            </a:extLst>
          </p:cNvPr>
          <p:cNvSpPr>
            <a:spLocks xmlns:a="http://schemas.openxmlformats.org/drawingml/2006/main" noGrp="1"/>
          </p:cNvSpPr>
          <p:nvPr/>
        </p:nvSpPr>
        <p:spPr>
          <a:xfrm xmlns:a="http://schemas.openxmlformats.org/drawingml/2006/main">
            <a:off x="5117306"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6B03D950-014B-41A3-A634-923D94CE9A02}"/>
              </a:ext>
            </a:extLst>
          </p:cNvPr>
          <p:cNvSpPr>
            <a:spLocks xmlns:a="http://schemas.openxmlformats.org/drawingml/2006/main" noGrp="1"/>
          </p:cNvSpPr>
          <p:nvPr/>
        </p:nvSpPr>
        <p:spPr>
          <a:xfrm xmlns:a="http://schemas.openxmlformats.org/drawingml/2006/main">
            <a:off x="7177088"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1653DD20-BCCE-4520-83F0-6E3C0D1BDBCB}"/>
              </a:ext>
            </a:extLst>
          </p:cNvPr>
          <p:cNvSpPr>
            <a:spLocks xmlns:a="http://schemas.openxmlformats.org/drawingml/2006/main" noGrp="1"/>
          </p:cNvSpPr>
          <p:nvPr/>
        </p:nvSpPr>
        <p:spPr>
          <a:xfrm xmlns:a="http://schemas.openxmlformats.org/drawingml/2006/main">
            <a:off x="9236869"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0A18885-D887-4473-9D58-27FB3BF55CB9}"/>
              </a:ext>
            </a:extLst>
          </p:cNvPr>
          <p:cNvSpPr>
            <a:spLocks xmlns:a="http://schemas.openxmlformats.org/drawingml/2006/main" noGrp="1"/>
          </p:cNvSpPr>
          <p:nvPr/>
        </p:nvSpPr>
        <p:spPr>
          <a:xfrm xmlns:a="http://schemas.openxmlformats.org/drawingml/2006/main">
            <a:off x="9332119" y="4791075"/>
            <a:ext cx="1869281"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44EF2B38-D261-4B45-818E-3D78913DF3F1}"/>
              </a:ext>
            </a:extLst>
          </p:cNvPr>
          <p:cNvSpPr>
            <a:spLocks xmlns:a="http://schemas.openxmlformats.org/drawingml/2006/main" noGrp="1"/>
          </p:cNvSpPr>
          <p:nvPr/>
        </p:nvSpPr>
        <p:spPr>
          <a:xfrm xmlns:a="http://schemas.openxmlformats.org/drawingml/2006/main" rot="0">
            <a:off x="9427369" y="4705350"/>
            <a:ext cx="1678781"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AIモデル開発</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Real2Sim開始</a:t>
            </a:r>
          </a:p>
        </p:txBody>
      </p:sp>
    </p:spTree>
    <p:extLst>
      <p:ext uri="{BB962C8B-B14F-4D97-AF65-F5344CB8AC3E}">
        <p14:creationId xmlns:p14="http://schemas.microsoft.com/office/powerpoint/2010/main" val="1235114753"/>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299F6AF9-E66E-46D8-A4D7-6F79E7BF224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21986-C9B1-4854-B4D1-72EF3E68402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A8F1D98C-A62E-43F0-80A9-076E8D66677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E03612-B1A2-433C-B5E7-DF297467223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3F922392-AC12-40C9-B922-84FBB8963595}"/>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E6460F-22BF-48EE-ADB4-D6FB37C2F17E}"/>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CF0F1197-65B9-4FBF-9D82-40BB7A667C2D}"/>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EE07C383-0CE9-4E8A-BA7C-063C78E627A3}"/>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BFB3D496-CD7D-4553-B576-F4D1218B5784}"/>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2F1629E6-81FA-4D86-960A-A067D89F01ED}"/>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FCD3A8FB-F7F1-4DC0-87E0-D099EE09BE7F}"/>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0936E8DB-AD2D-4DEF-8505-CDDD237B89C3}"/>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B4E9644C-B0D8-4AE2-BC25-1DAE68A0BA19}"/>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9B4DFE1A-C48B-45F0-BFA4-ED2F53F108D9}"/>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50C3AAE7-61DE-4961-9F1C-7174DCCB5B80}"/>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18F306E-E886-4827-96D1-D112802A4C23}"/>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7FE5307A-AE94-4169-9C2F-FE5C4E69432A}"/>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84ADCD00-B1F9-481D-BA7B-93D21AB22FCB}"/>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2E5AFCD8-4E1D-4AB7-8989-EC4DCC27898F}"/>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B4BA929C-1839-4963-937C-448F5A77E96F}"/>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AD3122BC-FBC6-47DA-8552-6141EC59D385}"/>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9E4B0322-9B57-4964-88E8-93BC91BA125D}"/>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撮影先と現場実装先を拡大</a:t>
            </a:r>
          </a:p>
        </p:txBody>
      </p:sp>
      <p:sp>
        <p:nvSpPr>
          <p:cNvPr id="23" name="">
            <a:extLst xmlns:a="http://schemas.openxmlformats.org/drawingml/2006/main">
              <a:ext uri="{FF2B5EF4-FFF2-40B4-BE49-F238E27FC236}">
                <a16:creationId xmlns:a16="http://schemas.microsoft.com/office/drawing/2014/main" id="{ED772B83-7BFB-4345-B297-8B46EB2B1403}"/>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D10D29FA-27B3-444F-90B2-2346B17D5818}"/>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実証実験</a:t>
            </a:r>
          </a:p>
        </p:txBody>
      </p:sp>
      <p:sp>
        <p:nvSpPr>
          <p:cNvPr id="25" name="">
            <a:extLst xmlns:a="http://schemas.openxmlformats.org/drawingml/2006/main">
              <a:ext uri="{FF2B5EF4-FFF2-40B4-BE49-F238E27FC236}">
                <a16:creationId xmlns:a16="http://schemas.microsoft.com/office/drawing/2014/main" id="{FEE2091F-083C-4866-9A2C-DBF1533A7061}"/>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1E0A812F-D4F4-4FAD-BC39-8AA990E7B54B}"/>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28276325-C78D-4BC7-AE99-06654EE3553E}"/>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84AAAFEB-DC3F-4221-96C4-F22B316BE8A7}"/>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88088E7-1170-442C-AB28-704CDC56FBB3}"/>
              </a:ext>
            </a:extLst>
          </p:cNvPr>
          <p:cNvSpPr>
            <a:spLocks xmlns:a="http://schemas.openxmlformats.org/drawingml/2006/main" noGrp="1"/>
          </p:cNvSpPr>
          <p:nvPr/>
        </p:nvSpPr>
        <p:spPr>
          <a:xfrm xmlns:a="http://schemas.openxmlformats.org/drawingml/2006/main">
            <a:off x="3152775" y="31337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C737627D-B028-4FF0-841F-E347AE01B2C0}"/>
              </a:ext>
            </a:extLst>
          </p:cNvPr>
          <p:cNvSpPr>
            <a:spLocks xmlns:a="http://schemas.openxmlformats.org/drawingml/2006/main" noGrp="1"/>
          </p:cNvSpPr>
          <p:nvPr/>
        </p:nvSpPr>
        <p:spPr>
          <a:xfrm xmlns:a="http://schemas.openxmlformats.org/drawingml/2006/main" rot="0">
            <a:off x="3248025" y="30480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ロボット企業と実証現場をマッチング</a:t>
            </a:r>
          </a:p>
        </p:txBody>
      </p:sp>
      <p:sp>
        <p:nvSpPr>
          <p:cNvPr id="31" name="">
            <a:extLst xmlns:a="http://schemas.openxmlformats.org/drawingml/2006/main">
              <a:ext uri="{FF2B5EF4-FFF2-40B4-BE49-F238E27FC236}">
                <a16:creationId xmlns:a16="http://schemas.microsoft.com/office/drawing/2014/main" id="{915CD799-9396-42BC-AAA2-EE35E9481C77}"/>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14362227-4CEE-40A1-A3D8-A0F631198496}"/>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大学との研究</a:t>
            </a:r>
          </a:p>
        </p:txBody>
      </p:sp>
      <p:sp>
        <p:nvSpPr>
          <p:cNvPr id="33" name="">
            <a:extLst xmlns:a="http://schemas.openxmlformats.org/drawingml/2006/main">
              <a:ext uri="{FF2B5EF4-FFF2-40B4-BE49-F238E27FC236}">
                <a16:creationId xmlns:a16="http://schemas.microsoft.com/office/drawing/2014/main" id="{C18FEBD0-C666-4D61-A01C-9F4454D20FEF}"/>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49E6EDB5-072F-4910-9CBE-1E4BFD3954A3}"/>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E813ED9-960D-4421-B1DA-3256A0475BB5}"/>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598F60F9-477A-41B8-A1F3-F980A931AADE}"/>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F2C8069A-E8C8-48DD-886C-ADA17B29C81F}"/>
              </a:ext>
            </a:extLst>
          </p:cNvPr>
          <p:cNvSpPr>
            <a:spLocks xmlns:a="http://schemas.openxmlformats.org/drawingml/2006/main" noGrp="1"/>
          </p:cNvSpPr>
          <p:nvPr/>
        </p:nvSpPr>
        <p:spPr>
          <a:xfrm xmlns:a="http://schemas.openxmlformats.org/drawingml/2006/main">
            <a:off x="3152775" y="38195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FCADAC4D-5C62-4DE7-A3D1-8BADCB67DF08}"/>
              </a:ext>
            </a:extLst>
          </p:cNvPr>
          <p:cNvSpPr>
            <a:spLocks xmlns:a="http://schemas.openxmlformats.org/drawingml/2006/main" noGrp="1"/>
          </p:cNvSpPr>
          <p:nvPr/>
        </p:nvSpPr>
        <p:spPr>
          <a:xfrm xmlns:a="http://schemas.openxmlformats.org/drawingml/2006/main" rot="0">
            <a:off x="3248025" y="37338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研究に必要な現場をマッチング</a:t>
            </a:r>
          </a:p>
        </p:txBody>
      </p:sp>
      <p:sp>
        <p:nvSpPr>
          <p:cNvPr id="39" name="">
            <a:extLst xmlns:a="http://schemas.openxmlformats.org/drawingml/2006/main">
              <a:ext uri="{FF2B5EF4-FFF2-40B4-BE49-F238E27FC236}">
                <a16:creationId xmlns:a16="http://schemas.microsoft.com/office/drawing/2014/main" id="{3DFBCD85-9F76-4774-8A8C-10C183F7C3FC}"/>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154AC78B-B9B7-43C3-A5F5-6CF8E13CAE82}"/>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導入先の選定</a:t>
            </a:r>
          </a:p>
        </p:txBody>
      </p:sp>
      <p:sp>
        <p:nvSpPr>
          <p:cNvPr id="41" name="">
            <a:extLst xmlns:a="http://schemas.openxmlformats.org/drawingml/2006/main">
              <a:ext uri="{FF2B5EF4-FFF2-40B4-BE49-F238E27FC236}">
                <a16:creationId xmlns:a16="http://schemas.microsoft.com/office/drawing/2014/main" id="{6FEE790E-9015-4B68-99F5-5409C18C2CEC}"/>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CCB4F28-08DE-4C9D-A05F-81E0D3F75132}"/>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E76E01A9-0BF3-49E9-B82C-26F167149FB3}"/>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15214AA6-4F36-427A-958A-FB88C653613F}"/>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3FC4CD16-DA28-4447-AA8F-01646769A8CF}"/>
              </a:ext>
            </a:extLst>
          </p:cNvPr>
          <p:cNvSpPr>
            <a:spLocks xmlns:a="http://schemas.openxmlformats.org/drawingml/2006/main" noGrp="1"/>
          </p:cNvSpPr>
          <p:nvPr/>
        </p:nvSpPr>
        <p:spPr>
          <a:xfrm xmlns:a="http://schemas.openxmlformats.org/drawingml/2006/main">
            <a:off x="7272338" y="45053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B685D310-044E-42BD-8C24-D0BEA64479D1}"/>
              </a:ext>
            </a:extLst>
          </p:cNvPr>
          <p:cNvSpPr>
            <a:spLocks xmlns:a="http://schemas.openxmlformats.org/drawingml/2006/main" noGrp="1"/>
          </p:cNvSpPr>
          <p:nvPr/>
        </p:nvSpPr>
        <p:spPr>
          <a:xfrm xmlns:a="http://schemas.openxmlformats.org/drawingml/2006/main" rot="0">
            <a:off x="7367588" y="44196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データと経験から導入適性を判断</a:t>
            </a:r>
          </a:p>
        </p:txBody>
      </p:sp>
      <p:sp>
        <p:nvSpPr>
          <p:cNvPr id="47" name="">
            <a:extLst xmlns:a="http://schemas.openxmlformats.org/drawingml/2006/main">
              <a:ext uri="{FF2B5EF4-FFF2-40B4-BE49-F238E27FC236}">
                <a16:creationId xmlns:a16="http://schemas.microsoft.com/office/drawing/2014/main" id="{2243955D-EC08-425C-9C15-32C68DF913A0}"/>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0BFB88D-9A86-4743-8D71-09C66064A443}"/>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79B2B9E0-2E49-49EB-8B67-5E600EC196D6}"/>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379ACC1F-4524-4CDD-BD0F-8788961A454A}"/>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FFF2602C-3F41-43AC-9680-108801A7D8AC}"/>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2955C572-58D4-4E2E-BBC1-25B3DA3996AD}"/>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18F5B58A-75DC-4863-A30F-BADC834D7BED}"/>
              </a:ext>
            </a:extLst>
          </p:cNvPr>
          <p:cNvSpPr>
            <a:spLocks xmlns:a="http://schemas.openxmlformats.org/drawingml/2006/main" noGrp="1"/>
          </p:cNvSpPr>
          <p:nvPr/>
        </p:nvSpPr>
        <p:spPr>
          <a:xfrm xmlns:a="http://schemas.openxmlformats.org/drawingml/2006/main">
            <a:off x="7272338" y="51911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87EA0EB6-3F38-4A17-A310-40FF02FB2EE9}"/>
              </a:ext>
            </a:extLst>
          </p:cNvPr>
          <p:cNvSpPr>
            <a:spLocks xmlns:a="http://schemas.openxmlformats.org/drawingml/2006/main" noGrp="1"/>
          </p:cNvSpPr>
          <p:nvPr/>
        </p:nvSpPr>
        <p:spPr>
          <a:xfrm xmlns:a="http://schemas.openxmlformats.org/drawingml/2006/main" rot="0">
            <a:off x="7367588" y="51054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業種を絞り、現場統合を開始</a:t>
            </a:r>
          </a:p>
        </p:txBody>
      </p:sp>
      <p:sp>
        <p:nvSpPr>
          <p:cNvPr id="55" name="">
            <a:extLst xmlns:a="http://schemas.openxmlformats.org/drawingml/2006/main">
              <a:ext uri="{FF2B5EF4-FFF2-40B4-BE49-F238E27FC236}">
                <a16:creationId xmlns:a16="http://schemas.microsoft.com/office/drawing/2014/main" id="{CA9DE33D-54C1-4FFB-9049-EDBA9270A566}"/>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275855542"/>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BD37776A-9DB8-4AA5-94D3-05257B169A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281A0E-B216-49CD-82F1-676BE4DDFCC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AC28C48C-F4E8-4831-A1F9-9AC80FF58F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3C22E5-E3D2-4AA4-98F4-175A2548019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EAD1D216-4C9D-48C3-85EA-16A72816CA5A}"/>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FFB181E-2A8B-4EC3-B105-2611E9943D30}"/>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39E2B1FD-7D1D-4DFF-9372-1055874F6588}"/>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2582BF8B-2790-4C10-9C16-F43FA7D80595}"/>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BE026E5E-5271-4F2A-ABE0-DC37FE8E161B}"/>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B62EE5FD-0EA4-4E9D-A46B-A1843629BCBD}"/>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4FEBD6B7-E1FA-4BBF-BC63-78EA279EFC96}"/>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4E051BD3-6432-472B-B677-3CDF74C0AFCF}"/>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4F7AAB41-0BE6-4203-B176-48F69F8533B1}"/>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9CCB912-DDB1-4CAE-BC9B-62669E00C2F6}"/>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F84A8F57-B39D-45C4-83EB-C3E816F31CCA}"/>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EBB26FA-7FE0-4676-A0D6-619B262070FF}"/>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現場実装先</a:t>
            </a:r>
          </a:p>
        </p:txBody>
      </p:sp>
      <p:sp>
        <p:nvSpPr>
          <p:cNvPr id="17" name="">
            <a:extLst xmlns:a="http://schemas.openxmlformats.org/drawingml/2006/main">
              <a:ext uri="{FF2B5EF4-FFF2-40B4-BE49-F238E27FC236}">
                <a16:creationId xmlns:a16="http://schemas.microsoft.com/office/drawing/2014/main" id="{7DCC6E69-0D43-49D3-9830-9E8985594D27}"/>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88033C83-7F3C-4D09-95B5-46B476C18AC5}"/>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324DC93-7E0A-4CD8-982A-4D8FF9A35FAA}"/>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76076FB7-FB1E-48A8-8C78-5ABD3D3C5444}"/>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2673CC99-9CB2-46A3-A511-4DDA3CEFEE97}"/>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C18C709-0218-4E20-A817-924E62491A18}"/>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現場実装先を拡大</a:t>
            </a:r>
          </a:p>
        </p:txBody>
      </p:sp>
      <p:sp>
        <p:nvSpPr>
          <p:cNvPr id="23" name="">
            <a:extLst xmlns:a="http://schemas.openxmlformats.org/drawingml/2006/main">
              <a:ext uri="{FF2B5EF4-FFF2-40B4-BE49-F238E27FC236}">
                <a16:creationId xmlns:a16="http://schemas.microsoft.com/office/drawing/2014/main" id="{16C4A7B2-AECC-40E7-B703-E45B06139589}"/>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928AF935-8328-4C4C-95B3-E25C0D86673B}"/>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作業データ</a:t>
            </a:r>
          </a:p>
        </p:txBody>
      </p:sp>
      <p:sp>
        <p:nvSpPr>
          <p:cNvPr id="25" name="">
            <a:extLst xmlns:a="http://schemas.openxmlformats.org/drawingml/2006/main">
              <a:ext uri="{FF2B5EF4-FFF2-40B4-BE49-F238E27FC236}">
                <a16:creationId xmlns:a16="http://schemas.microsoft.com/office/drawing/2014/main" id="{7ADF52D2-EDC9-4D8A-BCE8-D147D2479FBF}"/>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43678AC4-956A-4515-B231-C7E7FCE573E1}"/>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14A37267-E4C2-44F8-ACC7-7E9DAA2AA664}"/>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E45A79BA-161D-4FD1-A2B4-E795C0E46615}"/>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E4DAFC4-78A5-486C-908C-7D241DE59832}"/>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08A69204-3E9B-47A6-A695-4D85C27665CA}"/>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各現場の作業データを蓄積</a:t>
            </a:r>
          </a:p>
        </p:txBody>
      </p:sp>
      <p:sp>
        <p:nvSpPr>
          <p:cNvPr id="31" name="">
            <a:extLst xmlns:a="http://schemas.openxmlformats.org/drawingml/2006/main">
              <a:ext uri="{FF2B5EF4-FFF2-40B4-BE49-F238E27FC236}">
                <a16:creationId xmlns:a16="http://schemas.microsoft.com/office/drawing/2014/main" id="{1A394208-AFE0-4C4E-A5B2-D3A0458F4D19}"/>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666B38AC-80C7-44FB-87EB-4AD27536364A}"/>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33" name="">
            <a:extLst xmlns:a="http://schemas.openxmlformats.org/drawingml/2006/main">
              <a:ext uri="{FF2B5EF4-FFF2-40B4-BE49-F238E27FC236}">
                <a16:creationId xmlns:a16="http://schemas.microsoft.com/office/drawing/2014/main" id="{CDAEC425-843B-4FEF-8B67-3C2FB0124F3A}"/>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1E8DB165-D06D-40A0-AE17-3ECC6C6E898E}"/>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14C755FB-2775-478D-8E53-FB89799AF154}"/>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2D91CC5B-B07C-494C-B6B4-EDD82C31A8F2}"/>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0D97D48C-8CB9-4CAA-A365-58FB418103E0}"/>
              </a:ext>
            </a:extLst>
          </p:cNvPr>
          <p:cNvSpPr>
            <a:spLocks xmlns:a="http://schemas.openxmlformats.org/drawingml/2006/main" noGrp="1"/>
          </p:cNvSpPr>
          <p:nvPr/>
        </p:nvSpPr>
        <p:spPr>
          <a:xfrm xmlns:a="http://schemas.openxmlformats.org/drawingml/2006/main">
            <a:off x="5212556" y="38195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C743D06D-1ADF-492F-849B-5BBC92083448}"/>
              </a:ext>
            </a:extLst>
          </p:cNvPr>
          <p:cNvSpPr>
            <a:spLocks xmlns:a="http://schemas.openxmlformats.org/drawingml/2006/main" noGrp="1"/>
          </p:cNvSpPr>
          <p:nvPr/>
        </p:nvSpPr>
        <p:spPr>
          <a:xfrm xmlns:a="http://schemas.openxmlformats.org/drawingml/2006/main" rot="0">
            <a:off x="5307806" y="37338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現場データをモデル改善へ接続</a:t>
            </a:r>
          </a:p>
        </p:txBody>
      </p:sp>
      <p:sp>
        <p:nvSpPr>
          <p:cNvPr id="39" name="">
            <a:extLst xmlns:a="http://schemas.openxmlformats.org/drawingml/2006/main">
              <a:ext uri="{FF2B5EF4-FFF2-40B4-BE49-F238E27FC236}">
                <a16:creationId xmlns:a16="http://schemas.microsoft.com/office/drawing/2014/main" id="{9EE039D7-E7CD-40F3-B7CB-B24948FF1E7C}"/>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74399252-3E87-4508-9DD5-7860EE8E2A3D}"/>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41" name="">
            <a:extLst xmlns:a="http://schemas.openxmlformats.org/drawingml/2006/main">
              <a:ext uri="{FF2B5EF4-FFF2-40B4-BE49-F238E27FC236}">
                <a16:creationId xmlns:a16="http://schemas.microsoft.com/office/drawing/2014/main" id="{A4F9EBC2-9905-469D-BE6E-66F981A2CCB5}"/>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2BBC556-6487-4E9B-9D0A-F49D57E9373B}"/>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478F5284-9FDD-4517-85A0-276CF61174B4}"/>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DFDEEE43-D553-474A-B517-78BE45FA0A80}"/>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E268A146-645A-416C-876B-AAEE0AB58416}"/>
              </a:ext>
            </a:extLst>
          </p:cNvPr>
          <p:cNvSpPr>
            <a:spLocks xmlns:a="http://schemas.openxmlformats.org/drawingml/2006/main" noGrp="1"/>
          </p:cNvSpPr>
          <p:nvPr/>
        </p:nvSpPr>
        <p:spPr>
          <a:xfrm xmlns:a="http://schemas.openxmlformats.org/drawingml/2006/main">
            <a:off x="5212556" y="45053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092614DD-CFC1-4402-A94C-437B72499C7A}"/>
              </a:ext>
            </a:extLst>
          </p:cNvPr>
          <p:cNvSpPr>
            <a:spLocks xmlns:a="http://schemas.openxmlformats.org/drawingml/2006/main" noGrp="1"/>
          </p:cNvSpPr>
          <p:nvPr/>
        </p:nvSpPr>
        <p:spPr>
          <a:xfrm xmlns:a="http://schemas.openxmlformats.org/drawingml/2006/main" rot="0">
            <a:off x="5307806" y="44196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実機の改善をループへ接続</a:t>
            </a:r>
          </a:p>
        </p:txBody>
      </p:sp>
      <p:sp>
        <p:nvSpPr>
          <p:cNvPr id="47" name="">
            <a:extLst xmlns:a="http://schemas.openxmlformats.org/drawingml/2006/main">
              <a:ext uri="{FF2B5EF4-FFF2-40B4-BE49-F238E27FC236}">
                <a16:creationId xmlns:a16="http://schemas.microsoft.com/office/drawing/2014/main" id="{6017A6E5-353A-4F86-9755-32DF06C65072}"/>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2FD08987-75B4-45A2-A6DA-530B08FF5417}"/>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FBFA0A35-49FC-4076-8DF3-2DCB10CBDF90}"/>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E276F036-44F5-4151-B367-C217919BEB9B}"/>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11E68FC3-C575-4649-9C0E-FD69609779FC}"/>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8AB4AC9B-41A0-417B-91FF-1D363D8B0B79}"/>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2E6B3942-EEEC-42A0-9015-5D991800F770}"/>
              </a:ext>
            </a:extLst>
          </p:cNvPr>
          <p:cNvSpPr>
            <a:spLocks xmlns:a="http://schemas.openxmlformats.org/drawingml/2006/main" noGrp="1"/>
          </p:cNvSpPr>
          <p:nvPr/>
        </p:nvSpPr>
        <p:spPr>
          <a:xfrm xmlns:a="http://schemas.openxmlformats.org/drawingml/2006/main">
            <a:off x="3152775" y="51911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81C7E8FD-0D36-4D01-B56A-AA5637217E60}"/>
              </a:ext>
            </a:extLst>
          </p:cNvPr>
          <p:cNvSpPr>
            <a:spLocks xmlns:a="http://schemas.openxmlformats.org/drawingml/2006/main" noGrp="1"/>
          </p:cNvSpPr>
          <p:nvPr/>
        </p:nvSpPr>
        <p:spPr>
          <a:xfrm xmlns:a="http://schemas.openxmlformats.org/drawingml/2006/main" rot="0">
            <a:off x="3248025" y="51054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現場を含むフィードバックループを自社で回す</a:t>
            </a:r>
          </a:p>
        </p:txBody>
      </p:sp>
      <p:sp>
        <p:nvSpPr>
          <p:cNvPr id="55" name="">
            <a:extLst xmlns:a="http://schemas.openxmlformats.org/drawingml/2006/main">
              <a:ext uri="{FF2B5EF4-FFF2-40B4-BE49-F238E27FC236}">
                <a16:creationId xmlns:a16="http://schemas.microsoft.com/office/drawing/2014/main" id="{BC202131-7995-4022-94D5-D0186635E78E}"/>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第2段階へ移行し、フィジカルAI企業へ転身する</a:t>
            </a:r>
          </a:p>
        </p:txBody>
      </p:sp>
    </p:spTree>
    <p:extLst>
      <p:ext uri="{BB962C8B-B14F-4D97-AF65-F5344CB8AC3E}">
        <p14:creationId xmlns:p14="http://schemas.microsoft.com/office/powerpoint/2010/main" val="1037044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2026-09-15T04:07:37.7070000Z</dcterms:created>
  <dcterms:modified xsi:type="dcterms:W3CDTF">2026-09-15T04:07:37.7070000Z</dcterms:modified>
</coreProperties>
</file>